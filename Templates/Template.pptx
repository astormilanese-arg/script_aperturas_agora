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theme/themeOverride9.xml" ContentType="application/vnd.openxmlformats-officedocument.themeOverride+xml"/>
  <Override PartName="/ppt/notesSlides/notesSlide11.xml" ContentType="application/vnd.openxmlformats-officedocument.presentationml.notesSlide+xml"/>
  <Override PartName="/ppt/charts/chart11.xml" ContentType="application/vnd.openxmlformats-officedocument.drawingml.chart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13"/>
  </p:notesMasterIdLst>
  <p:handoutMasterIdLst>
    <p:handoutMasterId r:id="rId14"/>
  </p:handoutMasterIdLst>
  <p:sldIdLst>
    <p:sldId id="3096" r:id="rId2"/>
    <p:sldId id="3092" r:id="rId3"/>
    <p:sldId id="3097" r:id="rId4"/>
    <p:sldId id="3100" r:id="rId5"/>
    <p:sldId id="3094" r:id="rId6"/>
    <p:sldId id="3101" r:id="rId7"/>
    <p:sldId id="3095" r:id="rId8"/>
    <p:sldId id="3098" r:id="rId9"/>
    <p:sldId id="3099" r:id="rId10"/>
    <p:sldId id="3102" r:id="rId11"/>
    <p:sldId id="3103" r:id="rId12"/>
  </p:sldIdLst>
  <p:sldSz cx="24382413" cy="13716000"/>
  <p:notesSz cx="6858000" cy="9144000"/>
  <p:defaultTextStyle>
    <a:defPPr>
      <a:defRPr lang="en-US"/>
    </a:defPPr>
    <a:lvl1pPr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1pPr>
    <a:lvl2pPr marL="1217613" indent="-760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2pPr>
    <a:lvl3pPr marL="2436813" indent="-1522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3pPr>
    <a:lvl4pPr marL="3656013" indent="-2284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4pPr>
    <a:lvl5pPr marL="4875213" indent="-3046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5pPr>
    <a:lvl6pPr marL="22860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6pPr>
    <a:lvl7pPr marL="27432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7pPr>
    <a:lvl8pPr marL="32004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8pPr>
    <a:lvl9pPr marL="36576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FA3"/>
    <a:srgbClr val="007E39"/>
    <a:srgbClr val="F6B38E"/>
    <a:srgbClr val="8FD783"/>
    <a:srgbClr val="F682D8"/>
    <a:srgbClr val="CEFF55"/>
    <a:srgbClr val="3BE8FF"/>
    <a:srgbClr val="FF1301"/>
    <a:srgbClr val="E800AB"/>
    <a:srgbClr val="511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66" autoAdjust="0"/>
    <p:restoredTop sz="95256" autoAdjust="0"/>
  </p:normalViewPr>
  <p:slideViewPr>
    <p:cSldViewPr snapToGrid="0">
      <p:cViewPr varScale="1">
        <p:scale>
          <a:sx n="40" d="100"/>
          <a:sy n="40" d="100"/>
        </p:scale>
        <p:origin x="126" y="132"/>
      </p:cViewPr>
      <p:guideLst>
        <p:guide orient="horz" pos="4320"/>
        <p:guide pos="76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Agora\Clientes\CABA%20Ago%2025\astor%20-%20app_CABA_AGO%20Ago%20II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Agora\Clientes\CABA%20Ago%2025\astor%20-%20app_CABA_AGO%20Ago%20II.xlsx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Agora\Clientes\CABA%20Ago%2025\astor%20-%20app_CABA_AGO%20Ago%20II.xlsx" TargetMode="External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Agora\Clientes\CABA%20Ago%2025\astor%20-%20app_CABA_AGO%20Ago%20II.xlsx" TargetMode="External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Agora\Clientes\CABA%20Ago%2025\astor%20-%20app_CABA_AGO%20Ago%20II.xlsx" TargetMode="External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Agora\Clientes\CABA%20Ago%2025\astor%20-%20app_CABA_AGO%20Ago%20II.xlsx" TargetMode="External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Agora\Clientes\CABA%20Ago%2025\astor%20-%20app_CABA_AGO%20Ago%20II.xlsx" TargetMode="External"/><Relationship Id="rId1" Type="http://schemas.openxmlformats.org/officeDocument/2006/relationships/themeOverride" Target="../theme/themeOverride7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Agora\Clientes\CABA%20Ago%2025\astor%20-%20app_CABA_AGO%20Ago%20II.xlsx" TargetMode="External"/><Relationship Id="rId1" Type="http://schemas.openxmlformats.org/officeDocument/2006/relationships/themeOverride" Target="../theme/themeOverrid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Agora\Clientes\CABA%20Ago%2025\astor%20-%20app_CABA_AGO%20Ago%20II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Agora\Clientes\CABA%20Ago%2025\astor%20-%20app_CABA_AGO%20Ago%20II.xlsx" TargetMode="External"/><Relationship Id="rId1" Type="http://schemas.openxmlformats.org/officeDocument/2006/relationships/themeOverride" Target="../theme/themeOverride9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Agora\Clientes\CABA%20Ago%2025\astor%20-%20app_CABA_AGO%20Ago%20II.xlsx" TargetMode="External"/><Relationship Id="rId1" Type="http://schemas.openxmlformats.org/officeDocument/2006/relationships/themeOverride" Target="../theme/themeOverrid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Sheet1!$B$290</c:f>
              <c:strCache>
                <c:ptCount val="1"/>
                <c:pt idx="0">
                  <c:v>Criação de emprego</c:v>
                </c:pt>
              </c:strCache>
            </c:strRef>
          </c:tx>
          <c:spPr>
            <a:solidFill>
              <a:srgbClr val="00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Sheet1!$C$290:$BK$290</c:f>
              <c:numCache>
                <c:formatCode>General</c:formatCode>
                <c:ptCount val="61"/>
                <c:pt idx="0" formatCode="0%">
                  <c:v>0.25959798789812633</c:v>
                </c:pt>
                <c:pt idx="2" formatCode="0%">
                  <c:v>0.2382407775990561</c:v>
                </c:pt>
                <c:pt idx="3" formatCode="0%">
                  <c:v>0.28264483625441328</c:v>
                </c:pt>
                <c:pt idx="5" formatCode="0%">
                  <c:v>0.22544038606718481</c:v>
                </c:pt>
                <c:pt idx="6" formatCode="0%">
                  <c:v>0.25493049064191969</c:v>
                </c:pt>
                <c:pt idx="7" formatCode="0%">
                  <c:v>0.38032799643501869</c:v>
                </c:pt>
                <c:pt idx="8" formatCode="0%">
                  <c:v>0.17322726371254851</c:v>
                </c:pt>
                <c:pt idx="10" formatCode="0%">
                  <c:v>0.2632771413357119</c:v>
                </c:pt>
                <c:pt idx="11" formatCode="0%">
                  <c:v>0.29808875910359878</c:v>
                </c:pt>
                <c:pt idx="12" formatCode="0%">
                  <c:v>0.2023318726874046</c:v>
                </c:pt>
                <c:pt idx="14" formatCode="0%">
                  <c:v>0.35384358062179971</c:v>
                </c:pt>
                <c:pt idx="15" formatCode="0%">
                  <c:v>0.27752949721786507</c:v>
                </c:pt>
                <c:pt idx="16" formatCode="0%">
                  <c:v>0.22071028103554241</c:v>
                </c:pt>
                <c:pt idx="17" formatCode="0%">
                  <c:v>0.19884023400596021</c:v>
                </c:pt>
                <c:pt idx="19" formatCode="0%">
                  <c:v>0.2079551925594981</c:v>
                </c:pt>
                <c:pt idx="20" formatCode="0%">
                  <c:v>0.25407307405795782</c:v>
                </c:pt>
                <c:pt idx="21" formatCode="0%">
                  <c:v>0.29695076351235161</c:v>
                </c:pt>
                <c:pt idx="22" formatCode="0%">
                  <c:v>0.26168254191689427</c:v>
                </c:pt>
                <c:pt idx="23" formatCode="0%">
                  <c:v>0.21324664030433149</c:v>
                </c:pt>
                <c:pt idx="24" formatCode="0%">
                  <c:v>0.33513705793241072</c:v>
                </c:pt>
                <c:pt idx="26" formatCode="0%">
                  <c:v>0.33924537989649273</c:v>
                </c:pt>
                <c:pt idx="27" formatCode="0%">
                  <c:v>0.2392941226592642</c:v>
                </c:pt>
                <c:pt idx="28" formatCode="0%">
                  <c:v>0.15721668690875321</c:v>
                </c:pt>
                <c:pt idx="29" formatCode="0%">
                  <c:v>0.38039219279455339</c:v>
                </c:pt>
                <c:pt idx="30" formatCode="0%">
                  <c:v>0.2189281804528932</c:v>
                </c:pt>
                <c:pt idx="32" formatCode="0%">
                  <c:v>0.23130969163668691</c:v>
                </c:pt>
                <c:pt idx="33" formatCode="0%">
                  <c:v>0.19297537482342789</c:v>
                </c:pt>
                <c:pt idx="34" formatCode="0%">
                  <c:v>0.2426585935503906</c:v>
                </c:pt>
                <c:pt idx="35" formatCode="0%">
                  <c:v>0.2071999755636533</c:v>
                </c:pt>
                <c:pt idx="36" formatCode="0%">
                  <c:v>0.24049063407554089</c:v>
                </c:pt>
                <c:pt idx="38" formatCode="0%">
                  <c:v>0.29508857594874099</c:v>
                </c:pt>
                <c:pt idx="39" formatCode="0%">
                  <c:v>0.15365128648059939</c:v>
                </c:pt>
                <c:pt idx="40" formatCode="0%">
                  <c:v>0.26905882381645418</c:v>
                </c:pt>
                <c:pt idx="41" formatCode="0%">
                  <c:v>0.35938864710691409</c:v>
                </c:pt>
                <c:pt idx="42" formatCode="0%">
                  <c:v>0.26413156740584898</c:v>
                </c:pt>
                <c:pt idx="44" formatCode="0%">
                  <c:v>0.27273443697779531</c:v>
                </c:pt>
                <c:pt idx="45" formatCode="0%">
                  <c:v>0.15387248083104119</c:v>
                </c:pt>
                <c:pt idx="46" formatCode="0%">
                  <c:v>0.3754015149470557</c:v>
                </c:pt>
                <c:pt idx="47" formatCode="0%">
                  <c:v>8.5134450337469331E-2</c:v>
                </c:pt>
                <c:pt idx="48" formatCode="0%">
                  <c:v>0.14778958997399261</c:v>
                </c:pt>
                <c:pt idx="49" formatCode="0%">
                  <c:v>0.39455949880495278</c:v>
                </c:pt>
                <c:pt idx="50" formatCode="0%">
                  <c:v>7.6623232206019742E-2</c:v>
                </c:pt>
                <c:pt idx="51" formatCode="0%">
                  <c:v>0.1709873474715142</c:v>
                </c:pt>
                <c:pt idx="52" formatCode="0%">
                  <c:v>0.35401132145501107</c:v>
                </c:pt>
                <c:pt idx="53" formatCode="0%">
                  <c:v>0.36245573746474241</c:v>
                </c:pt>
                <c:pt idx="54" formatCode="0%">
                  <c:v>0.29819792377228821</c:v>
                </c:pt>
                <c:pt idx="56" formatCode="0%">
                  <c:v>0.2600511634068195</c:v>
                </c:pt>
                <c:pt idx="57" formatCode="0%">
                  <c:v>0.2413026813335932</c:v>
                </c:pt>
                <c:pt idx="58" formatCode="0%">
                  <c:v>0.24490634744477771</c:v>
                </c:pt>
                <c:pt idx="59" formatCode="0%">
                  <c:v>0.28948155824882987</c:v>
                </c:pt>
                <c:pt idx="60" formatCode="0%">
                  <c:v>0.2401319761216569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471-4877-9C25-94C78B8BE14F}"/>
            </c:ext>
          </c:extLst>
        </c:ser>
        <c:ser>
          <c:idx val="1"/>
          <c:order val="1"/>
          <c:tx>
            <c:strRef>
              <c:f>Sheet1!$B$291</c:f>
              <c:strCache>
                <c:ptCount val="1"/>
                <c:pt idx="0">
                  <c:v>Apoio a empreendedores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Sheet1!$C$291:$BK$291</c:f>
              <c:numCache>
                <c:formatCode>General</c:formatCode>
                <c:ptCount val="61"/>
                <c:pt idx="0" formatCode="0%">
                  <c:v>0.21468586563445269</c:v>
                </c:pt>
                <c:pt idx="2" formatCode="0%">
                  <c:v>0.24864959379793419</c:v>
                </c:pt>
                <c:pt idx="3" formatCode="0%">
                  <c:v>0.16967531256323659</c:v>
                </c:pt>
                <c:pt idx="5" formatCode="0%">
                  <c:v>0.27729393086229193</c:v>
                </c:pt>
                <c:pt idx="6" formatCode="0%">
                  <c:v>0.22724836807923829</c:v>
                </c:pt>
                <c:pt idx="7" formatCode="0%">
                  <c:v>0.29932379259136421</c:v>
                </c:pt>
                <c:pt idx="8" formatCode="0%">
                  <c:v>0.11413048487478281</c:v>
                </c:pt>
                <c:pt idx="10" formatCode="0%">
                  <c:v>0.1968927199439614</c:v>
                </c:pt>
                <c:pt idx="11" formatCode="0%">
                  <c:v>0.25646811256481139</c:v>
                </c:pt>
                <c:pt idx="12" formatCode="0%">
                  <c:v>0.17778850924017159</c:v>
                </c:pt>
                <c:pt idx="14" formatCode="0%">
                  <c:v>0.26065153575256172</c:v>
                </c:pt>
                <c:pt idx="15" formatCode="0%">
                  <c:v>0.20900449310689881</c:v>
                </c:pt>
                <c:pt idx="16" formatCode="0%">
                  <c:v>0.17236863510006301</c:v>
                </c:pt>
                <c:pt idx="17" formatCode="0%">
                  <c:v>0.24109027649357839</c:v>
                </c:pt>
                <c:pt idx="19" formatCode="0%">
                  <c:v>0.2231702464715403</c:v>
                </c:pt>
                <c:pt idx="20" formatCode="0%">
                  <c:v>0.21058770646290301</c:v>
                </c:pt>
                <c:pt idx="21" formatCode="0%">
                  <c:v>0.21337976669282679</c:v>
                </c:pt>
                <c:pt idx="22" formatCode="0%">
                  <c:v>0.20266188907823529</c:v>
                </c:pt>
                <c:pt idx="23" formatCode="0%">
                  <c:v>0.23185737757657379</c:v>
                </c:pt>
                <c:pt idx="24" formatCode="0%">
                  <c:v>0.1741602324330439</c:v>
                </c:pt>
                <c:pt idx="26" formatCode="0%">
                  <c:v>0.23974255976329481</c:v>
                </c:pt>
                <c:pt idx="27" formatCode="0%">
                  <c:v>8.1006385733213643E-2</c:v>
                </c:pt>
                <c:pt idx="28" formatCode="0%">
                  <c:v>0.14086014507778791</c:v>
                </c:pt>
                <c:pt idx="29" formatCode="0%">
                  <c:v>0.3859351462052239</c:v>
                </c:pt>
                <c:pt idx="30" formatCode="0%">
                  <c:v>0.26122060136767361</c:v>
                </c:pt>
                <c:pt idx="32" formatCode="0%">
                  <c:v>0.27854346174717359</c:v>
                </c:pt>
                <c:pt idx="33" formatCode="0%">
                  <c:v>0.2739773121528829</c:v>
                </c:pt>
                <c:pt idx="34" formatCode="0%">
                  <c:v>0.1995158058930504</c:v>
                </c:pt>
                <c:pt idx="35" formatCode="0%">
                  <c:v>0.12122350441037449</c:v>
                </c:pt>
                <c:pt idx="36" formatCode="0%">
                  <c:v>0.11887044582325069</c:v>
                </c:pt>
                <c:pt idx="38" formatCode="0%">
                  <c:v>0.30928942828798001</c:v>
                </c:pt>
                <c:pt idx="39" formatCode="0%">
                  <c:v>0.16473479523794399</c:v>
                </c:pt>
                <c:pt idx="40" formatCode="0%">
                  <c:v>0.1021250948889575</c:v>
                </c:pt>
                <c:pt idx="41" formatCode="0%">
                  <c:v>0.37961239498090199</c:v>
                </c:pt>
                <c:pt idx="42" formatCode="0%">
                  <c:v>0.26361827099422919</c:v>
                </c:pt>
                <c:pt idx="44" formatCode="0%">
                  <c:v>0.10175497278389441</c:v>
                </c:pt>
                <c:pt idx="45" formatCode="0%">
                  <c:v>0.1710655972001254</c:v>
                </c:pt>
                <c:pt idx="46" formatCode="0%">
                  <c:v>0.37804735362886749</c:v>
                </c:pt>
                <c:pt idx="47" formatCode="0%">
                  <c:v>0.37449401405465088</c:v>
                </c:pt>
                <c:pt idx="48" formatCode="0%">
                  <c:v>5.5443624670991627E-2</c:v>
                </c:pt>
                <c:pt idx="49" formatCode="0%">
                  <c:v>0.29292005548483863</c:v>
                </c:pt>
                <c:pt idx="50" formatCode="0%">
                  <c:v>0.19815635500518741</c:v>
                </c:pt>
                <c:pt idx="51" formatCode="0%">
                  <c:v>0.1690521815184311</c:v>
                </c:pt>
                <c:pt idx="52" formatCode="0%">
                  <c:v>0.26322952749204931</c:v>
                </c:pt>
                <c:pt idx="53" formatCode="0%">
                  <c:v>0.25243911896525623</c:v>
                </c:pt>
                <c:pt idx="54" formatCode="0%">
                  <c:v>0.13267139815452669</c:v>
                </c:pt>
                <c:pt idx="56" formatCode="0%">
                  <c:v>6.7683203617452087E-2</c:v>
                </c:pt>
                <c:pt idx="57" formatCode="0%">
                  <c:v>0.1849871723002102</c:v>
                </c:pt>
                <c:pt idx="58" formatCode="0%">
                  <c:v>0.24396942011385689</c:v>
                </c:pt>
                <c:pt idx="59" formatCode="0%">
                  <c:v>0.21283459589767439</c:v>
                </c:pt>
                <c:pt idx="60" formatCode="0%">
                  <c:v>0.27289785058599092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471-4877-9C25-94C78B8BE14F}"/>
            </c:ext>
          </c:extLst>
        </c:ser>
        <c:ser>
          <c:idx val="2"/>
          <c:order val="2"/>
          <c:tx>
            <c:strRef>
              <c:f>Sheet1!$B$292</c:f>
              <c:strCache>
                <c:ptCount val="1"/>
                <c:pt idx="0">
                  <c:v>Condições laborais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Sheet1!$C$292:$BK$292</c:f>
              <c:numCache>
                <c:formatCode>General</c:formatCode>
                <c:ptCount val="61"/>
                <c:pt idx="0" formatCode="0%">
                  <c:v>0.29353526363187599</c:v>
                </c:pt>
                <c:pt idx="2" formatCode="0%">
                  <c:v>0.28356868048470268</c:v>
                </c:pt>
                <c:pt idx="3" formatCode="0%">
                  <c:v>0.30390584533641751</c:v>
                </c:pt>
                <c:pt idx="5" formatCode="0%">
                  <c:v>0.26071257003555559</c:v>
                </c:pt>
                <c:pt idx="6" formatCode="0%">
                  <c:v>0.29922924276271962</c:v>
                </c:pt>
                <c:pt idx="7" formatCode="0%">
                  <c:v>0.36167274222675089</c:v>
                </c:pt>
                <c:pt idx="8" formatCode="0%">
                  <c:v>0.24443129901654681</c:v>
                </c:pt>
                <c:pt idx="10" formatCode="0%">
                  <c:v>0.26331804008260468</c:v>
                </c:pt>
                <c:pt idx="11" formatCode="0%">
                  <c:v>0.3319782874209361</c:v>
                </c:pt>
                <c:pt idx="12" formatCode="0%">
                  <c:v>0.27564373043893942</c:v>
                </c:pt>
                <c:pt idx="14" formatCode="0%">
                  <c:v>0.40345997027627351</c:v>
                </c:pt>
                <c:pt idx="15" formatCode="0%">
                  <c:v>0.31352098884977148</c:v>
                </c:pt>
                <c:pt idx="16" formatCode="0%">
                  <c:v>0.2777401620481314</c:v>
                </c:pt>
                <c:pt idx="17" formatCode="0%">
                  <c:v>0.1918532928485098</c:v>
                </c:pt>
                <c:pt idx="19" formatCode="0%">
                  <c:v>0.28372446287623071</c:v>
                </c:pt>
                <c:pt idx="20" formatCode="0%">
                  <c:v>0.220198231061767</c:v>
                </c:pt>
                <c:pt idx="21" formatCode="0%">
                  <c:v>0.3597545477529715</c:v>
                </c:pt>
                <c:pt idx="22" formatCode="0%">
                  <c:v>0.25612889247425058</c:v>
                </c:pt>
                <c:pt idx="23" formatCode="0%">
                  <c:v>0.25096132654533643</c:v>
                </c:pt>
                <c:pt idx="24" formatCode="0%">
                  <c:v>0.39616151863028087</c:v>
                </c:pt>
                <c:pt idx="26" formatCode="0%">
                  <c:v>0.31633043758085932</c:v>
                </c:pt>
                <c:pt idx="27" formatCode="0%">
                  <c:v>0.36318059619232163</c:v>
                </c:pt>
                <c:pt idx="28" formatCode="0%">
                  <c:v>9.3556779226843662E-2</c:v>
                </c:pt>
                <c:pt idx="29" formatCode="0%">
                  <c:v>0.33442901964763211</c:v>
                </c:pt>
                <c:pt idx="30" formatCode="0%">
                  <c:v>0.35351558611735678</c:v>
                </c:pt>
                <c:pt idx="32" formatCode="0%">
                  <c:v>0.19408071613756689</c:v>
                </c:pt>
                <c:pt idx="33" formatCode="0%">
                  <c:v>0.1623883682952833</c:v>
                </c:pt>
                <c:pt idx="34" formatCode="0%">
                  <c:v>0.212856828040661</c:v>
                </c:pt>
                <c:pt idx="35" formatCode="0%">
                  <c:v>0.3494033946464199</c:v>
                </c:pt>
                <c:pt idx="36" formatCode="0%">
                  <c:v>0.41669614904842539</c:v>
                </c:pt>
                <c:pt idx="38" formatCode="0%">
                  <c:v>0.32044462479642988</c:v>
                </c:pt>
                <c:pt idx="39" formatCode="0%">
                  <c:v>0.1155085264642195</c:v>
                </c:pt>
                <c:pt idx="40" formatCode="0%">
                  <c:v>0.36937158426835781</c:v>
                </c:pt>
                <c:pt idx="41" formatCode="0%">
                  <c:v>0.28497811847251392</c:v>
                </c:pt>
                <c:pt idx="42" formatCode="0%">
                  <c:v>0.35956067910099171</c:v>
                </c:pt>
                <c:pt idx="44" formatCode="0%">
                  <c:v>0.36712696130696038</c:v>
                </c:pt>
                <c:pt idx="45" formatCode="0%">
                  <c:v>9.9422857751697721E-2</c:v>
                </c:pt>
                <c:pt idx="46" formatCode="0%">
                  <c:v>0.32862351820403779</c:v>
                </c:pt>
                <c:pt idx="47" formatCode="0%">
                  <c:v>0.19012713586979099</c:v>
                </c:pt>
                <c:pt idx="48" formatCode="0%">
                  <c:v>0.4153901381926679</c:v>
                </c:pt>
                <c:pt idx="49" formatCode="0%">
                  <c:v>0.55362575233506717</c:v>
                </c:pt>
                <c:pt idx="50" formatCode="0%">
                  <c:v>0.37804436789448648</c:v>
                </c:pt>
                <c:pt idx="51" formatCode="0%">
                  <c:v>0.3199080781832398</c:v>
                </c:pt>
                <c:pt idx="52" formatCode="0%">
                  <c:v>0.51096946044507252</c:v>
                </c:pt>
                <c:pt idx="53" formatCode="0%">
                  <c:v>0.2606546402888234</c:v>
                </c:pt>
                <c:pt idx="54" formatCode="0%">
                  <c:v>0.35580694303127958</c:v>
                </c:pt>
                <c:pt idx="56" formatCode="0%">
                  <c:v>0.41106699210460151</c:v>
                </c:pt>
                <c:pt idx="57" formatCode="0%">
                  <c:v>0.28890589957766932</c:v>
                </c:pt>
                <c:pt idx="58" formatCode="0%">
                  <c:v>0.19253950826765509</c:v>
                </c:pt>
                <c:pt idx="59" formatCode="0%">
                  <c:v>0.32218844214186931</c:v>
                </c:pt>
                <c:pt idx="60" formatCode="0%">
                  <c:v>0.24204353726159669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471-4877-9C25-94C78B8BE14F}"/>
            </c:ext>
          </c:extLst>
        </c:ser>
        <c:ser>
          <c:idx val="3"/>
          <c:order val="3"/>
          <c:tx>
            <c:strRef>
              <c:f>Sheet1!$B$293</c:f>
              <c:strCache>
                <c:ptCount val="1"/>
                <c:pt idx="0">
                  <c:v>Custo de vida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Sheet1!$C$293:$BK$293</c:f>
              <c:numCache>
                <c:formatCode>General</c:formatCode>
                <c:ptCount val="61"/>
                <c:pt idx="0" formatCode="0%">
                  <c:v>0.64146724189024629</c:v>
                </c:pt>
                <c:pt idx="2" formatCode="0%">
                  <c:v>0.59912250347949225</c:v>
                </c:pt>
                <c:pt idx="3" formatCode="0%">
                  <c:v>0.69123857771986952</c:v>
                </c:pt>
                <c:pt idx="5" formatCode="0%">
                  <c:v>0.71739463558887939</c:v>
                </c:pt>
                <c:pt idx="6" formatCode="0%">
                  <c:v>0.71167647287665803</c:v>
                </c:pt>
                <c:pt idx="7" formatCode="0%">
                  <c:v>0.64077671239037448</c:v>
                </c:pt>
                <c:pt idx="8" formatCode="0%">
                  <c:v>0.57245877211137564</c:v>
                </c:pt>
                <c:pt idx="10" formatCode="0%">
                  <c:v>0.66610906489742416</c:v>
                </c:pt>
                <c:pt idx="11" formatCode="0%">
                  <c:v>0.67519598115784418</c:v>
                </c:pt>
                <c:pt idx="12" formatCode="0%">
                  <c:v>0.56644824119875659</c:v>
                </c:pt>
                <c:pt idx="14" formatCode="0%">
                  <c:v>0.79438541090630166</c:v>
                </c:pt>
                <c:pt idx="15" formatCode="0%">
                  <c:v>0.73082477511230981</c:v>
                </c:pt>
                <c:pt idx="16" formatCode="0%">
                  <c:v>0.59327747478392712</c:v>
                </c:pt>
                <c:pt idx="17" formatCode="0%">
                  <c:v>0.4284721218094269</c:v>
                </c:pt>
                <c:pt idx="19" formatCode="0%">
                  <c:v>0.61197720476197448</c:v>
                </c:pt>
                <c:pt idx="20" formatCode="0%">
                  <c:v>0.61758617644674652</c:v>
                </c:pt>
                <c:pt idx="21" formatCode="0%">
                  <c:v>0.67108263108506738</c:v>
                </c:pt>
                <c:pt idx="22" formatCode="0%">
                  <c:v>0.62247634249507278</c:v>
                </c:pt>
                <c:pt idx="23" formatCode="0%">
                  <c:v>0.60504222143915198</c:v>
                </c:pt>
                <c:pt idx="24" formatCode="0%">
                  <c:v>0.80243102606933803</c:v>
                </c:pt>
                <c:pt idx="26" formatCode="0%">
                  <c:v>0.76765906422444308</c:v>
                </c:pt>
                <c:pt idx="27" formatCode="0%">
                  <c:v>0.64809208686408359</c:v>
                </c:pt>
                <c:pt idx="28" formatCode="0%">
                  <c:v>0.41096045736939629</c:v>
                </c:pt>
                <c:pt idx="29" formatCode="0%">
                  <c:v>0.75607962502263992</c:v>
                </c:pt>
                <c:pt idx="30" formatCode="0%">
                  <c:v>0.66735187712582444</c:v>
                </c:pt>
                <c:pt idx="32" formatCode="0%">
                  <c:v>0.57613814568119881</c:v>
                </c:pt>
                <c:pt idx="33" formatCode="0%">
                  <c:v>0.49489922644254419</c:v>
                </c:pt>
                <c:pt idx="34" formatCode="0%">
                  <c:v>0.54839316062548926</c:v>
                </c:pt>
                <c:pt idx="35" formatCode="0%">
                  <c:v>0.67293232988077833</c:v>
                </c:pt>
                <c:pt idx="36" formatCode="0%">
                  <c:v>0.71071729627885505</c:v>
                </c:pt>
                <c:pt idx="38" formatCode="0%">
                  <c:v>0.73054332051671844</c:v>
                </c:pt>
                <c:pt idx="39" formatCode="0%">
                  <c:v>0.44382977640415539</c:v>
                </c:pt>
                <c:pt idx="40" formatCode="0%">
                  <c:v>0.67483762651940793</c:v>
                </c:pt>
                <c:pt idx="41" formatCode="0%">
                  <c:v>0.74938295583770786</c:v>
                </c:pt>
                <c:pt idx="42" formatCode="0%">
                  <c:v>0.68831668613385899</c:v>
                </c:pt>
                <c:pt idx="44" formatCode="0%">
                  <c:v>0.65864086755022422</c:v>
                </c:pt>
                <c:pt idx="45" formatCode="0%">
                  <c:v>0.46218955436588949</c:v>
                </c:pt>
                <c:pt idx="46" formatCode="0%">
                  <c:v>0.76314650186674526</c:v>
                </c:pt>
                <c:pt idx="47" formatCode="0%">
                  <c:v>0.46323607155197077</c:v>
                </c:pt>
                <c:pt idx="48" formatCode="0%">
                  <c:v>0.65280890097853617</c:v>
                </c:pt>
                <c:pt idx="49" formatCode="0%">
                  <c:v>0.71304699099850144</c:v>
                </c:pt>
                <c:pt idx="50" formatCode="0%">
                  <c:v>0.76519145564447588</c:v>
                </c:pt>
                <c:pt idx="51" formatCode="0%">
                  <c:v>0.6974465227173765</c:v>
                </c:pt>
                <c:pt idx="52" formatCode="0%">
                  <c:v>0.74188039813116713</c:v>
                </c:pt>
                <c:pt idx="53" formatCode="0%">
                  <c:v>0.74902832143118558</c:v>
                </c:pt>
                <c:pt idx="54" formatCode="0%">
                  <c:v>0.7492518749243221</c:v>
                </c:pt>
                <c:pt idx="56" formatCode="0%">
                  <c:v>0.69250057471825888</c:v>
                </c:pt>
                <c:pt idx="57" formatCode="0%">
                  <c:v>0.60240644274358646</c:v>
                </c:pt>
                <c:pt idx="58" formatCode="0%">
                  <c:v>0.76285814099472304</c:v>
                </c:pt>
                <c:pt idx="59" formatCode="0%">
                  <c:v>0.72581314183819157</c:v>
                </c:pt>
                <c:pt idx="60" formatCode="0%">
                  <c:v>0.56871948756594115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471-4877-9C25-94C78B8BE14F}"/>
            </c:ext>
          </c:extLst>
        </c:ser>
        <c:ser>
          <c:idx val="4"/>
          <c:order val="4"/>
          <c:tx>
            <c:strRef>
              <c:f>Sheet1!$B$294</c:f>
              <c:strCache>
                <c:ptCount val="1"/>
                <c:pt idx="0">
                  <c:v>Apoio à economia local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Sheet1!$C$294:$BK$294</c:f>
              <c:numCache>
                <c:formatCode>General</c:formatCode>
                <c:ptCount val="61"/>
                <c:pt idx="0" formatCode="0%">
                  <c:v>0.25695184486715911</c:v>
                </c:pt>
                <c:pt idx="2" formatCode="0%">
                  <c:v>0.27303581866317161</c:v>
                </c:pt>
                <c:pt idx="3" formatCode="0%">
                  <c:v>0.23899536559458931</c:v>
                </c:pt>
                <c:pt idx="5" formatCode="0%">
                  <c:v>0.32614239098853659</c:v>
                </c:pt>
                <c:pt idx="6" formatCode="0%">
                  <c:v>0.2585641756693734</c:v>
                </c:pt>
                <c:pt idx="7" formatCode="0%">
                  <c:v>0.31655533350090931</c:v>
                </c:pt>
                <c:pt idx="8" formatCode="0%">
                  <c:v>0.1817809180488974</c:v>
                </c:pt>
                <c:pt idx="10" formatCode="0%">
                  <c:v>0.243369045399321</c:v>
                </c:pt>
                <c:pt idx="11" formatCode="0%">
                  <c:v>0.31388312131207502</c:v>
                </c:pt>
                <c:pt idx="12" formatCode="0%">
                  <c:v>0.19431254186734209</c:v>
                </c:pt>
                <c:pt idx="14" formatCode="0%">
                  <c:v>0.34688133762817341</c:v>
                </c:pt>
                <c:pt idx="15" formatCode="0%">
                  <c:v>0.27389335846891588</c:v>
                </c:pt>
                <c:pt idx="16" formatCode="0%">
                  <c:v>0.2325383475557864</c:v>
                </c:pt>
                <c:pt idx="17" formatCode="0%">
                  <c:v>0.17071293203582549</c:v>
                </c:pt>
                <c:pt idx="19" formatCode="0%">
                  <c:v>0.30994152872345232</c:v>
                </c:pt>
                <c:pt idx="20" formatCode="0%">
                  <c:v>0.26666882307447032</c:v>
                </c:pt>
                <c:pt idx="21" formatCode="0%">
                  <c:v>0.28058957932179901</c:v>
                </c:pt>
                <c:pt idx="22" formatCode="0%">
                  <c:v>0.22856996847709549</c:v>
                </c:pt>
                <c:pt idx="23" formatCode="0%">
                  <c:v>0.22438500564135799</c:v>
                </c:pt>
                <c:pt idx="24" formatCode="0%">
                  <c:v>0.3409983612151033</c:v>
                </c:pt>
                <c:pt idx="26" formatCode="0%">
                  <c:v>0.29308754603279619</c:v>
                </c:pt>
                <c:pt idx="27" formatCode="0%">
                  <c:v>0.21948671508926659</c:v>
                </c:pt>
                <c:pt idx="28" formatCode="0%">
                  <c:v>0.1274193983178987</c:v>
                </c:pt>
                <c:pt idx="29" formatCode="0%">
                  <c:v>0.3933293546596548</c:v>
                </c:pt>
                <c:pt idx="30" formatCode="0%">
                  <c:v>0.27432902045831109</c:v>
                </c:pt>
                <c:pt idx="32" formatCode="0%">
                  <c:v>0.23328691245711419</c:v>
                </c:pt>
                <c:pt idx="33" formatCode="0%">
                  <c:v>0.1954101094241367</c:v>
                </c:pt>
                <c:pt idx="34" formatCode="0%">
                  <c:v>0.18922345434117241</c:v>
                </c:pt>
                <c:pt idx="35" formatCode="0%">
                  <c:v>0.21627526070229799</c:v>
                </c:pt>
                <c:pt idx="36" formatCode="0%">
                  <c:v>0.34063289456302998</c:v>
                </c:pt>
                <c:pt idx="38" formatCode="0%">
                  <c:v>0.28581269179873281</c:v>
                </c:pt>
                <c:pt idx="39" formatCode="0%">
                  <c:v>0.15178115882531151</c:v>
                </c:pt>
                <c:pt idx="40" formatCode="0%">
                  <c:v>0.24644355370535309</c:v>
                </c:pt>
                <c:pt idx="41" formatCode="0%">
                  <c:v>0.40077416767696961</c:v>
                </c:pt>
                <c:pt idx="42" formatCode="0%">
                  <c:v>0.28771064717903172</c:v>
                </c:pt>
                <c:pt idx="44" formatCode="0%">
                  <c:v>0.2498096642504222</c:v>
                </c:pt>
                <c:pt idx="45" formatCode="0%">
                  <c:v>0.13385353388019319</c:v>
                </c:pt>
                <c:pt idx="46" formatCode="0%">
                  <c:v>0.38293906112531673</c:v>
                </c:pt>
                <c:pt idx="47" formatCode="0%">
                  <c:v>0.12257163524017869</c:v>
                </c:pt>
                <c:pt idx="48" formatCode="0%">
                  <c:v>0.3313243703273091</c:v>
                </c:pt>
                <c:pt idx="49" formatCode="0%">
                  <c:v>0.49942912994590588</c:v>
                </c:pt>
                <c:pt idx="50" formatCode="0%">
                  <c:v>0.29129637252245372</c:v>
                </c:pt>
                <c:pt idx="51" formatCode="0%">
                  <c:v>3.4662239527812139E-2</c:v>
                </c:pt>
                <c:pt idx="52" formatCode="0%">
                  <c:v>0.37213629456741543</c:v>
                </c:pt>
                <c:pt idx="53" formatCode="0%">
                  <c:v>0.40713253370180119</c:v>
                </c:pt>
                <c:pt idx="54" formatCode="0%">
                  <c:v>0.17456054435239399</c:v>
                </c:pt>
                <c:pt idx="56" formatCode="0%">
                  <c:v>0.26263908285422588</c:v>
                </c:pt>
                <c:pt idx="57" formatCode="0%">
                  <c:v>0.24425306452119089</c:v>
                </c:pt>
                <c:pt idx="58" formatCode="0%">
                  <c:v>0.16798847025205299</c:v>
                </c:pt>
                <c:pt idx="59" formatCode="0%">
                  <c:v>0.27676789772449151</c:v>
                </c:pt>
                <c:pt idx="60" formatCode="0%">
                  <c:v>0.25503949534968912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471-4877-9C25-94C78B8BE14F}"/>
            </c:ext>
          </c:extLst>
        </c:ser>
        <c:ser>
          <c:idx val="5"/>
          <c:order val="5"/>
          <c:tx>
            <c:strRef>
              <c:f>Sheet1!$B$295</c:f>
              <c:strCache>
                <c:ptCount val="1"/>
                <c:pt idx="0">
                  <c:v>Inclusão social</c:v>
                </c:pt>
              </c:strCache>
            </c:strRef>
          </c:tx>
          <c:spPr>
            <a:solidFill>
              <a:srgbClr val="FF008E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Sheet1!$C$295:$BK$295</c:f>
              <c:numCache>
                <c:formatCode>General</c:formatCode>
                <c:ptCount val="61"/>
                <c:pt idx="0" formatCode="0%">
                  <c:v>0.21586040209917501</c:v>
                </c:pt>
                <c:pt idx="2" formatCode="0%">
                  <c:v>0.23702635045759021</c:v>
                </c:pt>
                <c:pt idx="3" formatCode="0%">
                  <c:v>0.19198380441285329</c:v>
                </c:pt>
                <c:pt idx="5" formatCode="0%">
                  <c:v>0.13616387435167171</c:v>
                </c:pt>
                <c:pt idx="6" formatCode="0%">
                  <c:v>0.15024261481372969</c:v>
                </c:pt>
                <c:pt idx="7" formatCode="0%">
                  <c:v>0.25396985325225158</c:v>
                </c:pt>
                <c:pt idx="8" formatCode="0%">
                  <c:v>0.25201387147178061</c:v>
                </c:pt>
                <c:pt idx="10" formatCode="0%">
                  <c:v>0.23803920718199251</c:v>
                </c:pt>
                <c:pt idx="11" formatCode="0%">
                  <c:v>0.21476435243178721</c:v>
                </c:pt>
                <c:pt idx="12" formatCode="0%">
                  <c:v>0.19164935462217511</c:v>
                </c:pt>
                <c:pt idx="14" formatCode="0%">
                  <c:v>0.2602780348949767</c:v>
                </c:pt>
                <c:pt idx="15" formatCode="0%">
                  <c:v>0.22354720776717549</c:v>
                </c:pt>
                <c:pt idx="16" formatCode="0%">
                  <c:v>0.20387426738066691</c:v>
                </c:pt>
                <c:pt idx="17" formatCode="0%">
                  <c:v>0.19831684722471629</c:v>
                </c:pt>
                <c:pt idx="19" formatCode="0%">
                  <c:v>0.2351456370696787</c:v>
                </c:pt>
                <c:pt idx="20" formatCode="0%">
                  <c:v>0.1636310492149208</c:v>
                </c:pt>
                <c:pt idx="21" formatCode="0%">
                  <c:v>0.2304984756058629</c:v>
                </c:pt>
                <c:pt idx="22" formatCode="0%">
                  <c:v>0.17798965744126219</c:v>
                </c:pt>
                <c:pt idx="23" formatCode="0%">
                  <c:v>0.23611903461013439</c:v>
                </c:pt>
                <c:pt idx="24" formatCode="0%">
                  <c:v>0.22926132484797351</c:v>
                </c:pt>
                <c:pt idx="26" formatCode="0%">
                  <c:v>0.24929595353537581</c:v>
                </c:pt>
                <c:pt idx="27" formatCode="0%">
                  <c:v>0.366768106151801</c:v>
                </c:pt>
                <c:pt idx="28" formatCode="0%">
                  <c:v>5.1264672424633222E-2</c:v>
                </c:pt>
                <c:pt idx="29" formatCode="0%">
                  <c:v>0.20639514606470569</c:v>
                </c:pt>
                <c:pt idx="30" formatCode="0%">
                  <c:v>0.19180183964344399</c:v>
                </c:pt>
                <c:pt idx="32" formatCode="0%">
                  <c:v>9.2631609229093859E-2</c:v>
                </c:pt>
                <c:pt idx="33" formatCode="0%">
                  <c:v>0.11806016937439121</c:v>
                </c:pt>
                <c:pt idx="34" formatCode="0%">
                  <c:v>0.1334018109507058</c:v>
                </c:pt>
                <c:pt idx="35" formatCode="0%">
                  <c:v>0.32234191454655092</c:v>
                </c:pt>
                <c:pt idx="36" formatCode="0%">
                  <c:v>0.35969624056863592</c:v>
                </c:pt>
                <c:pt idx="38" formatCode="0%">
                  <c:v>0.19458612058932301</c:v>
                </c:pt>
                <c:pt idx="39" formatCode="0%">
                  <c:v>6.5192598344479907E-2</c:v>
                </c:pt>
                <c:pt idx="40" formatCode="0%">
                  <c:v>0.35687329451430461</c:v>
                </c:pt>
                <c:pt idx="41" formatCode="0%">
                  <c:v>0.1342277324429737</c:v>
                </c:pt>
                <c:pt idx="42" formatCode="0%">
                  <c:v>0.26740819845112662</c:v>
                </c:pt>
                <c:pt idx="44" formatCode="0%">
                  <c:v>0.37084998977832567</c:v>
                </c:pt>
                <c:pt idx="45" formatCode="0%">
                  <c:v>7.3475414681345469E-2</c:v>
                </c:pt>
                <c:pt idx="46" formatCode="0%">
                  <c:v>0.2081689994983702</c:v>
                </c:pt>
                <c:pt idx="47" formatCode="0%">
                  <c:v>0.1110880568821149</c:v>
                </c:pt>
                <c:pt idx="48" formatCode="0%">
                  <c:v>0.35238842583135199</c:v>
                </c:pt>
                <c:pt idx="49" formatCode="0%">
                  <c:v>0.30896810426760329</c:v>
                </c:pt>
                <c:pt idx="50" formatCode="0%">
                  <c:v>0.47460998095230528</c:v>
                </c:pt>
                <c:pt idx="51" formatCode="0%">
                  <c:v>0.22310719290433939</c:v>
                </c:pt>
                <c:pt idx="52" formatCode="0%">
                  <c:v>1.352177927554069E-2</c:v>
                </c:pt>
                <c:pt idx="53" formatCode="0%">
                  <c:v>0.42009098816899398</c:v>
                </c:pt>
                <c:pt idx="54" formatCode="0%">
                  <c:v>5.3626919293379767E-2</c:v>
                </c:pt>
                <c:pt idx="56" formatCode="0%">
                  <c:v>0.36115814651113881</c:v>
                </c:pt>
                <c:pt idx="57" formatCode="0%">
                  <c:v>0.31220299686558078</c:v>
                </c:pt>
                <c:pt idx="58" formatCode="0%">
                  <c:v>0.1394636660695838</c:v>
                </c:pt>
                <c:pt idx="59" formatCode="0%">
                  <c:v>0.25944927675491591</c:v>
                </c:pt>
                <c:pt idx="60" formatCode="0%">
                  <c:v>0.12712953478501141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181-4C8A-9279-88B3B5CA4715}"/>
            </c:ext>
          </c:extLst>
        </c:ser>
        <c:ser>
          <c:idx val="6"/>
          <c:order val="6"/>
          <c:tx>
            <c:strRef>
              <c:f>Sheet1!$B$296</c:f>
              <c:strCache>
                <c:ptCount val="1"/>
                <c:pt idx="0">
                  <c:v>Combate à pobreza</c:v>
                </c:pt>
              </c:strCache>
            </c:strRef>
          </c:tx>
          <c:spPr>
            <a:solidFill>
              <a:srgbClr val="E8583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Sheet1!$C$296:$BK$296</c:f>
              <c:numCache>
                <c:formatCode>General</c:formatCode>
                <c:ptCount val="61"/>
                <c:pt idx="0" formatCode="0%">
                  <c:v>0.53397453464784539</c:v>
                </c:pt>
                <c:pt idx="2" formatCode="0%">
                  <c:v>0.53747688988405062</c:v>
                </c:pt>
                <c:pt idx="3" formatCode="0%">
                  <c:v>0.53195549722909485</c:v>
                </c:pt>
                <c:pt idx="5" formatCode="0%">
                  <c:v>0.39448296487322487</c:v>
                </c:pt>
                <c:pt idx="6" formatCode="0%">
                  <c:v>0.41677186410108502</c:v>
                </c:pt>
                <c:pt idx="7" formatCode="0%">
                  <c:v>0.54247253824515274</c:v>
                </c:pt>
                <c:pt idx="8" formatCode="0%">
                  <c:v>0.64747835481392035</c:v>
                </c:pt>
                <c:pt idx="10" formatCode="0%">
                  <c:v>0.63770650894813341</c:v>
                </c:pt>
                <c:pt idx="11" formatCode="0%">
                  <c:v>0.56568888088491132</c:v>
                </c:pt>
                <c:pt idx="12" formatCode="0%">
                  <c:v>0.37001023135485989</c:v>
                </c:pt>
                <c:pt idx="14" formatCode="0%">
                  <c:v>0.68108232879850461</c:v>
                </c:pt>
                <c:pt idx="15" formatCode="0%">
                  <c:v>0.59057206042252264</c:v>
                </c:pt>
                <c:pt idx="16" formatCode="0%">
                  <c:v>0.49264205343764372</c:v>
                </c:pt>
                <c:pt idx="17" formatCode="0%">
                  <c:v>0.36827464195092902</c:v>
                </c:pt>
                <c:pt idx="19" formatCode="0%">
                  <c:v>0.52620617981546658</c:v>
                </c:pt>
                <c:pt idx="20" formatCode="0%">
                  <c:v>0.5856039645353871</c:v>
                </c:pt>
                <c:pt idx="21" formatCode="0%">
                  <c:v>0.62228027887278747</c:v>
                </c:pt>
                <c:pt idx="22" formatCode="0%">
                  <c:v>0.51058630518899262</c:v>
                </c:pt>
                <c:pt idx="23" formatCode="0%">
                  <c:v>0.46069058806589641</c:v>
                </c:pt>
                <c:pt idx="24" formatCode="0%">
                  <c:v>0.41578138729207731</c:v>
                </c:pt>
                <c:pt idx="26" formatCode="0%">
                  <c:v>0.5397815663134079</c:v>
                </c:pt>
                <c:pt idx="27" formatCode="0%">
                  <c:v>0.68036635815871294</c:v>
                </c:pt>
                <c:pt idx="28" formatCode="0%">
                  <c:v>0.29981325342963971</c:v>
                </c:pt>
                <c:pt idx="29" formatCode="0%">
                  <c:v>0.60500538975344864</c:v>
                </c:pt>
                <c:pt idx="30" formatCode="0%">
                  <c:v>0.52555758149905385</c:v>
                </c:pt>
                <c:pt idx="32" formatCode="0%">
                  <c:v>0.42589786665785639</c:v>
                </c:pt>
                <c:pt idx="33" formatCode="0%">
                  <c:v>0.30481985071270712</c:v>
                </c:pt>
                <c:pt idx="34" formatCode="0%">
                  <c:v>0.47783639739066031</c:v>
                </c:pt>
                <c:pt idx="35" formatCode="0%">
                  <c:v>0.64909272213287483</c:v>
                </c:pt>
                <c:pt idx="36" formatCode="0%">
                  <c:v>0.66176823679431473</c:v>
                </c:pt>
                <c:pt idx="38" formatCode="0%">
                  <c:v>0.58735760166551521</c:v>
                </c:pt>
                <c:pt idx="39" formatCode="0%">
                  <c:v>0.31592973305067651</c:v>
                </c:pt>
                <c:pt idx="40" formatCode="0%">
                  <c:v>0.6644587910575781</c:v>
                </c:pt>
                <c:pt idx="41" formatCode="0%">
                  <c:v>0.56486173792027894</c:v>
                </c:pt>
                <c:pt idx="42" formatCode="0%">
                  <c:v>0.55285372775331554</c:v>
                </c:pt>
                <c:pt idx="44" formatCode="0%">
                  <c:v>0.69902221156486122</c:v>
                </c:pt>
                <c:pt idx="45" formatCode="0%">
                  <c:v>0.31332902919220812</c:v>
                </c:pt>
                <c:pt idx="46" formatCode="0%">
                  <c:v>0.61021866672874125</c:v>
                </c:pt>
                <c:pt idx="47" formatCode="0%">
                  <c:v>0.23666994017068879</c:v>
                </c:pt>
                <c:pt idx="48" formatCode="0%">
                  <c:v>0.62863287802953094</c:v>
                </c:pt>
                <c:pt idx="49" formatCode="0%">
                  <c:v>0.92521655780085377</c:v>
                </c:pt>
                <c:pt idx="50" formatCode="0%">
                  <c:v>0.55401897636210118</c:v>
                </c:pt>
                <c:pt idx="51" formatCode="0%">
                  <c:v>0.17498282674933349</c:v>
                </c:pt>
                <c:pt idx="52" formatCode="0%">
                  <c:v>0.61078436600000752</c:v>
                </c:pt>
                <c:pt idx="53" formatCode="0%">
                  <c:v>0.56177858392661773</c:v>
                </c:pt>
                <c:pt idx="54" formatCode="0%">
                  <c:v>0.48816616221255421</c:v>
                </c:pt>
                <c:pt idx="56" formatCode="0%">
                  <c:v>0.74806215161227285</c:v>
                </c:pt>
                <c:pt idx="57" formatCode="0%">
                  <c:v>0.52468688709936262</c:v>
                </c:pt>
                <c:pt idx="58" formatCode="0%">
                  <c:v>0.47747363253323338</c:v>
                </c:pt>
                <c:pt idx="59" formatCode="0%">
                  <c:v>0.51585491474868417</c:v>
                </c:pt>
                <c:pt idx="60" formatCode="0%">
                  <c:v>0.45636703816306579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181-4C8A-9279-88B3B5CA4715}"/>
            </c:ext>
          </c:extLst>
        </c:ser>
        <c:ser>
          <c:idx val="7"/>
          <c:order val="7"/>
          <c:tx>
            <c:strRef>
              <c:f>Sheet1!$B$297</c:f>
              <c:strCache>
                <c:ptCount val="1"/>
                <c:pt idx="0">
                  <c:v>Atendimento a pessoas idosas</c:v>
                </c:pt>
              </c:strCache>
            </c:strRef>
          </c:tx>
          <c:spPr>
            <a:solidFill>
              <a:srgbClr val="007E3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Sheet1!$C$297:$BK$297</c:f>
              <c:numCache>
                <c:formatCode>General</c:formatCode>
                <c:ptCount val="61"/>
                <c:pt idx="0" formatCode="0%">
                  <c:v>0.37332719895291561</c:v>
                </c:pt>
                <c:pt idx="2" formatCode="0%">
                  <c:v>0.34808911627257583</c:v>
                </c:pt>
                <c:pt idx="3" formatCode="0%">
                  <c:v>0.40029484858930248</c:v>
                </c:pt>
                <c:pt idx="5" formatCode="0%">
                  <c:v>0.26388275942658712</c:v>
                </c:pt>
                <c:pt idx="6" formatCode="0%">
                  <c:v>0.28999982612659758</c:v>
                </c:pt>
                <c:pt idx="7" formatCode="0%">
                  <c:v>0.4298587477821269</c:v>
                </c:pt>
                <c:pt idx="8" formatCode="0%">
                  <c:v>0.41530306289322733</c:v>
                </c:pt>
                <c:pt idx="10" formatCode="0%">
                  <c:v>0.40244049666200887</c:v>
                </c:pt>
                <c:pt idx="11" formatCode="0%">
                  <c:v>0.4293490835354159</c:v>
                </c:pt>
                <c:pt idx="12" formatCode="0%">
                  <c:v>0.26242640743110851</c:v>
                </c:pt>
                <c:pt idx="14" formatCode="0%">
                  <c:v>0.46575820655948991</c:v>
                </c:pt>
                <c:pt idx="15" formatCode="0%">
                  <c:v>0.35756774121274232</c:v>
                </c:pt>
                <c:pt idx="16" formatCode="0%">
                  <c:v>0.34383490744984158</c:v>
                </c:pt>
                <c:pt idx="17" formatCode="0%">
                  <c:v>0.34817478719477979</c:v>
                </c:pt>
                <c:pt idx="19" formatCode="0%">
                  <c:v>0.28596385394466611</c:v>
                </c:pt>
                <c:pt idx="20" formatCode="0%">
                  <c:v>0.31418653229707411</c:v>
                </c:pt>
                <c:pt idx="21" formatCode="0%">
                  <c:v>0.43193985844309141</c:v>
                </c:pt>
                <c:pt idx="22" formatCode="0%">
                  <c:v>0.36477280963400899</c:v>
                </c:pt>
                <c:pt idx="23" formatCode="0%">
                  <c:v>0.35109087965431279</c:v>
                </c:pt>
                <c:pt idx="24" formatCode="0%">
                  <c:v>0.34429576126891992</c:v>
                </c:pt>
                <c:pt idx="26" formatCode="0%">
                  <c:v>0.39145603102587612</c:v>
                </c:pt>
                <c:pt idx="27" formatCode="0%">
                  <c:v>0.43489217794521839</c:v>
                </c:pt>
                <c:pt idx="28" formatCode="0%">
                  <c:v>0.24410286552544749</c:v>
                </c:pt>
                <c:pt idx="29" formatCode="0%">
                  <c:v>0.46373568885771449</c:v>
                </c:pt>
                <c:pt idx="30" formatCode="0%">
                  <c:v>0.33436910983372831</c:v>
                </c:pt>
                <c:pt idx="32" formatCode="0%">
                  <c:v>0.34012545416250151</c:v>
                </c:pt>
                <c:pt idx="33" formatCode="0%">
                  <c:v>0.28083018884706967</c:v>
                </c:pt>
                <c:pt idx="34" formatCode="0%">
                  <c:v>0.3264834975511503</c:v>
                </c:pt>
                <c:pt idx="35" formatCode="0%">
                  <c:v>0.43020276714803912</c:v>
                </c:pt>
                <c:pt idx="36" formatCode="0%">
                  <c:v>0.36332003205619462</c:v>
                </c:pt>
                <c:pt idx="38" formatCode="0%">
                  <c:v>0.36712078971360962</c:v>
                </c:pt>
                <c:pt idx="39" formatCode="0%">
                  <c:v>0.24053524994723369</c:v>
                </c:pt>
                <c:pt idx="40" formatCode="0%">
                  <c:v>0.4301876512391678</c:v>
                </c:pt>
                <c:pt idx="41" formatCode="0%">
                  <c:v>0.47363120620976529</c:v>
                </c:pt>
                <c:pt idx="42" formatCode="0%">
                  <c:v>0.37966960573635972</c:v>
                </c:pt>
                <c:pt idx="44" formatCode="0%">
                  <c:v>0.46219600397772842</c:v>
                </c:pt>
                <c:pt idx="45" formatCode="0%">
                  <c:v>0.26122169256969557</c:v>
                </c:pt>
                <c:pt idx="46" formatCode="0%">
                  <c:v>0.45184422629729698</c:v>
                </c:pt>
                <c:pt idx="47" formatCode="0%">
                  <c:v>0.1640358497167696</c:v>
                </c:pt>
                <c:pt idx="48" formatCode="0%">
                  <c:v>0.33919158937200938</c:v>
                </c:pt>
                <c:pt idx="49" formatCode="0%">
                  <c:v>0.44911505523690459</c:v>
                </c:pt>
                <c:pt idx="50" formatCode="0%">
                  <c:v>0.180784333334989</c:v>
                </c:pt>
                <c:pt idx="51" formatCode="0%">
                  <c:v>0.15509762106912681</c:v>
                </c:pt>
                <c:pt idx="52" formatCode="0%">
                  <c:v>0.38008988130615151</c:v>
                </c:pt>
                <c:pt idx="53" formatCode="0%">
                  <c:v>0.55684923790857299</c:v>
                </c:pt>
                <c:pt idx="54" formatCode="0%">
                  <c:v>0.36629043057610938</c:v>
                </c:pt>
                <c:pt idx="56" formatCode="0%">
                  <c:v>0.48960837496429122</c:v>
                </c:pt>
                <c:pt idx="57" formatCode="0%">
                  <c:v>0.34002517607407229</c:v>
                </c:pt>
                <c:pt idx="58" formatCode="0%">
                  <c:v>0.31566893503206189</c:v>
                </c:pt>
                <c:pt idx="59" formatCode="0%">
                  <c:v>0.40383143341349909</c:v>
                </c:pt>
                <c:pt idx="60" formatCode="0%">
                  <c:v>0.31729122498413281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110-4585-B38A-18B8DC5BBACD}"/>
            </c:ext>
          </c:extLst>
        </c:ser>
        <c:ser>
          <c:idx val="8"/>
          <c:order val="8"/>
          <c:tx>
            <c:strRef>
              <c:f>Sheet1!$B$298</c:f>
              <c:strCache>
                <c:ptCount val="1"/>
                <c:pt idx="0">
                  <c:v>Apoio à saúde mental</c:v>
                </c:pt>
              </c:strCache>
            </c:strRef>
          </c:tx>
          <c:spPr>
            <a:solidFill>
              <a:srgbClr val="02BFA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Sheet1!$C$298:$BK$298</c:f>
              <c:numCache>
                <c:formatCode>General</c:formatCode>
                <c:ptCount val="61"/>
                <c:pt idx="0" formatCode="0%">
                  <c:v>0.2767383923326116</c:v>
                </c:pt>
                <c:pt idx="2" formatCode="0%">
                  <c:v>0.2311574945865065</c:v>
                </c:pt>
                <c:pt idx="3" formatCode="0%">
                  <c:v>0.32444808057452718</c:v>
                </c:pt>
                <c:pt idx="5" formatCode="0%">
                  <c:v>0.3340119614328072</c:v>
                </c:pt>
                <c:pt idx="6" formatCode="0%">
                  <c:v>0.25464771073257919</c:v>
                </c:pt>
                <c:pt idx="7" formatCode="0%">
                  <c:v>0.29451435238084939</c:v>
                </c:pt>
                <c:pt idx="8" formatCode="0%">
                  <c:v>0.25531535877542649</c:v>
                </c:pt>
                <c:pt idx="10" formatCode="0%">
                  <c:v>0.25328641746291208</c:v>
                </c:pt>
                <c:pt idx="11" formatCode="0%">
                  <c:v>0.32026864839756081</c:v>
                </c:pt>
                <c:pt idx="12" formatCode="0%">
                  <c:v>0.24399654406845939</c:v>
                </c:pt>
                <c:pt idx="14" formatCode="0%">
                  <c:v>0.35881114689349269</c:v>
                </c:pt>
                <c:pt idx="15" formatCode="0%">
                  <c:v>0.28712852244398901</c:v>
                </c:pt>
                <c:pt idx="16" formatCode="0%">
                  <c:v>0.25913864819688193</c:v>
                </c:pt>
                <c:pt idx="17" formatCode="0%">
                  <c:v>0.195043731573009</c:v>
                </c:pt>
                <c:pt idx="19" formatCode="0%">
                  <c:v>0.17024163766470091</c:v>
                </c:pt>
                <c:pt idx="20" formatCode="0%">
                  <c:v>0.27520712007213138</c:v>
                </c:pt>
                <c:pt idx="21" formatCode="0%">
                  <c:v>0.32087753948607101</c:v>
                </c:pt>
                <c:pt idx="22" formatCode="0%">
                  <c:v>0.3019704144237072</c:v>
                </c:pt>
                <c:pt idx="23" formatCode="0%">
                  <c:v>0.23290953276335799</c:v>
                </c:pt>
                <c:pt idx="24" formatCode="0%">
                  <c:v>0.2484762120529416</c:v>
                </c:pt>
                <c:pt idx="26" formatCode="0%">
                  <c:v>0.375415141868499</c:v>
                </c:pt>
                <c:pt idx="27" formatCode="0%">
                  <c:v>0.35163441537731199</c:v>
                </c:pt>
                <c:pt idx="28" formatCode="0%">
                  <c:v>0.1305162933545736</c:v>
                </c:pt>
                <c:pt idx="29" formatCode="0%">
                  <c:v>0.2818668973875218</c:v>
                </c:pt>
                <c:pt idx="30" formatCode="0%">
                  <c:v>0.26427319327458809</c:v>
                </c:pt>
                <c:pt idx="32" formatCode="0%">
                  <c:v>0.16237290655770051</c:v>
                </c:pt>
                <c:pt idx="33" formatCode="0%">
                  <c:v>0.14536198133854911</c:v>
                </c:pt>
                <c:pt idx="34" formatCode="0%">
                  <c:v>0.19232093383852869</c:v>
                </c:pt>
                <c:pt idx="35" formatCode="0%">
                  <c:v>0.40513459462406598</c:v>
                </c:pt>
                <c:pt idx="36" formatCode="0%">
                  <c:v>0.30739226699225242</c:v>
                </c:pt>
                <c:pt idx="38" formatCode="0%">
                  <c:v>0.33802721919682288</c:v>
                </c:pt>
                <c:pt idx="39" formatCode="0%">
                  <c:v>0.12720377164681501</c:v>
                </c:pt>
                <c:pt idx="40" formatCode="0%">
                  <c:v>0.31968435049920302</c:v>
                </c:pt>
                <c:pt idx="41" formatCode="0%">
                  <c:v>0.27783856779554711</c:v>
                </c:pt>
                <c:pt idx="42" formatCode="0%">
                  <c:v>0.30448956050800879</c:v>
                </c:pt>
                <c:pt idx="44" formatCode="0%">
                  <c:v>0.33363253140630078</c:v>
                </c:pt>
                <c:pt idx="45" formatCode="0%">
                  <c:v>0.14750540635836859</c:v>
                </c:pt>
                <c:pt idx="46" formatCode="0%">
                  <c:v>0.27482624432948749</c:v>
                </c:pt>
                <c:pt idx="47" formatCode="0%">
                  <c:v>0.11784746302863611</c:v>
                </c:pt>
                <c:pt idx="48" formatCode="0%">
                  <c:v>0.25477854083713558</c:v>
                </c:pt>
                <c:pt idx="49" formatCode="0%">
                  <c:v>0.35956582646364432</c:v>
                </c:pt>
                <c:pt idx="50" formatCode="0%">
                  <c:v>0.614355743202181</c:v>
                </c:pt>
                <c:pt idx="51" formatCode="0%">
                  <c:v>0.30944655622393707</c:v>
                </c:pt>
                <c:pt idx="52" formatCode="0%">
                  <c:v>0.20692756175995311</c:v>
                </c:pt>
                <c:pt idx="53" formatCode="0%">
                  <c:v>0.42106595976581168</c:v>
                </c:pt>
                <c:pt idx="54" formatCode="0%">
                  <c:v>0.43517139065053578</c:v>
                </c:pt>
                <c:pt idx="56" formatCode="0%">
                  <c:v>0.36339891831728383</c:v>
                </c:pt>
                <c:pt idx="57" formatCode="0%">
                  <c:v>0.31138845467419513</c:v>
                </c:pt>
                <c:pt idx="58" formatCode="0%">
                  <c:v>0.19562938504799909</c:v>
                </c:pt>
                <c:pt idx="59" formatCode="0%">
                  <c:v>0.37451513168848538</c:v>
                </c:pt>
                <c:pt idx="60" formatCode="0%">
                  <c:v>0.20816743739854149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110-4585-B38A-18B8DC5BBACD}"/>
            </c:ext>
          </c:extLst>
        </c:ser>
        <c:ser>
          <c:idx val="9"/>
          <c:order val="9"/>
          <c:tx>
            <c:strRef>
              <c:f>Sheet1!$B$299</c:f>
              <c:strCache>
                <c:ptCount val="1"/>
                <c:pt idx="0">
                  <c:v>Proteção a pessoas com deficiência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Sheet1!$C$299:$BK$299</c:f>
              <c:numCache>
                <c:formatCode>General</c:formatCode>
                <c:ptCount val="61"/>
                <c:pt idx="0" formatCode="0%">
                  <c:v>0.2837777242379389</c:v>
                </c:pt>
                <c:pt idx="2" formatCode="0%">
                  <c:v>0.25714204797554863</c:v>
                </c:pt>
                <c:pt idx="3" formatCode="0%">
                  <c:v>0.31095767834539989</c:v>
                </c:pt>
                <c:pt idx="5" formatCode="0%">
                  <c:v>0.16411694147262831</c:v>
                </c:pt>
                <c:pt idx="6" formatCode="0%">
                  <c:v>0.23427334268545161</c:v>
                </c:pt>
                <c:pt idx="7" formatCode="0%">
                  <c:v>0.31429241295191412</c:v>
                </c:pt>
                <c:pt idx="8" formatCode="0%">
                  <c:v>0.3304210117302871</c:v>
                </c:pt>
                <c:pt idx="10" formatCode="0%">
                  <c:v>0.29567336084877421</c:v>
                </c:pt>
                <c:pt idx="11" formatCode="0%">
                  <c:v>0.35002304261950418</c:v>
                </c:pt>
                <c:pt idx="12" formatCode="0%">
                  <c:v>0.17876679604084589</c:v>
                </c:pt>
                <c:pt idx="14" formatCode="0%">
                  <c:v>0.38221090012332531</c:v>
                </c:pt>
                <c:pt idx="15" formatCode="0%">
                  <c:v>0.28487913456802078</c:v>
                </c:pt>
                <c:pt idx="16" formatCode="0%">
                  <c:v>0.24356599221603831</c:v>
                </c:pt>
                <c:pt idx="17" formatCode="0%">
                  <c:v>0.26865559922179078</c:v>
                </c:pt>
                <c:pt idx="19" formatCode="0%">
                  <c:v>0.26140906790826329</c:v>
                </c:pt>
                <c:pt idx="20" formatCode="0%">
                  <c:v>0.246738125415319</c:v>
                </c:pt>
                <c:pt idx="21" formatCode="0%">
                  <c:v>0.35166102967000401</c:v>
                </c:pt>
                <c:pt idx="22" formatCode="0%">
                  <c:v>0.29289953557472642</c:v>
                </c:pt>
                <c:pt idx="23" formatCode="0%">
                  <c:v>0.23785782097071539</c:v>
                </c:pt>
                <c:pt idx="24" formatCode="0%">
                  <c:v>0.16250231229079301</c:v>
                </c:pt>
                <c:pt idx="26" formatCode="0%">
                  <c:v>0.25115653055376602</c:v>
                </c:pt>
                <c:pt idx="27" formatCode="0%">
                  <c:v>0.35134621711099662</c:v>
                </c:pt>
                <c:pt idx="28" formatCode="0%">
                  <c:v>0.16736434161260511</c:v>
                </c:pt>
                <c:pt idx="29" formatCode="0%">
                  <c:v>0.34478770217302313</c:v>
                </c:pt>
                <c:pt idx="30" formatCode="0%">
                  <c:v>0.28488048362673368</c:v>
                </c:pt>
                <c:pt idx="32" formatCode="0%">
                  <c:v>0.17997806869414451</c:v>
                </c:pt>
                <c:pt idx="33" formatCode="0%">
                  <c:v>0.27654542861297399</c:v>
                </c:pt>
                <c:pt idx="34" formatCode="0%">
                  <c:v>0.26381871956081598</c:v>
                </c:pt>
                <c:pt idx="35" formatCode="0%">
                  <c:v>0.3662125567625345</c:v>
                </c:pt>
                <c:pt idx="36" formatCode="0%">
                  <c:v>0.2779416142923975</c:v>
                </c:pt>
                <c:pt idx="38" formatCode="0%">
                  <c:v>0.26244744913372492</c:v>
                </c:pt>
                <c:pt idx="39" formatCode="0%">
                  <c:v>0.17727072956814169</c:v>
                </c:pt>
                <c:pt idx="40" formatCode="0%">
                  <c:v>0.34427677931486361</c:v>
                </c:pt>
                <c:pt idx="41" formatCode="0%">
                  <c:v>0.33056839047146203</c:v>
                </c:pt>
                <c:pt idx="42" formatCode="0%">
                  <c:v>0.31937025971312571</c:v>
                </c:pt>
                <c:pt idx="44" formatCode="0%">
                  <c:v>0.34623292118735249</c:v>
                </c:pt>
                <c:pt idx="45" formatCode="0%">
                  <c:v>0.1770224725856982</c:v>
                </c:pt>
                <c:pt idx="46" formatCode="0%">
                  <c:v>0.3340338953309191</c:v>
                </c:pt>
                <c:pt idx="47" formatCode="0%">
                  <c:v>0.12875947197396759</c:v>
                </c:pt>
                <c:pt idx="48" formatCode="0%">
                  <c:v>0.21520632225350311</c:v>
                </c:pt>
                <c:pt idx="49" formatCode="0%">
                  <c:v>0.48941750663198752</c:v>
                </c:pt>
                <c:pt idx="50" formatCode="0%">
                  <c:v>0.30918102088333821</c:v>
                </c:pt>
                <c:pt idx="51" formatCode="0%">
                  <c:v>0.12356077535558151</c:v>
                </c:pt>
                <c:pt idx="52" formatCode="0%">
                  <c:v>0.33029852509341578</c:v>
                </c:pt>
                <c:pt idx="53" formatCode="0%">
                  <c:v>0.40041494652239801</c:v>
                </c:pt>
                <c:pt idx="54" formatCode="0%">
                  <c:v>0.23702936186314441</c:v>
                </c:pt>
                <c:pt idx="56" formatCode="0%">
                  <c:v>0.36813196350820532</c:v>
                </c:pt>
                <c:pt idx="57" formatCode="0%">
                  <c:v>0.26785919941536479</c:v>
                </c:pt>
                <c:pt idx="58" formatCode="0%">
                  <c:v>0.19214215201103119</c:v>
                </c:pt>
                <c:pt idx="59" formatCode="0%">
                  <c:v>0.28871505757115012</c:v>
                </c:pt>
                <c:pt idx="60" formatCode="0%">
                  <c:v>0.26033108523095783</c:v>
                </c:pt>
              </c:numCache>
            </c:numRef>
          </c:val>
        </c:ser>
        <c:ser>
          <c:idx val="10"/>
          <c:order val="10"/>
          <c:tx>
            <c:strRef>
              <c:f>Sheet1!$B$300</c:f>
              <c:strCache>
                <c:ptCount val="1"/>
                <c:pt idx="0">
                  <c:v>Integração de imigrantes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Sheet1!$C$300:$BK$300</c:f>
              <c:numCache>
                <c:formatCode>General</c:formatCode>
                <c:ptCount val="61"/>
                <c:pt idx="0" formatCode="0%">
                  <c:v>0.29043592181226491</c:v>
                </c:pt>
                <c:pt idx="2" formatCode="0%">
                  <c:v>0.27240571215817799</c:v>
                </c:pt>
                <c:pt idx="3" formatCode="0%">
                  <c:v>0.31197426496479719</c:v>
                </c:pt>
                <c:pt idx="5" formatCode="0%">
                  <c:v>0.19090004983120451</c:v>
                </c:pt>
                <c:pt idx="6" formatCode="0%">
                  <c:v>0.31582351724358643</c:v>
                </c:pt>
                <c:pt idx="7" formatCode="0%">
                  <c:v>0.28387630289473759</c:v>
                </c:pt>
                <c:pt idx="8" formatCode="0%">
                  <c:v>0.31523673376702771</c:v>
                </c:pt>
                <c:pt idx="10" formatCode="0%">
                  <c:v>0.2716338638385159</c:v>
                </c:pt>
                <c:pt idx="11" formatCode="0%">
                  <c:v>0.26808302948060297</c:v>
                </c:pt>
                <c:pt idx="12" formatCode="0%">
                  <c:v>0.34301882341214213</c:v>
                </c:pt>
                <c:pt idx="14" formatCode="0%">
                  <c:v>0.27776995195604232</c:v>
                </c:pt>
                <c:pt idx="15" formatCode="0%">
                  <c:v>0.28079378989281473</c:v>
                </c:pt>
                <c:pt idx="16" formatCode="0%">
                  <c:v>0.33723365591809101</c:v>
                </c:pt>
                <c:pt idx="17" formatCode="0%">
                  <c:v>0.25848252412125011</c:v>
                </c:pt>
                <c:pt idx="19" formatCode="0%">
                  <c:v>0.31740251471772712</c:v>
                </c:pt>
                <c:pt idx="20" formatCode="0%">
                  <c:v>0.38980331989068878</c:v>
                </c:pt>
                <c:pt idx="21" formatCode="0%">
                  <c:v>0.32475564982894922</c:v>
                </c:pt>
                <c:pt idx="22" formatCode="0%">
                  <c:v>0.30992747889999961</c:v>
                </c:pt>
                <c:pt idx="23" formatCode="0%">
                  <c:v>0.20946170773191791</c:v>
                </c:pt>
                <c:pt idx="24" formatCode="0%">
                  <c:v>0.26833843263642138</c:v>
                </c:pt>
                <c:pt idx="26" formatCode="0%">
                  <c:v>0.32141182036100202</c:v>
                </c:pt>
                <c:pt idx="27" formatCode="0%">
                  <c:v>0.39109227008491593</c:v>
                </c:pt>
                <c:pt idx="28" formatCode="0%">
                  <c:v>0.16190290940051519</c:v>
                </c:pt>
                <c:pt idx="29" formatCode="0%">
                  <c:v>0.26961899300084807</c:v>
                </c:pt>
                <c:pt idx="30" formatCode="0%">
                  <c:v>0.29945925105624038</c:v>
                </c:pt>
                <c:pt idx="32" formatCode="0%">
                  <c:v>0.19832019032199111</c:v>
                </c:pt>
                <c:pt idx="33" formatCode="0%">
                  <c:v>0.19830886272822471</c:v>
                </c:pt>
                <c:pt idx="34" formatCode="0%">
                  <c:v>0.32832660046147227</c:v>
                </c:pt>
                <c:pt idx="35" formatCode="0%">
                  <c:v>0.38104359835096058</c:v>
                </c:pt>
                <c:pt idx="36" formatCode="0%">
                  <c:v>0.40297520760951472</c:v>
                </c:pt>
                <c:pt idx="38" formatCode="0%">
                  <c:v>0.25945987526375741</c:v>
                </c:pt>
                <c:pt idx="39" formatCode="0%">
                  <c:v>0.16751831374784079</c:v>
                </c:pt>
                <c:pt idx="40" formatCode="0%">
                  <c:v>0.4064399492155385</c:v>
                </c:pt>
                <c:pt idx="41" formatCode="0%">
                  <c:v>0.2253290670008645</c:v>
                </c:pt>
                <c:pt idx="42" formatCode="0%">
                  <c:v>0.34146047412409702</c:v>
                </c:pt>
                <c:pt idx="44" formatCode="0%">
                  <c:v>0.39427541080116879</c:v>
                </c:pt>
                <c:pt idx="45" formatCode="0%">
                  <c:v>0.18248947154951231</c:v>
                </c:pt>
                <c:pt idx="46" formatCode="0%">
                  <c:v>0.25473303887502002</c:v>
                </c:pt>
                <c:pt idx="47" formatCode="0%">
                  <c:v>0.22809256168882411</c:v>
                </c:pt>
                <c:pt idx="48" formatCode="0%">
                  <c:v>0.57767609728826286</c:v>
                </c:pt>
                <c:pt idx="49" formatCode="0%">
                  <c:v>0.39035616680191898</c:v>
                </c:pt>
                <c:pt idx="50" formatCode="0%">
                  <c:v>0.44416350430966323</c:v>
                </c:pt>
                <c:pt idx="51" formatCode="0%">
                  <c:v>0.31268686905017778</c:v>
                </c:pt>
                <c:pt idx="52" formatCode="0%">
                  <c:v>0.20265727550340029</c:v>
                </c:pt>
                <c:pt idx="53" formatCode="0%">
                  <c:v>0.48686692072270882</c:v>
                </c:pt>
                <c:pt idx="54" formatCode="0%">
                  <c:v>0.18761741912904281</c:v>
                </c:pt>
                <c:pt idx="56" formatCode="0%">
                  <c:v>0.3923506312529923</c:v>
                </c:pt>
                <c:pt idx="57" formatCode="0%">
                  <c:v>0.39574785213923092</c:v>
                </c:pt>
                <c:pt idx="58" formatCode="0%">
                  <c:v>0.20309835139506779</c:v>
                </c:pt>
                <c:pt idx="59" formatCode="0%">
                  <c:v>0.31830653789702412</c:v>
                </c:pt>
                <c:pt idx="60" formatCode="0%">
                  <c:v>0.23539063789625289</c:v>
                </c:pt>
              </c:numCache>
            </c:numRef>
          </c:val>
        </c:ser>
        <c:ser>
          <c:idx val="11"/>
          <c:order val="11"/>
          <c:tx>
            <c:strRef>
              <c:f>Sheet1!$B$301</c:f>
              <c:strCache>
                <c:ptCount val="1"/>
                <c:pt idx="0">
                  <c:v>Gestão de resíduos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Sheet1!$C$301:$BK$301</c:f>
              <c:numCache>
                <c:formatCode>General</c:formatCode>
                <c:ptCount val="61"/>
                <c:pt idx="0" formatCode="0%">
                  <c:v>9.9983533951824827E-2</c:v>
                </c:pt>
                <c:pt idx="2" formatCode="0%">
                  <c:v>0.1175403544390808</c:v>
                </c:pt>
                <c:pt idx="3" formatCode="0%">
                  <c:v>8.1949124102585855E-2</c:v>
                </c:pt>
                <c:pt idx="5" formatCode="0%">
                  <c:v>8.2985219243448455E-2</c:v>
                </c:pt>
                <c:pt idx="6" formatCode="0%">
                  <c:v>0.12357515442103011</c:v>
                </c:pt>
                <c:pt idx="7" formatCode="0%">
                  <c:v>0.1162863084261761</c:v>
                </c:pt>
                <c:pt idx="8" formatCode="0%">
                  <c:v>7.7821992247454536E-2</c:v>
                </c:pt>
                <c:pt idx="10" formatCode="0%">
                  <c:v>0.1060031227735285</c:v>
                </c:pt>
                <c:pt idx="11" formatCode="0%">
                  <c:v>0.1020697806068455</c:v>
                </c:pt>
                <c:pt idx="12" formatCode="0%">
                  <c:v>9.0130120685356155E-2</c:v>
                </c:pt>
                <c:pt idx="14" formatCode="0%">
                  <c:v>0.162579431974508</c:v>
                </c:pt>
                <c:pt idx="15" formatCode="0%">
                  <c:v>9.7453359696266326E-2</c:v>
                </c:pt>
                <c:pt idx="16" formatCode="0%">
                  <c:v>9.7954017689928105E-2</c:v>
                </c:pt>
                <c:pt idx="17" formatCode="0%">
                  <c:v>6.2501156927815216E-2</c:v>
                </c:pt>
                <c:pt idx="19" formatCode="0%">
                  <c:v>6.6829137169192157E-2</c:v>
                </c:pt>
                <c:pt idx="20" formatCode="0%">
                  <c:v>0.109914976888729</c:v>
                </c:pt>
                <c:pt idx="21" formatCode="0%">
                  <c:v>0.1408688246323366</c:v>
                </c:pt>
                <c:pt idx="22" formatCode="0%">
                  <c:v>0.13277673706181201</c:v>
                </c:pt>
                <c:pt idx="23" formatCode="0%">
                  <c:v>4.115160978696622E-2</c:v>
                </c:pt>
                <c:pt idx="24" formatCode="0%">
                  <c:v>5.8123923664701052E-2</c:v>
                </c:pt>
                <c:pt idx="26" formatCode="0%">
                  <c:v>0.11768095039518001</c:v>
                </c:pt>
                <c:pt idx="27" formatCode="0%">
                  <c:v>8.9335018842860561E-2</c:v>
                </c:pt>
                <c:pt idx="28" formatCode="0%">
                  <c:v>3.4638888829902757E-2</c:v>
                </c:pt>
                <c:pt idx="29" formatCode="0%">
                  <c:v>0.124836144952945</c:v>
                </c:pt>
                <c:pt idx="30" formatCode="0%">
                  <c:v>0.13943194459953751</c:v>
                </c:pt>
                <c:pt idx="32" formatCode="0%">
                  <c:v>6.949873275506066E-2</c:v>
                </c:pt>
                <c:pt idx="33" formatCode="0%">
                  <c:v>7.5877408253792508E-2</c:v>
                </c:pt>
                <c:pt idx="34" formatCode="0%">
                  <c:v>0.1013239154518539</c:v>
                </c:pt>
                <c:pt idx="35" formatCode="0%">
                  <c:v>0.10569438174512601</c:v>
                </c:pt>
                <c:pt idx="36" formatCode="0%">
                  <c:v>0.1111926005000925</c:v>
                </c:pt>
                <c:pt idx="38" formatCode="0%">
                  <c:v>0.1151176363759526</c:v>
                </c:pt>
                <c:pt idx="39" formatCode="0%">
                  <c:v>3.4154682994478942E-2</c:v>
                </c:pt>
                <c:pt idx="40" formatCode="0%">
                  <c:v>9.045372995989677E-2</c:v>
                </c:pt>
                <c:pt idx="41" formatCode="0%">
                  <c:v>0.1142934108317732</c:v>
                </c:pt>
                <c:pt idx="42" formatCode="0%">
                  <c:v>0.15189016932230931</c:v>
                </c:pt>
                <c:pt idx="44" formatCode="0%">
                  <c:v>9.6190540672718733E-2</c:v>
                </c:pt>
                <c:pt idx="45" formatCode="0%">
                  <c:v>3.9390464660407257E-2</c:v>
                </c:pt>
                <c:pt idx="46" formatCode="0%">
                  <c:v>0.1243359944872595</c:v>
                </c:pt>
                <c:pt idx="47" formatCode="0%">
                  <c:v>3.0473184830515389E-2</c:v>
                </c:pt>
                <c:pt idx="48" formatCode="0%">
                  <c:v>7.9482750306262812E-2</c:v>
                </c:pt>
                <c:pt idx="49" formatCode="0%">
                  <c:v>0.34531453494085612</c:v>
                </c:pt>
                <c:pt idx="50" formatCode="0%">
                  <c:v>0.21460658506520791</c:v>
                </c:pt>
                <c:pt idx="51" formatCode="0%">
                  <c:v>0.17400565964133519</c:v>
                </c:pt>
                <c:pt idx="52" formatCode="0%">
                  <c:v>1.650304078494207E-2</c:v>
                </c:pt>
                <c:pt idx="53" formatCode="0%">
                  <c:v>0.1872903264071562</c:v>
                </c:pt>
                <c:pt idx="54" formatCode="0%">
                  <c:v>8.8363213908123614E-2</c:v>
                </c:pt>
                <c:pt idx="56" formatCode="0%">
                  <c:v>8.7615388601817515E-2</c:v>
                </c:pt>
                <c:pt idx="57" formatCode="0%">
                  <c:v>0.14571106464854669</c:v>
                </c:pt>
                <c:pt idx="58" formatCode="0%">
                  <c:v>8.2179617463356003E-2</c:v>
                </c:pt>
                <c:pt idx="59" formatCode="0%">
                  <c:v>9.8516921179396408E-2</c:v>
                </c:pt>
                <c:pt idx="60" formatCode="0%">
                  <c:v>0.1021794932129638</c:v>
                </c:pt>
              </c:numCache>
            </c:numRef>
          </c:val>
        </c:ser>
        <c:ser>
          <c:idx val="12"/>
          <c:order val="12"/>
          <c:tx>
            <c:strRef>
              <c:f>Sheet1!$B$302</c:f>
              <c:strCache>
                <c:ptCount val="1"/>
                <c:pt idx="0">
                  <c:v>Proteção das florestas / biodiversidade</c:v>
                </c:pt>
              </c:strCache>
            </c:strRef>
          </c:tx>
          <c:spPr>
            <a:solidFill>
              <a:srgbClr val="023D9B">
                <a:lumMod val="20000"/>
                <a:lumOff val="80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Sheet1!$C$302:$BK$302</c:f>
              <c:numCache>
                <c:formatCode>General</c:formatCode>
                <c:ptCount val="61"/>
                <c:pt idx="0" formatCode="0%">
                  <c:v>0.1964165999485753</c:v>
                </c:pt>
                <c:pt idx="2" formatCode="0%">
                  <c:v>0.19500136332385759</c:v>
                </c:pt>
                <c:pt idx="3" formatCode="0%">
                  <c:v>0.20054935315142089</c:v>
                </c:pt>
                <c:pt idx="5" formatCode="0%">
                  <c:v>0.20262954716378029</c:v>
                </c:pt>
                <c:pt idx="6" formatCode="0%">
                  <c:v>0.20915986217427079</c:v>
                </c:pt>
                <c:pt idx="7" formatCode="0%">
                  <c:v>0.1920841421230933</c:v>
                </c:pt>
                <c:pt idx="8" formatCode="0%">
                  <c:v>0.19006745071730771</c:v>
                </c:pt>
                <c:pt idx="10" formatCode="0%">
                  <c:v>0.16877714681084829</c:v>
                </c:pt>
                <c:pt idx="11" formatCode="0%">
                  <c:v>0.22057624822701999</c:v>
                </c:pt>
                <c:pt idx="12" formatCode="0%">
                  <c:v>0.1952030393252682</c:v>
                </c:pt>
                <c:pt idx="14" formatCode="0%">
                  <c:v>0.30761231530945038</c:v>
                </c:pt>
                <c:pt idx="15" formatCode="0%">
                  <c:v>0.21271374109533869</c:v>
                </c:pt>
                <c:pt idx="16" formatCode="0%">
                  <c:v>0.1708640000841638</c:v>
                </c:pt>
                <c:pt idx="17" formatCode="0%">
                  <c:v>0.13441819871322619</c:v>
                </c:pt>
                <c:pt idx="19" formatCode="0%">
                  <c:v>0.13649864429721811</c:v>
                </c:pt>
                <c:pt idx="20" formatCode="0%">
                  <c:v>0.1769983035569577</c:v>
                </c:pt>
                <c:pt idx="21" formatCode="0%">
                  <c:v>0.26581708972460649</c:v>
                </c:pt>
                <c:pt idx="22" formatCode="0%">
                  <c:v>0.21841465090852119</c:v>
                </c:pt>
                <c:pt idx="23" formatCode="0%">
                  <c:v>0.1354368055881319</c:v>
                </c:pt>
                <c:pt idx="24" formatCode="0%">
                  <c:v>0.1050938398313728</c:v>
                </c:pt>
                <c:pt idx="26" formatCode="0%">
                  <c:v>0.22651720537498829</c:v>
                </c:pt>
                <c:pt idx="27" formatCode="0%">
                  <c:v>0.1800781185986457</c:v>
                </c:pt>
                <c:pt idx="28" formatCode="0%">
                  <c:v>7.853984136741117E-2</c:v>
                </c:pt>
                <c:pt idx="29" formatCode="0%">
                  <c:v>0.2136900669800614</c:v>
                </c:pt>
                <c:pt idx="30" formatCode="0%">
                  <c:v>0.29029855713363839</c:v>
                </c:pt>
                <c:pt idx="32" formatCode="0%">
                  <c:v>9.5560652850639916E-2</c:v>
                </c:pt>
                <c:pt idx="33" formatCode="0%">
                  <c:v>0.14935660819226601</c:v>
                </c:pt>
                <c:pt idx="34" formatCode="0%">
                  <c:v>0.16280844395092151</c:v>
                </c:pt>
                <c:pt idx="35" formatCode="0%">
                  <c:v>0.28999240143254579</c:v>
                </c:pt>
                <c:pt idx="36" formatCode="0%">
                  <c:v>0.23245400306966391</c:v>
                </c:pt>
                <c:pt idx="38" formatCode="0%">
                  <c:v>0.22251974821228659</c:v>
                </c:pt>
                <c:pt idx="39" formatCode="0%">
                  <c:v>7.635230232508082E-2</c:v>
                </c:pt>
                <c:pt idx="40" formatCode="0%">
                  <c:v>0.17826928432774791</c:v>
                </c:pt>
                <c:pt idx="41" formatCode="0%">
                  <c:v>0.20458914102663961</c:v>
                </c:pt>
                <c:pt idx="42" formatCode="0%">
                  <c:v>0.31975969264874782</c:v>
                </c:pt>
                <c:pt idx="44" formatCode="0%">
                  <c:v>0.18279703727689731</c:v>
                </c:pt>
                <c:pt idx="45" formatCode="0%">
                  <c:v>8.3419970058411189E-2</c:v>
                </c:pt>
                <c:pt idx="46" formatCode="0%">
                  <c:v>0.21242025028168571</c:v>
                </c:pt>
                <c:pt idx="47" formatCode="0%">
                  <c:v>6.3411018901303531E-2</c:v>
                </c:pt>
                <c:pt idx="48" formatCode="0%">
                  <c:v>0.24512080175359879</c:v>
                </c:pt>
                <c:pt idx="49" formatCode="0%">
                  <c:v>0.50059918059802033</c:v>
                </c:pt>
                <c:pt idx="50" formatCode="0%">
                  <c:v>0.40582843080276682</c:v>
                </c:pt>
                <c:pt idx="51" formatCode="0%">
                  <c:v>0.51144110353746208</c:v>
                </c:pt>
                <c:pt idx="52" formatCode="0%">
                  <c:v>0.18206697740623171</c:v>
                </c:pt>
                <c:pt idx="53" formatCode="0%">
                  <c:v>0.38060193147211668</c:v>
                </c:pt>
                <c:pt idx="54" formatCode="0%">
                  <c:v>0.21354054469841871</c:v>
                </c:pt>
                <c:pt idx="56" formatCode="0%">
                  <c:v>0.18774517029059831</c:v>
                </c:pt>
                <c:pt idx="57" formatCode="0%">
                  <c:v>0.17633328534585571</c:v>
                </c:pt>
                <c:pt idx="58" formatCode="0%">
                  <c:v>0.20387227739330269</c:v>
                </c:pt>
                <c:pt idx="59" formatCode="0%">
                  <c:v>0.26440178853011509</c:v>
                </c:pt>
                <c:pt idx="60" formatCode="0%">
                  <c:v>0.17756414103991339</c:v>
                </c:pt>
              </c:numCache>
            </c:numRef>
          </c:val>
        </c:ser>
        <c:ser>
          <c:idx val="13"/>
          <c:order val="13"/>
          <c:tx>
            <c:strRef>
              <c:f>Sheet1!$B$303</c:f>
              <c:strCache>
                <c:ptCount val="1"/>
                <c:pt idx="0">
                  <c:v>Poluição do ar e da água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Sheet1!$C$303:$BK$303</c:f>
              <c:numCache>
                <c:formatCode>General</c:formatCode>
                <c:ptCount val="61"/>
                <c:pt idx="0" formatCode="0%">
                  <c:v>0.14103742855132009</c:v>
                </c:pt>
                <c:pt idx="2" formatCode="0%">
                  <c:v>0.12063998373462501</c:v>
                </c:pt>
                <c:pt idx="3" formatCode="0%">
                  <c:v>0.16498889976141279</c:v>
                </c:pt>
                <c:pt idx="5" formatCode="0%">
                  <c:v>0.1490749850388644</c:v>
                </c:pt>
                <c:pt idx="6" formatCode="0%">
                  <c:v>0.1644256857289764</c:v>
                </c:pt>
                <c:pt idx="7" formatCode="0%">
                  <c:v>0.12945625700061139</c:v>
                </c:pt>
                <c:pt idx="8" formatCode="0%">
                  <c:v>0.13360508672935131</c:v>
                </c:pt>
                <c:pt idx="10" formatCode="0%">
                  <c:v>0.1354118542126812</c:v>
                </c:pt>
                <c:pt idx="11" formatCode="0%">
                  <c:v>0.15244253023457999</c:v>
                </c:pt>
                <c:pt idx="12" formatCode="0%">
                  <c:v>0.13185713370209229</c:v>
                </c:pt>
                <c:pt idx="14" formatCode="0%">
                  <c:v>0.20021056811835919</c:v>
                </c:pt>
                <c:pt idx="15" formatCode="0%">
                  <c:v>0.1574278057524422</c:v>
                </c:pt>
                <c:pt idx="16" formatCode="0%">
                  <c:v>0.1377962019460631</c:v>
                </c:pt>
                <c:pt idx="17" formatCode="0%">
                  <c:v>8.3545043164755584E-2</c:v>
                </c:pt>
                <c:pt idx="19" formatCode="0%">
                  <c:v>8.5331638891671002E-2</c:v>
                </c:pt>
                <c:pt idx="20" formatCode="0%">
                  <c:v>0.15058004275880379</c:v>
                </c:pt>
                <c:pt idx="21" formatCode="0%">
                  <c:v>0.18693307362766501</c:v>
                </c:pt>
                <c:pt idx="22" formatCode="0%">
                  <c:v>0.1212152366307854</c:v>
                </c:pt>
                <c:pt idx="23" formatCode="0%">
                  <c:v>0.1198796459994154</c:v>
                </c:pt>
                <c:pt idx="24" formatCode="0%">
                  <c:v>9.191645964796416E-2</c:v>
                </c:pt>
                <c:pt idx="26" formatCode="0%">
                  <c:v>0.19366354764278809</c:v>
                </c:pt>
                <c:pt idx="27" formatCode="0%">
                  <c:v>0.14899229650674339</c:v>
                </c:pt>
                <c:pt idx="28" formatCode="0%">
                  <c:v>5.4905569534255683E-2</c:v>
                </c:pt>
                <c:pt idx="29" formatCode="0%">
                  <c:v>0.12825487560724391</c:v>
                </c:pt>
                <c:pt idx="30" formatCode="0%">
                  <c:v>0.19107035550908419</c:v>
                </c:pt>
                <c:pt idx="32" formatCode="0%">
                  <c:v>7.7382735825558005E-2</c:v>
                </c:pt>
                <c:pt idx="33" formatCode="0%">
                  <c:v>8.3005808631341937E-2</c:v>
                </c:pt>
                <c:pt idx="34" formatCode="0%">
                  <c:v>0.1207849889853588</c:v>
                </c:pt>
                <c:pt idx="35" formatCode="0%">
                  <c:v>0.19628977371031789</c:v>
                </c:pt>
                <c:pt idx="36" formatCode="0%">
                  <c:v>0.18977378130007749</c:v>
                </c:pt>
                <c:pt idx="38" formatCode="0%">
                  <c:v>0.186029912181053</c:v>
                </c:pt>
                <c:pt idx="39" formatCode="0%">
                  <c:v>3.8792710342642728E-2</c:v>
                </c:pt>
                <c:pt idx="40" formatCode="0%">
                  <c:v>0.14729684106216739</c:v>
                </c:pt>
                <c:pt idx="41" formatCode="0%">
                  <c:v>8.658173615354256E-2</c:v>
                </c:pt>
                <c:pt idx="42" formatCode="0%">
                  <c:v>0.22467717602188081</c:v>
                </c:pt>
                <c:pt idx="44" formatCode="0%">
                  <c:v>0.15305174263611801</c:v>
                </c:pt>
                <c:pt idx="45" formatCode="0%">
                  <c:v>5.5228751501988367E-2</c:v>
                </c:pt>
                <c:pt idx="46" formatCode="0%">
                  <c:v>0.12764955419895549</c:v>
                </c:pt>
                <c:pt idx="47" formatCode="0%">
                  <c:v>1.8932584903289081E-2</c:v>
                </c:pt>
                <c:pt idx="48" formatCode="0%">
                  <c:v>0.20823948635643921</c:v>
                </c:pt>
                <c:pt idx="49" formatCode="0%">
                  <c:v>0.38346212271564478</c:v>
                </c:pt>
                <c:pt idx="50" formatCode="0%">
                  <c:v>0.25812473654948759</c:v>
                </c:pt>
                <c:pt idx="51" formatCode="0%">
                  <c:v>0.45667597691568779</c:v>
                </c:pt>
                <c:pt idx="52" formatCode="0%">
                  <c:v>3.6358983169644657E-2</c:v>
                </c:pt>
                <c:pt idx="53" formatCode="0%">
                  <c:v>0.37788378716828352</c:v>
                </c:pt>
                <c:pt idx="54" formatCode="0%">
                  <c:v>0.14117006758387979</c:v>
                </c:pt>
                <c:pt idx="56" formatCode="0%">
                  <c:v>0.16854124754066541</c:v>
                </c:pt>
                <c:pt idx="57" formatCode="0%">
                  <c:v>0.1353183649313093</c:v>
                </c:pt>
                <c:pt idx="58" formatCode="0%">
                  <c:v>0.1409782542175522</c:v>
                </c:pt>
                <c:pt idx="59" formatCode="0%">
                  <c:v>0.16498161962783511</c:v>
                </c:pt>
                <c:pt idx="60" formatCode="0%">
                  <c:v>0.123605190256507</c:v>
                </c:pt>
              </c:numCache>
            </c:numRef>
          </c:val>
        </c:ser>
        <c:ser>
          <c:idx val="14"/>
          <c:order val="14"/>
          <c:tx>
            <c:strRef>
              <c:f>Sheet1!$B$304</c:f>
              <c:strCache>
                <c:ptCount val="1"/>
                <c:pt idx="0">
                  <c:v>Proteção do litoral e dos oceanos</c:v>
                </c:pt>
              </c:strCache>
            </c:strRef>
          </c:tx>
          <c:spPr>
            <a:solidFill>
              <a:srgbClr val="5113F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Sheet1!$C$304:$BK$304</c:f>
              <c:numCache>
                <c:formatCode>General</c:formatCode>
                <c:ptCount val="61"/>
                <c:pt idx="0" formatCode="0%">
                  <c:v>0.11860769559167859</c:v>
                </c:pt>
                <c:pt idx="2" formatCode="0%">
                  <c:v>0.11234940433263289</c:v>
                </c:pt>
                <c:pt idx="3" formatCode="0%">
                  <c:v>0.12680720251771771</c:v>
                </c:pt>
                <c:pt idx="5" formatCode="0%">
                  <c:v>0.1772298587522495</c:v>
                </c:pt>
                <c:pt idx="6" formatCode="0%">
                  <c:v>0.1021863274527605</c:v>
                </c:pt>
                <c:pt idx="7" formatCode="0%">
                  <c:v>0.1211679212572376</c:v>
                </c:pt>
                <c:pt idx="8" formatCode="0%">
                  <c:v>0.1059931755737215</c:v>
                </c:pt>
                <c:pt idx="10" formatCode="0%">
                  <c:v>8.4033067354175317E-2</c:v>
                </c:pt>
                <c:pt idx="11" formatCode="0%">
                  <c:v>0.13666838487819591</c:v>
                </c:pt>
                <c:pt idx="12" formatCode="0%">
                  <c:v>0.13383459684017379</c:v>
                </c:pt>
                <c:pt idx="14" formatCode="0%">
                  <c:v>0.14133784371007149</c:v>
                </c:pt>
                <c:pt idx="15" formatCode="0%">
                  <c:v>0.14632389091033621</c:v>
                </c:pt>
                <c:pt idx="16" formatCode="0%">
                  <c:v>0.1169423028834892</c:v>
                </c:pt>
                <c:pt idx="17" formatCode="0%">
                  <c:v>6.7044635171199143E-2</c:v>
                </c:pt>
                <c:pt idx="19" formatCode="0%">
                  <c:v>0.1271773551793465</c:v>
                </c:pt>
                <c:pt idx="20" formatCode="0%">
                  <c:v>0.10836965441417359</c:v>
                </c:pt>
                <c:pt idx="21" formatCode="0%">
                  <c:v>0.14969603236550419</c:v>
                </c:pt>
                <c:pt idx="22" formatCode="0%">
                  <c:v>0.1232610305650276</c:v>
                </c:pt>
                <c:pt idx="23" formatCode="0%">
                  <c:v>8.8155811557024621E-2</c:v>
                </c:pt>
                <c:pt idx="24" formatCode="0%">
                  <c:v>8.529754524849055E-2</c:v>
                </c:pt>
                <c:pt idx="26" formatCode="0%">
                  <c:v>0.13068098448511811</c:v>
                </c:pt>
                <c:pt idx="27" formatCode="0%">
                  <c:v>0.1086563044313866</c:v>
                </c:pt>
                <c:pt idx="28" formatCode="0%">
                  <c:v>6.3277280458565538E-2</c:v>
                </c:pt>
                <c:pt idx="29" formatCode="0%">
                  <c:v>0.1013260979170181</c:v>
                </c:pt>
                <c:pt idx="30" formatCode="0%">
                  <c:v>0.1892551655555656</c:v>
                </c:pt>
                <c:pt idx="32" formatCode="0%">
                  <c:v>9.4472883923562831E-2</c:v>
                </c:pt>
                <c:pt idx="33" formatCode="0%">
                  <c:v>8.292319774720984E-2</c:v>
                </c:pt>
                <c:pt idx="34" formatCode="0%">
                  <c:v>4.7602274990616381E-2</c:v>
                </c:pt>
                <c:pt idx="35" formatCode="0%">
                  <c:v>0.16308048546791409</c:v>
                </c:pt>
                <c:pt idx="36" formatCode="0%">
                  <c:v>0.16747993808843101</c:v>
                </c:pt>
                <c:pt idx="38" formatCode="0%">
                  <c:v>0.13284797164832901</c:v>
                </c:pt>
                <c:pt idx="39" formatCode="0%">
                  <c:v>5.3835481433884433E-2</c:v>
                </c:pt>
                <c:pt idx="40" formatCode="0%">
                  <c:v>0.1023032872490187</c:v>
                </c:pt>
                <c:pt idx="41" formatCode="0%">
                  <c:v>9.6135843420161168E-2</c:v>
                </c:pt>
                <c:pt idx="42" formatCode="0%">
                  <c:v>0.2108461565022838</c:v>
                </c:pt>
                <c:pt idx="44" formatCode="0%">
                  <c:v>0.1137763912155644</c:v>
                </c:pt>
                <c:pt idx="45" formatCode="0%">
                  <c:v>6.141097710753067E-2</c:v>
                </c:pt>
                <c:pt idx="46" formatCode="0%">
                  <c:v>9.5807379077232996E-2</c:v>
                </c:pt>
                <c:pt idx="47" formatCode="0%">
                  <c:v>3.0911355868575179E-2</c:v>
                </c:pt>
                <c:pt idx="48" formatCode="0%">
                  <c:v>0.28140761171726641</c:v>
                </c:pt>
                <c:pt idx="49" formatCode="0%">
                  <c:v>0.32923045025320852</c:v>
                </c:pt>
                <c:pt idx="50" formatCode="0%">
                  <c:v>0.31322714207565122</c:v>
                </c:pt>
                <c:pt idx="51" formatCode="0%">
                  <c:v>0.33415843612232071</c:v>
                </c:pt>
                <c:pt idx="52" formatCode="0%">
                  <c:v>3.9947936572198257E-2</c:v>
                </c:pt>
                <c:pt idx="53" formatCode="0%">
                  <c:v>0.29243025791789229</c:v>
                </c:pt>
                <c:pt idx="54" formatCode="0%">
                  <c:v>9.9454863555511294E-2</c:v>
                </c:pt>
                <c:pt idx="56" formatCode="0%">
                  <c:v>0.1161271035332581</c:v>
                </c:pt>
                <c:pt idx="57" formatCode="0%">
                  <c:v>0.12557425557969809</c:v>
                </c:pt>
                <c:pt idx="58" formatCode="0%">
                  <c:v>0.1353902648252184</c:v>
                </c:pt>
                <c:pt idx="59" formatCode="0%">
                  <c:v>0.1337191513078827</c:v>
                </c:pt>
                <c:pt idx="60" formatCode="0%">
                  <c:v>0.1128374158419809</c:v>
                </c:pt>
              </c:numCache>
            </c:numRef>
          </c:val>
        </c:ser>
        <c:ser>
          <c:idx val="15"/>
          <c:order val="15"/>
          <c:tx>
            <c:strRef>
              <c:f>Sheet1!$B$305</c:f>
              <c:strCache>
                <c:ptCount val="1"/>
                <c:pt idx="0">
                  <c:v>Transparência na administração</c:v>
                </c:pt>
              </c:strCache>
            </c:strRef>
          </c:tx>
          <c:spPr>
            <a:solidFill>
              <a:srgbClr val="E800A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Sheet1!$C$305:$BK$305</c:f>
              <c:numCache>
                <c:formatCode>General</c:formatCode>
                <c:ptCount val="61"/>
                <c:pt idx="0" formatCode="0%">
                  <c:v>0.43625423290207399</c:v>
                </c:pt>
                <c:pt idx="2" formatCode="0%">
                  <c:v>0.47372503940359478</c:v>
                </c:pt>
                <c:pt idx="3" formatCode="0%">
                  <c:v>0.3979588017507934</c:v>
                </c:pt>
                <c:pt idx="5" formatCode="0%">
                  <c:v>0.34524529461117959</c:v>
                </c:pt>
                <c:pt idx="6" formatCode="0%">
                  <c:v>0.43645581160803493</c:v>
                </c:pt>
                <c:pt idx="7" formatCode="0%">
                  <c:v>0.43004861176374981</c:v>
                </c:pt>
                <c:pt idx="8" formatCode="0%">
                  <c:v>0.47319850148706621</c:v>
                </c:pt>
                <c:pt idx="10" formatCode="0%">
                  <c:v>0.39355678405548172</c:v>
                </c:pt>
                <c:pt idx="11" formatCode="0%">
                  <c:v>0.5103731584316431</c:v>
                </c:pt>
                <c:pt idx="12" formatCode="0%">
                  <c:v>0.38371214527056657</c:v>
                </c:pt>
                <c:pt idx="14" formatCode="0%">
                  <c:v>0.54449858828459918</c:v>
                </c:pt>
                <c:pt idx="15" formatCode="0%">
                  <c:v>0.44525914442552078</c:v>
                </c:pt>
                <c:pt idx="16" formatCode="0%">
                  <c:v>0.4157394127452434</c:v>
                </c:pt>
                <c:pt idx="17" formatCode="0%">
                  <c:v>0.36287273414527937</c:v>
                </c:pt>
                <c:pt idx="19" formatCode="0%">
                  <c:v>0.47684478586599288</c:v>
                </c:pt>
                <c:pt idx="20" formatCode="0%">
                  <c:v>0.51549361334782906</c:v>
                </c:pt>
                <c:pt idx="21" formatCode="0%">
                  <c:v>0.49020901353222929</c:v>
                </c:pt>
                <c:pt idx="22" formatCode="0%">
                  <c:v>0.41229100294031679</c:v>
                </c:pt>
                <c:pt idx="23" formatCode="0%">
                  <c:v>0.36023904372153431</c:v>
                </c:pt>
                <c:pt idx="24" formatCode="0%">
                  <c:v>0.4588277924412198</c:v>
                </c:pt>
                <c:pt idx="26" formatCode="0%">
                  <c:v>0.38011723743334691</c:v>
                </c:pt>
                <c:pt idx="27" formatCode="0%">
                  <c:v>0.46763376307636922</c:v>
                </c:pt>
                <c:pt idx="28" formatCode="0%">
                  <c:v>0.2227068794498642</c:v>
                </c:pt>
                <c:pt idx="29" formatCode="0%">
                  <c:v>0.57106425857124421</c:v>
                </c:pt>
                <c:pt idx="30" formatCode="0%">
                  <c:v>0.5170247764124305</c:v>
                </c:pt>
                <c:pt idx="32" formatCode="0%">
                  <c:v>0.37547303323636488</c:v>
                </c:pt>
                <c:pt idx="33" formatCode="0%">
                  <c:v>0.39130193424506871</c:v>
                </c:pt>
                <c:pt idx="34" formatCode="0%">
                  <c:v>0.39068374242604809</c:v>
                </c:pt>
                <c:pt idx="35" formatCode="0%">
                  <c:v>0.52183181068658224</c:v>
                </c:pt>
                <c:pt idx="36" formatCode="0%">
                  <c:v>0.52840187952036954</c:v>
                </c:pt>
                <c:pt idx="38" formatCode="0%">
                  <c:v>0.4261350335580753</c:v>
                </c:pt>
                <c:pt idx="39" formatCode="0%">
                  <c:v>0.24591194023191759</c:v>
                </c:pt>
                <c:pt idx="40" formatCode="0%">
                  <c:v>0.53655191510719191</c:v>
                </c:pt>
                <c:pt idx="41" formatCode="0%">
                  <c:v>0.59547582092935591</c:v>
                </c:pt>
                <c:pt idx="42" formatCode="0%">
                  <c:v>0.47607297348097322</c:v>
                </c:pt>
                <c:pt idx="44" formatCode="0%">
                  <c:v>0.49780707079970538</c:v>
                </c:pt>
                <c:pt idx="45" formatCode="0%">
                  <c:v>0.231272342663149</c:v>
                </c:pt>
                <c:pt idx="46" formatCode="0%">
                  <c:v>0.56388671777488231</c:v>
                </c:pt>
                <c:pt idx="47" formatCode="0%">
                  <c:v>0.45934861313527692</c:v>
                </c:pt>
                <c:pt idx="48" formatCode="0%">
                  <c:v>0.58450984450738142</c:v>
                </c:pt>
                <c:pt idx="49" formatCode="0%">
                  <c:v>0.65262036115470612</c:v>
                </c:pt>
                <c:pt idx="50" formatCode="0%">
                  <c:v>0.45455444730259192</c:v>
                </c:pt>
                <c:pt idx="51" formatCode="0%">
                  <c:v>9.8604311946317982E-2</c:v>
                </c:pt>
                <c:pt idx="52" formatCode="0%">
                  <c:v>0.64348681641757066</c:v>
                </c:pt>
                <c:pt idx="53" formatCode="0%">
                  <c:v>0.55228872557433306</c:v>
                </c:pt>
                <c:pt idx="54" formatCode="0%">
                  <c:v>0.29471155424541617</c:v>
                </c:pt>
                <c:pt idx="56" formatCode="0%">
                  <c:v>0.53199380663509188</c:v>
                </c:pt>
                <c:pt idx="57" formatCode="0%">
                  <c:v>0.41321992648667122</c:v>
                </c:pt>
                <c:pt idx="58" formatCode="0%">
                  <c:v>0.2988724849333107</c:v>
                </c:pt>
                <c:pt idx="59" formatCode="0%">
                  <c:v>0.4275984046835003</c:v>
                </c:pt>
                <c:pt idx="60" formatCode="0%">
                  <c:v>0.42869998975759849</c:v>
                </c:pt>
              </c:numCache>
            </c:numRef>
          </c:val>
        </c:ser>
        <c:ser>
          <c:idx val="16"/>
          <c:order val="16"/>
          <c:tx>
            <c:strRef>
              <c:f>Sheet1!$B$306</c:f>
              <c:strCache>
                <c:ptCount val="1"/>
                <c:pt idx="0">
                  <c:v>Participação cidadã nas decisões</c:v>
                </c:pt>
              </c:strCache>
            </c:strRef>
          </c:tx>
          <c:spPr>
            <a:solidFill>
              <a:srgbClr val="1BFF3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Sheet1!$C$306:$BK$306</c:f>
              <c:numCache>
                <c:formatCode>General</c:formatCode>
                <c:ptCount val="61"/>
                <c:pt idx="0" formatCode="0%">
                  <c:v>0.20970145328660739</c:v>
                </c:pt>
                <c:pt idx="2" formatCode="0%">
                  <c:v>0.21521857518215209</c:v>
                </c:pt>
                <c:pt idx="3" formatCode="0%">
                  <c:v>0.2053254450950317</c:v>
                </c:pt>
                <c:pt idx="5" formatCode="0%">
                  <c:v>0.2167065041355816</c:v>
                </c:pt>
                <c:pt idx="6" formatCode="0%">
                  <c:v>0.23401231558336971</c:v>
                </c:pt>
                <c:pt idx="7" formatCode="0%">
                  <c:v>0.20812953456519001</c:v>
                </c:pt>
                <c:pt idx="8" formatCode="0%">
                  <c:v>0.19367632944889621</c:v>
                </c:pt>
                <c:pt idx="10" formatCode="0%">
                  <c:v>0.17511957679201501</c:v>
                </c:pt>
                <c:pt idx="11" formatCode="0%">
                  <c:v>0.2371762804563628</c:v>
                </c:pt>
                <c:pt idx="12" formatCode="0%">
                  <c:v>0.21197405607686279</c:v>
                </c:pt>
                <c:pt idx="14" formatCode="0%">
                  <c:v>0.28431660447397689</c:v>
                </c:pt>
                <c:pt idx="15" formatCode="0%">
                  <c:v>0.22561149224332461</c:v>
                </c:pt>
                <c:pt idx="16" formatCode="0%">
                  <c:v>0.17862159192040081</c:v>
                </c:pt>
                <c:pt idx="17" formatCode="0%">
                  <c:v>0.18134666404431049</c:v>
                </c:pt>
                <c:pt idx="19" formatCode="0%">
                  <c:v>0.35837535506649149</c:v>
                </c:pt>
                <c:pt idx="20" formatCode="0%">
                  <c:v>0.2345200703737402</c:v>
                </c:pt>
                <c:pt idx="21" formatCode="0%">
                  <c:v>0.27255178650964301</c:v>
                </c:pt>
                <c:pt idx="22" formatCode="0%">
                  <c:v>0.18299185913035909</c:v>
                </c:pt>
                <c:pt idx="23" formatCode="0%">
                  <c:v>0.12565044533948461</c:v>
                </c:pt>
                <c:pt idx="24" formatCode="0%">
                  <c:v>0.21767414816912831</c:v>
                </c:pt>
                <c:pt idx="26" formatCode="0%">
                  <c:v>0.21608229695735889</c:v>
                </c:pt>
                <c:pt idx="27" formatCode="0%">
                  <c:v>0.15649796693949841</c:v>
                </c:pt>
                <c:pt idx="28" formatCode="0%">
                  <c:v>0.1211862952651285</c:v>
                </c:pt>
                <c:pt idx="29" formatCode="0%">
                  <c:v>0.2843575868831123</c:v>
                </c:pt>
                <c:pt idx="30" formatCode="0%">
                  <c:v>0.28016111292521878</c:v>
                </c:pt>
                <c:pt idx="32" formatCode="0%">
                  <c:v>0.18007342570096471</c:v>
                </c:pt>
                <c:pt idx="33" formatCode="0%">
                  <c:v>0.1922552496948563</c:v>
                </c:pt>
                <c:pt idx="34" formatCode="0%">
                  <c:v>0.169786417962762</c:v>
                </c:pt>
                <c:pt idx="35" formatCode="0%">
                  <c:v>0.28366015425527652</c:v>
                </c:pt>
                <c:pt idx="36" formatCode="0%">
                  <c:v>0.22300212061843561</c:v>
                </c:pt>
                <c:pt idx="38" formatCode="0%">
                  <c:v>0.28703857781400838</c:v>
                </c:pt>
                <c:pt idx="39" formatCode="0%">
                  <c:v>0.1267597293215032</c:v>
                </c:pt>
                <c:pt idx="40" formatCode="0%">
                  <c:v>0.17508593603676359</c:v>
                </c:pt>
                <c:pt idx="41" formatCode="0%">
                  <c:v>0.29295510329403818</c:v>
                </c:pt>
                <c:pt idx="42" formatCode="0%">
                  <c:v>0.2446427630008467</c:v>
                </c:pt>
                <c:pt idx="44" formatCode="0%">
                  <c:v>0.17133363299070431</c:v>
                </c:pt>
                <c:pt idx="45" formatCode="0%">
                  <c:v>0.1165405202459258</c:v>
                </c:pt>
                <c:pt idx="46" formatCode="0%">
                  <c:v>0.28005777412533089</c:v>
                </c:pt>
                <c:pt idx="47" formatCode="0%">
                  <c:v>0.17862910981580599</c:v>
                </c:pt>
                <c:pt idx="48" formatCode="0%">
                  <c:v>0.26053929763185391</c:v>
                </c:pt>
                <c:pt idx="49" formatCode="0%">
                  <c:v>0.52634571035693678</c:v>
                </c:pt>
                <c:pt idx="50" formatCode="0%">
                  <c:v>0.16070240965750399</c:v>
                </c:pt>
                <c:pt idx="51" formatCode="0%">
                  <c:v>0.21314045150141989</c:v>
                </c:pt>
                <c:pt idx="52" formatCode="0%">
                  <c:v>0.35981230564598449</c:v>
                </c:pt>
                <c:pt idx="53" formatCode="0%">
                  <c:v>0.34847734814415282</c:v>
                </c:pt>
                <c:pt idx="54" formatCode="0%">
                  <c:v>0.13784154407639701</c:v>
                </c:pt>
                <c:pt idx="56" formatCode="0%">
                  <c:v>0.1867843014135461</c:v>
                </c:pt>
                <c:pt idx="57" formatCode="0%">
                  <c:v>0.16493736150322499</c:v>
                </c:pt>
                <c:pt idx="58" formatCode="0%">
                  <c:v>0.1279059696786517</c:v>
                </c:pt>
                <c:pt idx="59" formatCode="0%">
                  <c:v>0.26844861919349983</c:v>
                </c:pt>
                <c:pt idx="60" formatCode="0%">
                  <c:v>0.21477621651603379</c:v>
                </c:pt>
              </c:numCache>
            </c:numRef>
          </c:val>
        </c:ser>
        <c:ser>
          <c:idx val="17"/>
          <c:order val="17"/>
          <c:tx>
            <c:strRef>
              <c:f>Sheet1!$B$307</c:f>
              <c:strCache>
                <c:ptCount val="1"/>
                <c:pt idx="0">
                  <c:v>Representação democrática</c:v>
                </c:pt>
              </c:strCache>
            </c:strRef>
          </c:tx>
          <c:spPr>
            <a:solidFill>
              <a:srgbClr val="FF130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Sheet1!$C$307:$BK$307</c:f>
              <c:numCache>
                <c:formatCode>General</c:formatCode>
                <c:ptCount val="61"/>
                <c:pt idx="0" formatCode="0%">
                  <c:v>0.13230778927057521</c:v>
                </c:pt>
                <c:pt idx="2" formatCode="0%">
                  <c:v>0.1349528304999498</c:v>
                </c:pt>
                <c:pt idx="3" formatCode="0%">
                  <c:v>0.13102083412932011</c:v>
                </c:pt>
                <c:pt idx="5" formatCode="0%">
                  <c:v>0.12803867387311349</c:v>
                </c:pt>
                <c:pt idx="6" formatCode="0%">
                  <c:v>0.1537637723029377</c:v>
                </c:pt>
                <c:pt idx="7" formatCode="0%">
                  <c:v>0.16179742749868359</c:v>
                </c:pt>
                <c:pt idx="8" formatCode="0%">
                  <c:v>9.5944639128299439E-2</c:v>
                </c:pt>
                <c:pt idx="10" formatCode="0%">
                  <c:v>0.1087599076282916</c:v>
                </c:pt>
                <c:pt idx="11" formatCode="0%">
                  <c:v>0.16799032166435199</c:v>
                </c:pt>
                <c:pt idx="12" formatCode="0%">
                  <c:v>0.1104830073790619</c:v>
                </c:pt>
                <c:pt idx="14" formatCode="0%">
                  <c:v>0.25791514073266841</c:v>
                </c:pt>
                <c:pt idx="15" formatCode="0%">
                  <c:v>0.14019032164581921</c:v>
                </c:pt>
                <c:pt idx="16" formatCode="0%">
                  <c:v>9.0316056956712479E-2</c:v>
                </c:pt>
                <c:pt idx="17" formatCode="0%">
                  <c:v>8.0527758238437067E-2</c:v>
                </c:pt>
                <c:pt idx="19" formatCode="0%">
                  <c:v>0.11643183421571331</c:v>
                </c:pt>
                <c:pt idx="20" formatCode="0%">
                  <c:v>0.16864788046018331</c:v>
                </c:pt>
                <c:pt idx="21" formatCode="0%">
                  <c:v>0.17646869754010749</c:v>
                </c:pt>
                <c:pt idx="22" formatCode="0%">
                  <c:v>9.9860870811800201E-2</c:v>
                </c:pt>
                <c:pt idx="23" formatCode="0%">
                  <c:v>8.7940306561669429E-2</c:v>
                </c:pt>
                <c:pt idx="24" formatCode="0%">
                  <c:v>0.1940105926723282</c:v>
                </c:pt>
                <c:pt idx="26" formatCode="0%">
                  <c:v>0.1959854024670068</c:v>
                </c:pt>
                <c:pt idx="27" formatCode="0%">
                  <c:v>9.5598395709420622E-2</c:v>
                </c:pt>
                <c:pt idx="28" formatCode="0%">
                  <c:v>6.1612605778059763E-2</c:v>
                </c:pt>
                <c:pt idx="29" formatCode="0%">
                  <c:v>0.17394993561804689</c:v>
                </c:pt>
                <c:pt idx="30" formatCode="0%">
                  <c:v>0.1610600918986986</c:v>
                </c:pt>
                <c:pt idx="32" formatCode="0%">
                  <c:v>0.1027503073124741</c:v>
                </c:pt>
                <c:pt idx="33" formatCode="0%">
                  <c:v>0.12739124543134439</c:v>
                </c:pt>
                <c:pt idx="34" formatCode="0%">
                  <c:v>9.2223584942381864E-2</c:v>
                </c:pt>
                <c:pt idx="35" formatCode="0%">
                  <c:v>0.13323938170861241</c:v>
                </c:pt>
                <c:pt idx="36" formatCode="0%">
                  <c:v>0.14863154030564871</c:v>
                </c:pt>
                <c:pt idx="38" formatCode="0%">
                  <c:v>0.12740816941645661</c:v>
                </c:pt>
                <c:pt idx="39" formatCode="0%">
                  <c:v>6.3440965656961293E-2</c:v>
                </c:pt>
                <c:pt idx="40" formatCode="0%">
                  <c:v>0.1094533510339475</c:v>
                </c:pt>
                <c:pt idx="41" formatCode="0%">
                  <c:v>0.23906688713891061</c:v>
                </c:pt>
                <c:pt idx="42" formatCode="0%">
                  <c:v>0.1887211970964183</c:v>
                </c:pt>
                <c:pt idx="44" formatCode="0%">
                  <c:v>0.1173302858716936</c:v>
                </c:pt>
                <c:pt idx="45" formatCode="0%">
                  <c:v>5.5250526746808547E-2</c:v>
                </c:pt>
                <c:pt idx="46" formatCode="0%">
                  <c:v>0.17665582803725161</c:v>
                </c:pt>
                <c:pt idx="47" formatCode="0%">
                  <c:v>0.12092751015346979</c:v>
                </c:pt>
                <c:pt idx="48" formatCode="0%">
                  <c:v>0.17473072181351279</c:v>
                </c:pt>
                <c:pt idx="49" formatCode="0%">
                  <c:v>0.34664671584199852</c:v>
                </c:pt>
                <c:pt idx="50" formatCode="0%">
                  <c:v>0.17070149242583299</c:v>
                </c:pt>
                <c:pt idx="51" formatCode="0%">
                  <c:v>5.1799136446501522E-3</c:v>
                </c:pt>
                <c:pt idx="52" formatCode="0%">
                  <c:v>0.13737896681050549</c:v>
                </c:pt>
                <c:pt idx="53" formatCode="0%">
                  <c:v>0.36398026794141702</c:v>
                </c:pt>
                <c:pt idx="54" formatCode="0%">
                  <c:v>9.6417154669844199E-2</c:v>
                </c:pt>
                <c:pt idx="56" formatCode="0%">
                  <c:v>0.14103423330828169</c:v>
                </c:pt>
                <c:pt idx="57" formatCode="0%">
                  <c:v>9.3073489068060511E-2</c:v>
                </c:pt>
                <c:pt idx="58" formatCode="0%">
                  <c:v>0.18136273140004969</c:v>
                </c:pt>
                <c:pt idx="59" formatCode="0%">
                  <c:v>0.13921028302279409</c:v>
                </c:pt>
                <c:pt idx="60" formatCode="0%">
                  <c:v>0.12895797647150639</c:v>
                </c:pt>
              </c:numCache>
            </c:numRef>
          </c:val>
        </c:ser>
        <c:ser>
          <c:idx val="18"/>
          <c:order val="18"/>
          <c:tx>
            <c:strRef>
              <c:f>Sheet1!$B$308</c:f>
              <c:strCache>
                <c:ptCount val="1"/>
                <c:pt idx="0">
                  <c:v>Posição de Portugal na UE</c:v>
                </c:pt>
              </c:strCache>
            </c:strRef>
          </c:tx>
          <c:spPr>
            <a:solidFill>
              <a:srgbClr val="3BE8F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Sheet1!$C$308:$BK$308</c:f>
              <c:numCache>
                <c:formatCode>General</c:formatCode>
                <c:ptCount val="61"/>
                <c:pt idx="0" formatCode="0%">
                  <c:v>0.141290678072265</c:v>
                </c:pt>
                <c:pt idx="2" formatCode="0%">
                  <c:v>0.1628069084727273</c:v>
                </c:pt>
                <c:pt idx="3" formatCode="0%">
                  <c:v>0.1195032973472078</c:v>
                </c:pt>
                <c:pt idx="5" formatCode="0%">
                  <c:v>0.16540920113607521</c:v>
                </c:pt>
                <c:pt idx="6" formatCode="0%">
                  <c:v>0.1912278456926437</c:v>
                </c:pt>
                <c:pt idx="7" formatCode="0%">
                  <c:v>0.16602683482515421</c:v>
                </c:pt>
                <c:pt idx="8" formatCode="0%">
                  <c:v>8.1527753906830439E-2</c:v>
                </c:pt>
                <c:pt idx="10" formatCode="0%">
                  <c:v>9.0173117139026968E-2</c:v>
                </c:pt>
                <c:pt idx="11" formatCode="0%">
                  <c:v>0.20393604751028691</c:v>
                </c:pt>
                <c:pt idx="12" formatCode="0%">
                  <c:v>0.1143115973975312</c:v>
                </c:pt>
                <c:pt idx="14" formatCode="0%">
                  <c:v>0.30729935533432812</c:v>
                </c:pt>
                <c:pt idx="15" formatCode="0%">
                  <c:v>0.13159490703175011</c:v>
                </c:pt>
                <c:pt idx="16" formatCode="0%">
                  <c:v>0.1047756567774714</c:v>
                </c:pt>
                <c:pt idx="17" formatCode="0%">
                  <c:v>9.123118474228932E-2</c:v>
                </c:pt>
                <c:pt idx="19" formatCode="0%">
                  <c:v>0.14496911528675299</c:v>
                </c:pt>
                <c:pt idx="20" formatCode="0%">
                  <c:v>9.7987908971576457E-2</c:v>
                </c:pt>
                <c:pt idx="21" formatCode="0%">
                  <c:v>0.1807116432017391</c:v>
                </c:pt>
                <c:pt idx="22" formatCode="0%">
                  <c:v>0.1441622610780236</c:v>
                </c:pt>
                <c:pt idx="23" formatCode="0%">
                  <c:v>0.1175749674241649</c:v>
                </c:pt>
                <c:pt idx="24" formatCode="0%">
                  <c:v>8.2956964322813451E-2</c:v>
                </c:pt>
                <c:pt idx="26" formatCode="0%">
                  <c:v>0.17002985483327979</c:v>
                </c:pt>
                <c:pt idx="27" formatCode="0%">
                  <c:v>5.2499461272147697E-2</c:v>
                </c:pt>
                <c:pt idx="28" formatCode="0%">
                  <c:v>5.6877969834820859E-2</c:v>
                </c:pt>
                <c:pt idx="29" formatCode="0%">
                  <c:v>0.30167759335314209</c:v>
                </c:pt>
                <c:pt idx="30" formatCode="0%">
                  <c:v>0.15586910372053239</c:v>
                </c:pt>
                <c:pt idx="32" formatCode="0%">
                  <c:v>0.21905438674579519</c:v>
                </c:pt>
                <c:pt idx="33" formatCode="0%">
                  <c:v>0.12036657358289859</c:v>
                </c:pt>
                <c:pt idx="34" formatCode="0%">
                  <c:v>9.4336206232707817E-2</c:v>
                </c:pt>
                <c:pt idx="35" formatCode="0%">
                  <c:v>0.11108429138073719</c:v>
                </c:pt>
                <c:pt idx="36" formatCode="0%">
                  <c:v>0.12821513642130741</c:v>
                </c:pt>
                <c:pt idx="38" formatCode="0%">
                  <c:v>0.2155295881270011</c:v>
                </c:pt>
                <c:pt idx="39" formatCode="0%">
                  <c:v>6.8478989388819397E-2</c:v>
                </c:pt>
                <c:pt idx="40" formatCode="0%">
                  <c:v>8.9032865255122454E-2</c:v>
                </c:pt>
                <c:pt idx="41" formatCode="0%">
                  <c:v>0.29895138215000139</c:v>
                </c:pt>
                <c:pt idx="42" formatCode="0%">
                  <c:v>0.15522450312025329</c:v>
                </c:pt>
                <c:pt idx="44" formatCode="0%">
                  <c:v>8.4929609136174367E-2</c:v>
                </c:pt>
                <c:pt idx="45" formatCode="0%">
                  <c:v>6.4465059877204606E-2</c:v>
                </c:pt>
                <c:pt idx="46" formatCode="0%">
                  <c:v>0.25865704549771151</c:v>
                </c:pt>
                <c:pt idx="47" formatCode="0%">
                  <c:v>8.1194236421970933E-2</c:v>
                </c:pt>
                <c:pt idx="48" formatCode="0%">
                  <c:v>0.1125057778909728</c:v>
                </c:pt>
                <c:pt idx="49" formatCode="0%">
                  <c:v>0.32266213764174828</c:v>
                </c:pt>
                <c:pt idx="50" formatCode="0%">
                  <c:v>0.1082097703307927</c:v>
                </c:pt>
                <c:pt idx="51" formatCode="0%">
                  <c:v>5.1799136446501522E-3</c:v>
                </c:pt>
                <c:pt idx="52" formatCode="0%">
                  <c:v>0.23637515717704571</c:v>
                </c:pt>
                <c:pt idx="53" formatCode="0%">
                  <c:v>0.279438662761055</c:v>
                </c:pt>
                <c:pt idx="54" formatCode="0%">
                  <c:v>0.13235503222912781</c:v>
                </c:pt>
                <c:pt idx="56" formatCode="0%">
                  <c:v>8.1423718544759882E-2</c:v>
                </c:pt>
                <c:pt idx="57" formatCode="0%">
                  <c:v>7.9578927157305648E-2</c:v>
                </c:pt>
                <c:pt idx="58" formatCode="0%">
                  <c:v>7.5070903772647482E-2</c:v>
                </c:pt>
                <c:pt idx="59" formatCode="0%">
                  <c:v>0.10240553059667359</c:v>
                </c:pt>
                <c:pt idx="60" formatCode="0%">
                  <c:v>0.20404500770007461</c:v>
                </c:pt>
              </c:numCache>
            </c:numRef>
          </c:val>
        </c:ser>
        <c:ser>
          <c:idx val="19"/>
          <c:order val="19"/>
          <c:tx>
            <c:strRef>
              <c:f>Sheet1!$B$309</c:f>
              <c:strCache>
                <c:ptCount val="1"/>
                <c:pt idx="0">
                  <c:v>Política migratória</c:v>
                </c:pt>
              </c:strCache>
            </c:strRef>
          </c:tx>
          <c:spPr>
            <a:solidFill>
              <a:srgbClr val="CEFF5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Sheet1!$C$309:$BK$309</c:f>
              <c:numCache>
                <c:formatCode>General</c:formatCode>
                <c:ptCount val="61"/>
                <c:pt idx="0" formatCode="0%">
                  <c:v>0.35056871195933709</c:v>
                </c:pt>
                <c:pt idx="2" formatCode="0%">
                  <c:v>0.38047483175815278</c:v>
                </c:pt>
                <c:pt idx="3" formatCode="0%">
                  <c:v>0.31965622066950022</c:v>
                </c:pt>
                <c:pt idx="5" formatCode="0%">
                  <c:v>0.37062785884936938</c:v>
                </c:pt>
                <c:pt idx="6" formatCode="0%">
                  <c:v>0.46587216059692482</c:v>
                </c:pt>
                <c:pt idx="7" formatCode="0%">
                  <c:v>0.40103973033010448</c:v>
                </c:pt>
                <c:pt idx="8" formatCode="0%">
                  <c:v>0.23062223938536569</c:v>
                </c:pt>
                <c:pt idx="10" formatCode="0%">
                  <c:v>0.29857211627575531</c:v>
                </c:pt>
                <c:pt idx="11" formatCode="0%">
                  <c:v>0.40323084616028487</c:v>
                </c:pt>
                <c:pt idx="12" formatCode="0%">
                  <c:v>0.33835534442135518</c:v>
                </c:pt>
                <c:pt idx="14" formatCode="0%">
                  <c:v>0.41080444351857059</c:v>
                </c:pt>
                <c:pt idx="15" formatCode="0%">
                  <c:v>0.39751214334381613</c:v>
                </c:pt>
                <c:pt idx="16" formatCode="0%">
                  <c:v>0.30252354626048877</c:v>
                </c:pt>
                <c:pt idx="17" formatCode="0%">
                  <c:v>0.30648738477978321</c:v>
                </c:pt>
                <c:pt idx="19" formatCode="0%">
                  <c:v>0.48045500672518771</c:v>
                </c:pt>
                <c:pt idx="20" formatCode="0%">
                  <c:v>0.39988914091535299</c:v>
                </c:pt>
                <c:pt idx="21" formatCode="0%">
                  <c:v>0.35852067271681948</c:v>
                </c:pt>
                <c:pt idx="22" formatCode="0%">
                  <c:v>0.34663383731931929</c:v>
                </c:pt>
                <c:pt idx="23" formatCode="0%">
                  <c:v>0.33008028096646519</c:v>
                </c:pt>
                <c:pt idx="24" formatCode="0%">
                  <c:v>0.23188866880768361</c:v>
                </c:pt>
                <c:pt idx="26" formatCode="0%">
                  <c:v>0.38429269301510999</c:v>
                </c:pt>
                <c:pt idx="27" formatCode="0%">
                  <c:v>0.17162751530373149</c:v>
                </c:pt>
                <c:pt idx="28" formatCode="0%">
                  <c:v>0.29697578988282841</c:v>
                </c:pt>
                <c:pt idx="29" formatCode="0%">
                  <c:v>0.69079891940790605</c:v>
                </c:pt>
                <c:pt idx="30" formatCode="0%">
                  <c:v>0.27078086076663471</c:v>
                </c:pt>
                <c:pt idx="32" formatCode="0%">
                  <c:v>0.55197593363958075</c:v>
                </c:pt>
                <c:pt idx="33" formatCode="0%">
                  <c:v>0.36441796391773679</c:v>
                </c:pt>
                <c:pt idx="34" formatCode="0%">
                  <c:v>0.34050730093309112</c:v>
                </c:pt>
                <c:pt idx="35" formatCode="0%">
                  <c:v>0.18664874886046301</c:v>
                </c:pt>
                <c:pt idx="36" formatCode="0%">
                  <c:v>0.21481836243738481</c:v>
                </c:pt>
                <c:pt idx="38" formatCode="0%">
                  <c:v>0.45871684614210118</c:v>
                </c:pt>
                <c:pt idx="39" formatCode="0%">
                  <c:v>0.28641471678878078</c:v>
                </c:pt>
                <c:pt idx="40" formatCode="0%">
                  <c:v>0.23069217234225489</c:v>
                </c:pt>
                <c:pt idx="41" formatCode="0%">
                  <c:v>0.65068084430242179</c:v>
                </c:pt>
                <c:pt idx="42" formatCode="0%">
                  <c:v>0.36506039887387648</c:v>
                </c:pt>
                <c:pt idx="44" formatCode="0%">
                  <c:v>0.17782654826041719</c:v>
                </c:pt>
                <c:pt idx="45" formatCode="0%">
                  <c:v>0.27824334663162359</c:v>
                </c:pt>
                <c:pt idx="46" formatCode="0%">
                  <c:v>0.66499445793689882</c:v>
                </c:pt>
                <c:pt idx="47" formatCode="0%">
                  <c:v>0.41950316872549709</c:v>
                </c:pt>
                <c:pt idx="48" formatCode="0%">
                  <c:v>3.228393907684441E-2</c:v>
                </c:pt>
                <c:pt idx="49" formatCode="0%">
                  <c:v>0.17539626054235211</c:v>
                </c:pt>
                <c:pt idx="50" formatCode="0%">
                  <c:v>0.19566854429559549</c:v>
                </c:pt>
                <c:pt idx="51" formatCode="0%">
                  <c:v>5.5818313203832267E-3</c:v>
                </c:pt>
                <c:pt idx="52" formatCode="0%">
                  <c:v>0.51345910705441822</c:v>
                </c:pt>
                <c:pt idx="53" formatCode="0%">
                  <c:v>0.55199817244788452</c:v>
                </c:pt>
                <c:pt idx="54" formatCode="0%">
                  <c:v>0.39903927624114099</c:v>
                </c:pt>
                <c:pt idx="56" formatCode="0%">
                  <c:v>0.2054059222591943</c:v>
                </c:pt>
                <c:pt idx="57" formatCode="0%">
                  <c:v>0.12865262739510441</c:v>
                </c:pt>
                <c:pt idx="58" formatCode="0%">
                  <c:v>0.43905130385078339</c:v>
                </c:pt>
                <c:pt idx="59" formatCode="0%">
                  <c:v>0.31603703887374979</c:v>
                </c:pt>
                <c:pt idx="60" formatCode="0%">
                  <c:v>0.45892435327282788</c:v>
                </c:pt>
              </c:numCache>
            </c:numRef>
          </c:val>
        </c:ser>
        <c:ser>
          <c:idx val="20"/>
          <c:order val="20"/>
          <c:tx>
            <c:strRef>
              <c:f>Sheet1!$B$310</c:f>
              <c:strCache>
                <c:ptCount val="1"/>
                <c:pt idx="0">
                  <c:v>Transporte ferroviário</c:v>
                </c:pt>
              </c:strCache>
            </c:strRef>
          </c:tx>
          <c:spPr>
            <a:solidFill>
              <a:srgbClr val="F682D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Sheet1!$C$310:$BK$310</c:f>
              <c:numCache>
                <c:formatCode>General</c:formatCode>
                <c:ptCount val="61"/>
                <c:pt idx="0" formatCode="0%">
                  <c:v>0.19687598199066891</c:v>
                </c:pt>
                <c:pt idx="2" formatCode="0%">
                  <c:v>0.21163634115264909</c:v>
                </c:pt>
                <c:pt idx="3" formatCode="0%">
                  <c:v>0.18339399577741169</c:v>
                </c:pt>
                <c:pt idx="5" formatCode="0%">
                  <c:v>0.28118399168550579</c:v>
                </c:pt>
                <c:pt idx="6" formatCode="0%">
                  <c:v>0.19692323989888991</c:v>
                </c:pt>
                <c:pt idx="7" formatCode="0%">
                  <c:v>0.22446442405847589</c:v>
                </c:pt>
                <c:pt idx="8" formatCode="0%">
                  <c:v>0.14420364431799301</c:v>
                </c:pt>
                <c:pt idx="10" formatCode="0%">
                  <c:v>0.13710908587799001</c:v>
                </c:pt>
                <c:pt idx="11" formatCode="0%">
                  <c:v>0.2278497882825842</c:v>
                </c:pt>
                <c:pt idx="12" formatCode="0%">
                  <c:v>0.22353717908124421</c:v>
                </c:pt>
                <c:pt idx="14" formatCode="0%">
                  <c:v>0.31146914742871429</c:v>
                </c:pt>
                <c:pt idx="15" formatCode="0%">
                  <c:v>0.18213970655986891</c:v>
                </c:pt>
                <c:pt idx="16" formatCode="0%">
                  <c:v>0.15860128328807049</c:v>
                </c:pt>
                <c:pt idx="17" formatCode="0%">
                  <c:v>0.16931645138777379</c:v>
                </c:pt>
                <c:pt idx="19" formatCode="0%">
                  <c:v>0.12628618652512619</c:v>
                </c:pt>
                <c:pt idx="20" formatCode="0%">
                  <c:v>0.2108035900274649</c:v>
                </c:pt>
                <c:pt idx="21" formatCode="0%">
                  <c:v>0.27718326389151959</c:v>
                </c:pt>
                <c:pt idx="22" formatCode="0%">
                  <c:v>0.20784594005467319</c:v>
                </c:pt>
                <c:pt idx="23" formatCode="0%">
                  <c:v>0.13447293472779551</c:v>
                </c:pt>
                <c:pt idx="24" formatCode="0%">
                  <c:v>4.7853476418630123E-2</c:v>
                </c:pt>
                <c:pt idx="26" formatCode="0%">
                  <c:v>0.23868991236468151</c:v>
                </c:pt>
                <c:pt idx="27" formatCode="0%">
                  <c:v>0.15189665289003751</c:v>
                </c:pt>
                <c:pt idx="28" formatCode="0%">
                  <c:v>0.13540676537259039</c:v>
                </c:pt>
                <c:pt idx="29" formatCode="0%">
                  <c:v>0.19608252965420961</c:v>
                </c:pt>
                <c:pt idx="30" formatCode="0%">
                  <c:v>0.27802199204736427</c:v>
                </c:pt>
                <c:pt idx="32" formatCode="0%">
                  <c:v>0.1492223500202646</c:v>
                </c:pt>
                <c:pt idx="33" formatCode="0%">
                  <c:v>0.18429676984222881</c:v>
                </c:pt>
                <c:pt idx="34" formatCode="0%">
                  <c:v>0.15039675194116661</c:v>
                </c:pt>
                <c:pt idx="35" formatCode="0%">
                  <c:v>0.245041189000585</c:v>
                </c:pt>
                <c:pt idx="36" formatCode="0%">
                  <c:v>0.1967545189653892</c:v>
                </c:pt>
                <c:pt idx="38" formatCode="0%">
                  <c:v>0.1967365484249482</c:v>
                </c:pt>
                <c:pt idx="39" formatCode="0%">
                  <c:v>0.1341758733854172</c:v>
                </c:pt>
                <c:pt idx="40" formatCode="0%">
                  <c:v>0.1672798243619199</c:v>
                </c:pt>
                <c:pt idx="41" formatCode="0%">
                  <c:v>0.2276148932022625</c:v>
                </c:pt>
                <c:pt idx="42" formatCode="0%">
                  <c:v>0.29407167241929022</c:v>
                </c:pt>
                <c:pt idx="44" formatCode="0%">
                  <c:v>0.17177479091180259</c:v>
                </c:pt>
                <c:pt idx="45" formatCode="0%">
                  <c:v>0.1310713336611862</c:v>
                </c:pt>
                <c:pt idx="46" formatCode="0%">
                  <c:v>0.20579798655942819</c:v>
                </c:pt>
                <c:pt idx="47" formatCode="0%">
                  <c:v>0.12605598551067379</c:v>
                </c:pt>
                <c:pt idx="48" formatCode="0%">
                  <c:v>0.25278262063645929</c:v>
                </c:pt>
                <c:pt idx="49" formatCode="0%">
                  <c:v>0.41064245416579442</c:v>
                </c:pt>
                <c:pt idx="50" formatCode="0%">
                  <c:v>0.39007027735412653</c:v>
                </c:pt>
                <c:pt idx="51" formatCode="0%">
                  <c:v>0.14857562350311809</c:v>
                </c:pt>
                <c:pt idx="52" formatCode="0%">
                  <c:v>0.33048196889321468</c:v>
                </c:pt>
                <c:pt idx="53" formatCode="0%">
                  <c:v>0.40646852190775717</c:v>
                </c:pt>
                <c:pt idx="54" formatCode="0%">
                  <c:v>0.1516127175847235</c:v>
                </c:pt>
                <c:pt idx="56" formatCode="0%">
                  <c:v>0.1906555012969646</c:v>
                </c:pt>
                <c:pt idx="57" formatCode="0%">
                  <c:v>0.14556873633791409</c:v>
                </c:pt>
                <c:pt idx="58" formatCode="0%">
                  <c:v>0.1180461273645564</c:v>
                </c:pt>
                <c:pt idx="59" formatCode="0%">
                  <c:v>0.2314198841179699</c:v>
                </c:pt>
                <c:pt idx="60" formatCode="0%">
                  <c:v>0.20612139415616049</c:v>
                </c:pt>
              </c:numCache>
            </c:numRef>
          </c:val>
        </c:ser>
        <c:ser>
          <c:idx val="21"/>
          <c:order val="21"/>
          <c:tx>
            <c:strRef>
              <c:f>Sheet1!$B$311</c:f>
              <c:strCache>
                <c:ptCount val="1"/>
                <c:pt idx="0">
                  <c:v>Estradas e autoestradas</c:v>
                </c:pt>
              </c:strCache>
            </c:strRef>
          </c:tx>
          <c:spPr>
            <a:solidFill>
              <a:srgbClr val="8FD78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Sheet1!$C$311:$BK$311</c:f>
              <c:numCache>
                <c:formatCode>General</c:formatCode>
                <c:ptCount val="61"/>
                <c:pt idx="0" formatCode="0%">
                  <c:v>0.1109561883790921</c:v>
                </c:pt>
                <c:pt idx="2" formatCode="0%">
                  <c:v>0.12928336779325841</c:v>
                </c:pt>
                <c:pt idx="3" formatCode="0%">
                  <c:v>8.8541730565725132E-2</c:v>
                </c:pt>
                <c:pt idx="5" formatCode="0%">
                  <c:v>0.15218363174343399</c:v>
                </c:pt>
                <c:pt idx="6" formatCode="0%">
                  <c:v>0.13861055353006829</c:v>
                </c:pt>
                <c:pt idx="7" formatCode="0%">
                  <c:v>0.123117905557328</c:v>
                </c:pt>
                <c:pt idx="8" formatCode="0%">
                  <c:v>6.9389560611732348E-2</c:v>
                </c:pt>
                <c:pt idx="10" formatCode="0%">
                  <c:v>0.1176074604935618</c:v>
                </c:pt>
                <c:pt idx="11" formatCode="0%">
                  <c:v>0.1408673747010549</c:v>
                </c:pt>
                <c:pt idx="12" formatCode="0%">
                  <c:v>6.205695114749956E-2</c:v>
                </c:pt>
                <c:pt idx="14" formatCode="0%">
                  <c:v>0.2210358839247126</c:v>
                </c:pt>
                <c:pt idx="15" formatCode="0%">
                  <c:v>0.10977445504311591</c:v>
                </c:pt>
                <c:pt idx="16" formatCode="0%">
                  <c:v>9.2579678775397772E-2</c:v>
                </c:pt>
                <c:pt idx="17" formatCode="0%">
                  <c:v>3.8575218983419743E-2</c:v>
                </c:pt>
                <c:pt idx="19" formatCode="0%">
                  <c:v>6.9101766549043472E-2</c:v>
                </c:pt>
                <c:pt idx="20" formatCode="0%">
                  <c:v>0.19817935478523141</c:v>
                </c:pt>
                <c:pt idx="21" formatCode="0%">
                  <c:v>0.1294803804351661</c:v>
                </c:pt>
                <c:pt idx="22" formatCode="0%">
                  <c:v>9.9906779899154238E-2</c:v>
                </c:pt>
                <c:pt idx="23" formatCode="0%">
                  <c:v>7.7443756524614951E-2</c:v>
                </c:pt>
                <c:pt idx="24" formatCode="0%">
                  <c:v>0.12883902412301579</c:v>
                </c:pt>
                <c:pt idx="26" formatCode="0%">
                  <c:v>0.13539796114939789</c:v>
                </c:pt>
                <c:pt idx="27" formatCode="0%">
                  <c:v>3.9700798456456077E-2</c:v>
                </c:pt>
                <c:pt idx="28" formatCode="0%">
                  <c:v>5.1488392687031072E-2</c:v>
                </c:pt>
                <c:pt idx="29" formatCode="0%">
                  <c:v>0.22313289717310161</c:v>
                </c:pt>
                <c:pt idx="30" formatCode="0%">
                  <c:v>0.1288406270049833</c:v>
                </c:pt>
                <c:pt idx="32" formatCode="0%">
                  <c:v>0.1354122910377718</c:v>
                </c:pt>
                <c:pt idx="33" formatCode="0%">
                  <c:v>8.7714658161298434E-2</c:v>
                </c:pt>
                <c:pt idx="34" formatCode="0%">
                  <c:v>6.2858152437929596E-2</c:v>
                </c:pt>
                <c:pt idx="35" formatCode="0%">
                  <c:v>6.1411794191809151E-2</c:v>
                </c:pt>
                <c:pt idx="36" formatCode="0%">
                  <c:v>0.1065239880288327</c:v>
                </c:pt>
                <c:pt idx="38" formatCode="0%">
                  <c:v>0.15669836715990701</c:v>
                </c:pt>
                <c:pt idx="39" formatCode="0%">
                  <c:v>4.0966825311113238E-2</c:v>
                </c:pt>
                <c:pt idx="40" formatCode="0%">
                  <c:v>4.7290953490697833E-2</c:v>
                </c:pt>
                <c:pt idx="41" formatCode="0%">
                  <c:v>0.31229347501052229</c:v>
                </c:pt>
                <c:pt idx="42" formatCode="0%">
                  <c:v>0.16482984498301759</c:v>
                </c:pt>
                <c:pt idx="44" formatCode="0%">
                  <c:v>5.3003586913116588E-2</c:v>
                </c:pt>
                <c:pt idx="45" formatCode="0%">
                  <c:v>6.0277356744450492E-2</c:v>
                </c:pt>
                <c:pt idx="46" formatCode="0%">
                  <c:v>0.2228758968333894</c:v>
                </c:pt>
                <c:pt idx="47" formatCode="0%">
                  <c:v>3.6057842162033511E-2</c:v>
                </c:pt>
                <c:pt idx="48" formatCode="0%">
                  <c:v>2.1280679647589281E-2</c:v>
                </c:pt>
                <c:pt idx="49" formatCode="0%">
                  <c:v>0.3778895285841834</c:v>
                </c:pt>
                <c:pt idx="50" formatCode="0%">
                  <c:v>0.18946028981861171</c:v>
                </c:pt>
                <c:pt idx="51" formatCode="0%">
                  <c:v>8.5368538244290689E-3</c:v>
                </c:pt>
                <c:pt idx="52" formatCode="0%">
                  <c:v>0.1044212562116676</c:v>
                </c:pt>
                <c:pt idx="53" formatCode="0%">
                  <c:v>0.2115882850693224</c:v>
                </c:pt>
                <c:pt idx="54" formatCode="0%">
                  <c:v>1.6679111809120281E-2</c:v>
                </c:pt>
                <c:pt idx="56" formatCode="0%">
                  <c:v>4.414096715338859E-2</c:v>
                </c:pt>
                <c:pt idx="57" formatCode="0%">
                  <c:v>5.3189039232130093E-2</c:v>
                </c:pt>
                <c:pt idx="58" formatCode="0%">
                  <c:v>9.3979734223349196E-2</c:v>
                </c:pt>
                <c:pt idx="59" formatCode="0%">
                  <c:v>8.5627192906135394E-2</c:v>
                </c:pt>
                <c:pt idx="60" formatCode="0%">
                  <c:v>0.15540330536768521</c:v>
                </c:pt>
              </c:numCache>
            </c:numRef>
          </c:val>
        </c:ser>
        <c:ser>
          <c:idx val="22"/>
          <c:order val="22"/>
          <c:tx>
            <c:strRef>
              <c:f>Sheet1!$B$312</c:f>
              <c:strCache>
                <c:ptCount val="1"/>
                <c:pt idx="0">
                  <c:v>Transporte público urbano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Sheet1!$C$312:$BK$312</c:f>
              <c:numCache>
                <c:formatCode>General</c:formatCode>
                <c:ptCount val="61"/>
                <c:pt idx="0" formatCode="0%">
                  <c:v>0.2153060734613024</c:v>
                </c:pt>
                <c:pt idx="2" formatCode="0%">
                  <c:v>0.2075543959489852</c:v>
                </c:pt>
                <c:pt idx="3" formatCode="0%">
                  <c:v>0.22292405296615761</c:v>
                </c:pt>
                <c:pt idx="5" formatCode="0%">
                  <c:v>0.27702356502884379</c:v>
                </c:pt>
                <c:pt idx="6" formatCode="0%">
                  <c:v>0.2295619788857173</c:v>
                </c:pt>
                <c:pt idx="7" formatCode="0%">
                  <c:v>0.2398684454000467</c:v>
                </c:pt>
                <c:pt idx="8" formatCode="0%">
                  <c:v>0.1643775714135392</c:v>
                </c:pt>
                <c:pt idx="10" formatCode="0%">
                  <c:v>0.18466927324711521</c:v>
                </c:pt>
                <c:pt idx="11" formatCode="0%">
                  <c:v>0.2458268138611639</c:v>
                </c:pt>
                <c:pt idx="12" formatCode="0%">
                  <c:v>0.208809623321946</c:v>
                </c:pt>
                <c:pt idx="14" formatCode="0%">
                  <c:v>0.27951558239507912</c:v>
                </c:pt>
                <c:pt idx="15" formatCode="0%">
                  <c:v>0.2229447215607627</c:v>
                </c:pt>
                <c:pt idx="16" formatCode="0%">
                  <c:v>0.1935679483617242</c:v>
                </c:pt>
                <c:pt idx="17" formatCode="0%">
                  <c:v>0.16986155362086219</c:v>
                </c:pt>
                <c:pt idx="19" formatCode="0%">
                  <c:v>0.11391261285128269</c:v>
                </c:pt>
                <c:pt idx="20" formatCode="0%">
                  <c:v>0.20024571408212419</c:v>
                </c:pt>
                <c:pt idx="21" formatCode="0%">
                  <c:v>0.28822756851630671</c:v>
                </c:pt>
                <c:pt idx="22" formatCode="0%">
                  <c:v>0.16865428307898239</c:v>
                </c:pt>
                <c:pt idx="23" formatCode="0%">
                  <c:v>0.19733756753927639</c:v>
                </c:pt>
                <c:pt idx="24" formatCode="0%">
                  <c:v>0.17085807505545139</c:v>
                </c:pt>
                <c:pt idx="26" formatCode="0%">
                  <c:v>0.21245215383759289</c:v>
                </c:pt>
                <c:pt idx="27" formatCode="0%">
                  <c:v>0.17372326802241819</c:v>
                </c:pt>
                <c:pt idx="28" formatCode="0%">
                  <c:v>0.1291853737366627</c:v>
                </c:pt>
                <c:pt idx="29" formatCode="0%">
                  <c:v>0.27402989156132801</c:v>
                </c:pt>
                <c:pt idx="30" formatCode="0%">
                  <c:v>0.29092567868135738</c:v>
                </c:pt>
                <c:pt idx="32" formatCode="0%">
                  <c:v>0.22651784882615811</c:v>
                </c:pt>
                <c:pt idx="33" formatCode="0%">
                  <c:v>0.19497120489675329</c:v>
                </c:pt>
                <c:pt idx="34" formatCode="0%">
                  <c:v>0.1233925672758908</c:v>
                </c:pt>
                <c:pt idx="35" formatCode="0%">
                  <c:v>0.2260764371031059</c:v>
                </c:pt>
                <c:pt idx="36" formatCode="0%">
                  <c:v>0.25527497933712101</c:v>
                </c:pt>
                <c:pt idx="38" formatCode="0%">
                  <c:v>0.23962605014301319</c:v>
                </c:pt>
                <c:pt idx="39" formatCode="0%">
                  <c:v>0.1079166513557754</c:v>
                </c:pt>
                <c:pt idx="40" formatCode="0%">
                  <c:v>0.18198976116712379</c:v>
                </c:pt>
                <c:pt idx="41" formatCode="0%">
                  <c:v>0.27730974748903958</c:v>
                </c:pt>
                <c:pt idx="42" formatCode="0%">
                  <c:v>0.32230240249006692</c:v>
                </c:pt>
                <c:pt idx="44" formatCode="0%">
                  <c:v>0.1703556306092959</c:v>
                </c:pt>
                <c:pt idx="45" formatCode="0%">
                  <c:v>0.10909629884283541</c:v>
                </c:pt>
                <c:pt idx="46" formatCode="0%">
                  <c:v>0.28608806293143801</c:v>
                </c:pt>
                <c:pt idx="47" formatCode="0%">
                  <c:v>0.1145294774678834</c:v>
                </c:pt>
                <c:pt idx="48" formatCode="0%">
                  <c:v>0.23643278672021731</c:v>
                </c:pt>
                <c:pt idx="49" formatCode="0%">
                  <c:v>0.36182472682638012</c:v>
                </c:pt>
                <c:pt idx="50" formatCode="0%">
                  <c:v>0.37162730052659482</c:v>
                </c:pt>
                <c:pt idx="51" formatCode="0%">
                  <c:v>0.60736252825407466</c:v>
                </c:pt>
                <c:pt idx="52" formatCode="0%">
                  <c:v>0.32007228430379558</c:v>
                </c:pt>
                <c:pt idx="53" formatCode="0%">
                  <c:v>0.38213123906798352</c:v>
                </c:pt>
                <c:pt idx="54" formatCode="0%">
                  <c:v>0.16226514648461579</c:v>
                </c:pt>
                <c:pt idx="56" formatCode="0%">
                  <c:v>0.1711494564355695</c:v>
                </c:pt>
                <c:pt idx="57" formatCode="0%">
                  <c:v>0.1898044301558672</c:v>
                </c:pt>
                <c:pt idx="58" formatCode="0%">
                  <c:v>0.16531843787134831</c:v>
                </c:pt>
                <c:pt idx="59" formatCode="0%">
                  <c:v>0.2561500063170995</c:v>
                </c:pt>
                <c:pt idx="60" formatCode="0%">
                  <c:v>0.23020140056907279</c:v>
                </c:pt>
              </c:numCache>
            </c:numRef>
          </c:val>
        </c:ser>
        <c:ser>
          <c:idx val="23"/>
          <c:order val="23"/>
          <c:tx>
            <c:strRef>
              <c:f>Sheet1!$B$313</c:f>
              <c:strCache>
                <c:ptCount val="1"/>
                <c:pt idx="0">
                  <c:v>Mobilidade sustentável (bicicletas, pedonal)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Sheet1!$C$313:$BK$313</c:f>
              <c:numCache>
                <c:formatCode>General</c:formatCode>
                <c:ptCount val="61"/>
                <c:pt idx="0" formatCode="0%">
                  <c:v>0.1015006426850366</c:v>
                </c:pt>
                <c:pt idx="2" formatCode="0%">
                  <c:v>0.1096639715357202</c:v>
                </c:pt>
                <c:pt idx="3" formatCode="0%">
                  <c:v>9.001183958772635E-2</c:v>
                </c:pt>
                <c:pt idx="5" formatCode="0%">
                  <c:v>0.23003023606698009</c:v>
                </c:pt>
                <c:pt idx="6" formatCode="0%">
                  <c:v>0.1058618538787645</c:v>
                </c:pt>
                <c:pt idx="7" formatCode="0%">
                  <c:v>6.9657582289524594E-2</c:v>
                </c:pt>
                <c:pt idx="8" formatCode="0%">
                  <c:v>8.0514463619606597E-2</c:v>
                </c:pt>
                <c:pt idx="10" formatCode="0%">
                  <c:v>7.0648038980041059E-2</c:v>
                </c:pt>
                <c:pt idx="11" formatCode="0%">
                  <c:v>0.1248675810734772</c:v>
                </c:pt>
                <c:pt idx="12" formatCode="0%">
                  <c:v>0.1051048117725823</c:v>
                </c:pt>
                <c:pt idx="14" formatCode="0%">
                  <c:v>0.17947009498866481</c:v>
                </c:pt>
                <c:pt idx="15" formatCode="0%">
                  <c:v>9.1755517329985659E-2</c:v>
                </c:pt>
                <c:pt idx="16" formatCode="0%">
                  <c:v>0.1023993663353626</c:v>
                </c:pt>
                <c:pt idx="17" formatCode="0%">
                  <c:v>5.555554165770938E-2</c:v>
                </c:pt>
                <c:pt idx="19" formatCode="0%">
                  <c:v>4.6707779142325337E-2</c:v>
                </c:pt>
                <c:pt idx="20" formatCode="0%">
                  <c:v>0.1018793639370799</c:v>
                </c:pt>
                <c:pt idx="21" formatCode="0%">
                  <c:v>0.11133075063750809</c:v>
                </c:pt>
                <c:pt idx="22" formatCode="0%">
                  <c:v>0.1187350065214709</c:v>
                </c:pt>
                <c:pt idx="23" formatCode="0%">
                  <c:v>8.9330424059731572E-2</c:v>
                </c:pt>
                <c:pt idx="24" formatCode="0%">
                  <c:v>8.9894545292470596E-2</c:v>
                </c:pt>
                <c:pt idx="26" formatCode="0%">
                  <c:v>9.1458124426906651E-2</c:v>
                </c:pt>
                <c:pt idx="27" formatCode="0%">
                  <c:v>9.0498217272506828E-2</c:v>
                </c:pt>
                <c:pt idx="28" formatCode="0%">
                  <c:v>3.8654497858964083E-2</c:v>
                </c:pt>
                <c:pt idx="29" formatCode="0%">
                  <c:v>0.1070881291830363</c:v>
                </c:pt>
                <c:pt idx="30" formatCode="0%">
                  <c:v>0.17392912984751219</c:v>
                </c:pt>
                <c:pt idx="32" formatCode="0%">
                  <c:v>3.3376783625872222E-2</c:v>
                </c:pt>
                <c:pt idx="33" formatCode="0%">
                  <c:v>7.2015827744185898E-2</c:v>
                </c:pt>
                <c:pt idx="34" formatCode="0%">
                  <c:v>2.8683305124152202E-2</c:v>
                </c:pt>
                <c:pt idx="35" formatCode="0%">
                  <c:v>0.14231585587923329</c:v>
                </c:pt>
                <c:pt idx="36" formatCode="0%">
                  <c:v>0.15243889418031059</c:v>
                </c:pt>
                <c:pt idx="38" formatCode="0%">
                  <c:v>0.16117046933275761</c:v>
                </c:pt>
                <c:pt idx="39" formatCode="0%">
                  <c:v>3.0196712677959561E-2</c:v>
                </c:pt>
                <c:pt idx="40" formatCode="0%">
                  <c:v>9.150024681479467E-2</c:v>
                </c:pt>
                <c:pt idx="41" formatCode="0%">
                  <c:v>0.14785546443443581</c:v>
                </c:pt>
                <c:pt idx="42" formatCode="0%">
                  <c:v>0.13394308506449851</c:v>
                </c:pt>
                <c:pt idx="44" formatCode="0%">
                  <c:v>9.068030761808038E-2</c:v>
                </c:pt>
                <c:pt idx="45" formatCode="0%">
                  <c:v>4.0769372079188633E-2</c:v>
                </c:pt>
                <c:pt idx="46" formatCode="0%">
                  <c:v>9.9282574447908237E-2</c:v>
                </c:pt>
                <c:pt idx="47" formatCode="0%">
                  <c:v>3.9354195831276598E-2</c:v>
                </c:pt>
                <c:pt idx="48" formatCode="0%">
                  <c:v>0.35148316330631479</c:v>
                </c:pt>
                <c:pt idx="49" formatCode="0%">
                  <c:v>0.27042693774483001</c:v>
                </c:pt>
                <c:pt idx="50" formatCode="0%">
                  <c:v>0.2647007482271358</c:v>
                </c:pt>
                <c:pt idx="51" formatCode="0%">
                  <c:v>0.26736996620177811</c:v>
                </c:pt>
                <c:pt idx="52" formatCode="0%">
                  <c:v>6.0415079208882977E-2</c:v>
                </c:pt>
                <c:pt idx="53" formatCode="0%">
                  <c:v>0.22898971439476351</c:v>
                </c:pt>
                <c:pt idx="54" formatCode="0%">
                  <c:v>7.1713859172643432E-2</c:v>
                </c:pt>
                <c:pt idx="56" formatCode="0%">
                  <c:v>0.12655899755732611</c:v>
                </c:pt>
                <c:pt idx="57" formatCode="0%">
                  <c:v>8.4332653973479832E-2</c:v>
                </c:pt>
                <c:pt idx="58" formatCode="0%">
                  <c:v>6.9832860591038409E-2</c:v>
                </c:pt>
                <c:pt idx="59" formatCode="0%">
                  <c:v>0.1547670457116315</c:v>
                </c:pt>
                <c:pt idx="60" formatCode="0%">
                  <c:v>7.6957185239901138E-2</c:v>
                </c:pt>
              </c:numCache>
            </c:numRef>
          </c:val>
        </c:ser>
        <c:ser>
          <c:idx val="24"/>
          <c:order val="24"/>
          <c:tx>
            <c:strRef>
              <c:f>Sheet1!$B$314</c:f>
              <c:strCache>
                <c:ptCount val="1"/>
                <c:pt idx="0">
                  <c:v>Acessibilidade em zonas rurais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Sheet1!$C$314:$BK$314</c:f>
              <c:numCache>
                <c:formatCode>General</c:formatCode>
                <c:ptCount val="61"/>
                <c:pt idx="0" formatCode="0%">
                  <c:v>0.1811514120746073</c:v>
                </c:pt>
                <c:pt idx="2" formatCode="0%">
                  <c:v>0.17597006125618581</c:v>
                </c:pt>
                <c:pt idx="3" formatCode="0%">
                  <c:v>0.18914975783250049</c:v>
                </c:pt>
                <c:pt idx="5" formatCode="0%">
                  <c:v>0.2286545941296918</c:v>
                </c:pt>
                <c:pt idx="6" formatCode="0%">
                  <c:v>0.2060690306568039</c:v>
                </c:pt>
                <c:pt idx="7" formatCode="0%">
                  <c:v>0.18744043934230961</c:v>
                </c:pt>
                <c:pt idx="8" formatCode="0%">
                  <c:v>0.14398573039846049</c:v>
                </c:pt>
                <c:pt idx="10" formatCode="0%">
                  <c:v>0.1842885485515752</c:v>
                </c:pt>
                <c:pt idx="11" formatCode="0%">
                  <c:v>0.20458501617636859</c:v>
                </c:pt>
                <c:pt idx="12" formatCode="0%">
                  <c:v>0.14524667866574861</c:v>
                </c:pt>
                <c:pt idx="14" formatCode="0%">
                  <c:v>0.32802501450518567</c:v>
                </c:pt>
                <c:pt idx="15" formatCode="0%">
                  <c:v>0.14991873045353549</c:v>
                </c:pt>
                <c:pt idx="16" formatCode="0%">
                  <c:v>0.17534281757824419</c:v>
                </c:pt>
                <c:pt idx="17" formatCode="0%">
                  <c:v>8.3823642143655064E-2</c:v>
                </c:pt>
                <c:pt idx="19" formatCode="0%">
                  <c:v>6.7155810507177324E-2</c:v>
                </c:pt>
                <c:pt idx="20" formatCode="0%">
                  <c:v>0.28662913177514282</c:v>
                </c:pt>
                <c:pt idx="21" formatCode="0%">
                  <c:v>0.18567786265292691</c:v>
                </c:pt>
                <c:pt idx="22" formatCode="0%">
                  <c:v>0.20664096657259071</c:v>
                </c:pt>
                <c:pt idx="23" formatCode="0%">
                  <c:v>0.16192798560152841</c:v>
                </c:pt>
                <c:pt idx="24" formatCode="0%">
                  <c:v>9.8106821794126595E-2</c:v>
                </c:pt>
                <c:pt idx="26" formatCode="0%">
                  <c:v>0.24578055224407419</c:v>
                </c:pt>
                <c:pt idx="27" formatCode="0%">
                  <c:v>0.13154830115296459</c:v>
                </c:pt>
                <c:pt idx="28" formatCode="0%">
                  <c:v>9.0348101336053754E-2</c:v>
                </c:pt>
                <c:pt idx="29" formatCode="0%">
                  <c:v>0.25178597880280401</c:v>
                </c:pt>
                <c:pt idx="30" formatCode="0%">
                  <c:v>0.21632469343740421</c:v>
                </c:pt>
                <c:pt idx="32" formatCode="0%">
                  <c:v>0.18372534202507951</c:v>
                </c:pt>
                <c:pt idx="33" formatCode="0%">
                  <c:v>0.10736419575743671</c:v>
                </c:pt>
                <c:pt idx="34" formatCode="0%">
                  <c:v>0.16524598372925681</c:v>
                </c:pt>
                <c:pt idx="35" formatCode="0%">
                  <c:v>0.19153195746801119</c:v>
                </c:pt>
                <c:pt idx="36" formatCode="0%">
                  <c:v>0.19299980889550011</c:v>
                </c:pt>
                <c:pt idx="38" formatCode="0%">
                  <c:v>0.25784107151779989</c:v>
                </c:pt>
                <c:pt idx="39" formatCode="0%">
                  <c:v>6.9863719687435627E-2</c:v>
                </c:pt>
                <c:pt idx="40" formatCode="0%">
                  <c:v>0.15411381609608221</c:v>
                </c:pt>
                <c:pt idx="41" formatCode="0%">
                  <c:v>0.29059050230847899</c:v>
                </c:pt>
                <c:pt idx="42" formatCode="0%">
                  <c:v>0.20350244204394971</c:v>
                </c:pt>
                <c:pt idx="44" formatCode="0%">
                  <c:v>0.14438773521466031</c:v>
                </c:pt>
                <c:pt idx="45" formatCode="0%">
                  <c:v>9.676666499545257E-2</c:v>
                </c:pt>
                <c:pt idx="46" formatCode="0%">
                  <c:v>0.25409950616661447</c:v>
                </c:pt>
                <c:pt idx="47" formatCode="0%">
                  <c:v>0.1163959848787261</c:v>
                </c:pt>
                <c:pt idx="48" formatCode="0%">
                  <c:v>0.17212598073599389</c:v>
                </c:pt>
                <c:pt idx="49" formatCode="0%">
                  <c:v>0.46730181500801549</c:v>
                </c:pt>
                <c:pt idx="50" formatCode="0%">
                  <c:v>0.22479372085250321</c:v>
                </c:pt>
                <c:pt idx="51" formatCode="0%">
                  <c:v>0.26777188387751122</c:v>
                </c:pt>
                <c:pt idx="52" formatCode="0%">
                  <c:v>0.1461980378101525</c:v>
                </c:pt>
                <c:pt idx="53" formatCode="0%">
                  <c:v>0.29445843609726902</c:v>
                </c:pt>
                <c:pt idx="54" formatCode="0%">
                  <c:v>0.17775616994376631</c:v>
                </c:pt>
                <c:pt idx="56" formatCode="0%">
                  <c:v>0.18479975682717259</c:v>
                </c:pt>
                <c:pt idx="57" formatCode="0%">
                  <c:v>7.9111816615672223E-2</c:v>
                </c:pt>
                <c:pt idx="58" formatCode="0%">
                  <c:v>0.10365370204280611</c:v>
                </c:pt>
                <c:pt idx="59" formatCode="0%">
                  <c:v>0.26648422969426783</c:v>
                </c:pt>
                <c:pt idx="60" formatCode="0%">
                  <c:v>0.17254778658512879</c:v>
                </c:pt>
              </c:numCache>
            </c:numRef>
          </c:val>
        </c:ser>
        <c:ser>
          <c:idx val="25"/>
          <c:order val="25"/>
          <c:tx>
            <c:strRef>
              <c:f>Sheet1!$B$315</c:f>
              <c:strCache>
                <c:ptCount val="1"/>
                <c:pt idx="0">
                  <c:v>Outro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Sheet1!$C$315:$BK$315</c:f>
              <c:numCache>
                <c:formatCode>General</c:formatCode>
                <c:ptCount val="61"/>
                <c:pt idx="0" formatCode="0%">
                  <c:v>0.11949908562656961</c:v>
                </c:pt>
                <c:pt idx="2" formatCode="0%">
                  <c:v>0.1118808760323349</c:v>
                </c:pt>
                <c:pt idx="3" formatCode="0%">
                  <c:v>0.12965573504480779</c:v>
                </c:pt>
                <c:pt idx="5" formatCode="0%">
                  <c:v>8.5210322722085521E-2</c:v>
                </c:pt>
                <c:pt idx="6" formatCode="0%">
                  <c:v>0.18637343350307889</c:v>
                </c:pt>
                <c:pt idx="7" formatCode="0%">
                  <c:v>9.8050272946716324E-2</c:v>
                </c:pt>
                <c:pt idx="8" formatCode="0%">
                  <c:v>0.1085235191932219</c:v>
                </c:pt>
                <c:pt idx="10" formatCode="0%">
                  <c:v>9.1459898100689316E-2</c:v>
                </c:pt>
                <c:pt idx="11" formatCode="0%">
                  <c:v>0.1214464470364736</c:v>
                </c:pt>
                <c:pt idx="12" formatCode="0%">
                  <c:v>0.1493340764556817</c:v>
                </c:pt>
                <c:pt idx="14" formatCode="0%">
                  <c:v>0.14236329410535889</c:v>
                </c:pt>
                <c:pt idx="15" formatCode="0%">
                  <c:v>0.10438854562746849</c:v>
                </c:pt>
                <c:pt idx="16" formatCode="0%">
                  <c:v>0.10166350615511439</c:v>
                </c:pt>
                <c:pt idx="17" formatCode="0%">
                  <c:v>0.16696028496880039</c:v>
                </c:pt>
                <c:pt idx="19" formatCode="0%">
                  <c:v>0.13250108145339609</c:v>
                </c:pt>
                <c:pt idx="20" formatCode="0%">
                  <c:v>9.3566861974482607E-2</c:v>
                </c:pt>
                <c:pt idx="21" formatCode="0%">
                  <c:v>0.11943668887750759</c:v>
                </c:pt>
                <c:pt idx="22" formatCode="0%">
                  <c:v>0.10977984901815981</c:v>
                </c:pt>
                <c:pt idx="23" formatCode="0%">
                  <c:v>0.14855968965763319</c:v>
                </c:pt>
                <c:pt idx="24" formatCode="0%">
                  <c:v>2.618484744315339E-2</c:v>
                </c:pt>
                <c:pt idx="26" formatCode="0%">
                  <c:v>0.1652752923574427</c:v>
                </c:pt>
                <c:pt idx="27" formatCode="0%">
                  <c:v>0.1045055569562465</c:v>
                </c:pt>
                <c:pt idx="28" formatCode="0%">
                  <c:v>0.14822553253008069</c:v>
                </c:pt>
                <c:pt idx="29" formatCode="0%">
                  <c:v>0.118931525131861</c:v>
                </c:pt>
                <c:pt idx="30" formatCode="0%">
                  <c:v>8.037246507608814E-2</c:v>
                </c:pt>
                <c:pt idx="32" formatCode="0%">
                  <c:v>0.13898830775854801</c:v>
                </c:pt>
                <c:pt idx="33" formatCode="0%">
                  <c:v>0.13589554050731339</c:v>
                </c:pt>
                <c:pt idx="34" formatCode="0%">
                  <c:v>0.1186793691826524</c:v>
                </c:pt>
                <c:pt idx="35" formatCode="0%">
                  <c:v>0.1494065515636312</c:v>
                </c:pt>
                <c:pt idx="36" formatCode="0%">
                  <c:v>0.109257701976259</c:v>
                </c:pt>
                <c:pt idx="38" formatCode="0%">
                  <c:v>0.1641100452492727</c:v>
                </c:pt>
                <c:pt idx="39" formatCode="0%">
                  <c:v>0.13667675348997371</c:v>
                </c:pt>
                <c:pt idx="40" formatCode="0%">
                  <c:v>0.1004933590172539</c:v>
                </c:pt>
                <c:pt idx="41" formatCode="0%">
                  <c:v>0.11630134840558</c:v>
                </c:pt>
                <c:pt idx="42" formatCode="0%">
                  <c:v>9.1221815003363946E-2</c:v>
                </c:pt>
                <c:pt idx="44" formatCode="0%">
                  <c:v>9.2959784369505236E-2</c:v>
                </c:pt>
                <c:pt idx="45" formatCode="0%">
                  <c:v>0.14793128754492271</c:v>
                </c:pt>
                <c:pt idx="46" formatCode="0%">
                  <c:v>0.11574854894455371</c:v>
                </c:pt>
                <c:pt idx="47" formatCode="0%">
                  <c:v>7.7346736167815705E-2</c:v>
                </c:pt>
                <c:pt idx="48" formatCode="0%">
                  <c:v>7.7616573473324221E-2</c:v>
                </c:pt>
                <c:pt idx="49" formatCode="0%">
                  <c:v>0.1768646845942981</c:v>
                </c:pt>
                <c:pt idx="50" formatCode="0%">
                  <c:v>9.5314023458692318E-2</c:v>
                </c:pt>
                <c:pt idx="51" formatCode="0%">
                  <c:v>5.7749726816680898E-3</c:v>
                </c:pt>
                <c:pt idx="52" formatCode="0%">
                  <c:v>0.17437747168544371</c:v>
                </c:pt>
                <c:pt idx="53" formatCode="0%">
                  <c:v>0.17958288610454351</c:v>
                </c:pt>
                <c:pt idx="54" formatCode="0%">
                  <c:v>0.1160381469894935</c:v>
                </c:pt>
                <c:pt idx="56" formatCode="0%">
                  <c:v>6.9463383787274902E-2</c:v>
                </c:pt>
                <c:pt idx="57" formatCode="0%">
                  <c:v>0.16260849079342499</c:v>
                </c:pt>
                <c:pt idx="58" formatCode="0%">
                  <c:v>7.0174415349591832E-2</c:v>
                </c:pt>
                <c:pt idx="59" formatCode="0%">
                  <c:v>0.14069736557808299</c:v>
                </c:pt>
                <c:pt idx="60" formatCode="0%">
                  <c:v>0.13199067745109971</c:v>
                </c:pt>
              </c:numCache>
            </c:numRef>
          </c:val>
        </c:ser>
        <c:ser>
          <c:idx val="26"/>
          <c:order val="26"/>
          <c:tx>
            <c:strRef>
              <c:f>Sheet1!$B$316</c:f>
              <c:strCache>
                <c:ptCount val="1"/>
                <c:pt idx="0">
                  <c:v>Não sabe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Sheet1!$C$316:$BK$316</c:f>
              <c:numCache>
                <c:formatCode>General</c:formatCode>
                <c:ptCount val="61"/>
                <c:pt idx="0" formatCode="0%">
                  <c:v>2.6267454399484701E-2</c:v>
                </c:pt>
                <c:pt idx="2" formatCode="0%">
                  <c:v>3.066962015659817E-2</c:v>
                </c:pt>
                <c:pt idx="3" formatCode="0%">
                  <c:v>2.1879939965993671E-2</c:v>
                </c:pt>
                <c:pt idx="5" formatCode="0%">
                  <c:v>1.451510463789308E-2</c:v>
                </c:pt>
                <c:pt idx="6" formatCode="0%">
                  <c:v>1.6414045312349381E-2</c:v>
                </c:pt>
                <c:pt idx="7" formatCode="0%">
                  <c:v>1.9810087390015729E-2</c:v>
                </c:pt>
                <c:pt idx="8" formatCode="0%">
                  <c:v>4.1829713733995161E-2</c:v>
                </c:pt>
                <c:pt idx="10" formatCode="0%">
                  <c:v>5.2258925276626088E-2</c:v>
                </c:pt>
                <c:pt idx="11" formatCode="0%">
                  <c:v>1.6747605482804361E-2</c:v>
                </c:pt>
                <c:pt idx="12" formatCode="0%">
                  <c:v>9.2340145529301153E-3</c:v>
                </c:pt>
                <c:pt idx="14" formatCode="0%">
                  <c:v>3.5159378464784938E-2</c:v>
                </c:pt>
                <c:pt idx="15" formatCode="0%">
                  <c:v>3.4663824857738078E-2</c:v>
                </c:pt>
                <c:pt idx="16" formatCode="0%">
                  <c:v>2.3167185853639739E-2</c:v>
                </c:pt>
                <c:pt idx="17" formatCode="0%">
                  <c:v>9.5657074593875051E-3</c:v>
                </c:pt>
                <c:pt idx="19" formatCode="0%">
                  <c:v>3.0423232398111288E-2</c:v>
                </c:pt>
                <c:pt idx="20" formatCode="0%">
                  <c:v>3.4439525873527898E-3</c:v>
                </c:pt>
                <c:pt idx="21" formatCode="0%">
                  <c:v>9.8676759657164125E-3</c:v>
                </c:pt>
                <c:pt idx="22" formatCode="0%">
                  <c:v>4.6059083372090102E-2</c:v>
                </c:pt>
                <c:pt idx="23" formatCode="0%">
                  <c:v>2.8402114114112219E-2</c:v>
                </c:pt>
                <c:pt idx="24" formatCode="0%">
                  <c:v>6.8257355066717429E-2</c:v>
                </c:pt>
                <c:pt idx="26" formatCode="0%">
                  <c:v>2.7086108301508711E-2</c:v>
                </c:pt>
                <c:pt idx="27" formatCode="0%">
                  <c:v>1.6490116854568231E-2</c:v>
                </c:pt>
                <c:pt idx="28" formatCode="0%">
                  <c:v>5.7547785470479687E-2</c:v>
                </c:pt>
                <c:pt idx="29" formatCode="0%">
                  <c:v>2.856184079275121E-2</c:v>
                </c:pt>
                <c:pt idx="30" formatCode="0%">
                  <c:v>5.07553822988604E-3</c:v>
                </c:pt>
                <c:pt idx="32" formatCode="0%">
                  <c:v>4.5593441994259E-2</c:v>
                </c:pt>
                <c:pt idx="33" formatCode="0%">
                  <c:v>3.3723068335484517E-2</c:v>
                </c:pt>
                <c:pt idx="34" formatCode="0%">
                  <c:v>6.656595874669631E-2</c:v>
                </c:pt>
                <c:pt idx="35" formatCode="0%">
                  <c:v>7.6591752113432587E-4</c:v>
                </c:pt>
                <c:pt idx="36" formatCode="0%">
                  <c:v>2.0211592230261711E-3</c:v>
                </c:pt>
                <c:pt idx="38" formatCode="0%">
                  <c:v>2.9328581076668699E-2</c:v>
                </c:pt>
                <c:pt idx="39" formatCode="0%">
                  <c:v>4.702040955880616E-2</c:v>
                </c:pt>
                <c:pt idx="40" formatCode="0%">
                  <c:v>1.9687075078018961E-3</c:v>
                </c:pt>
                <c:pt idx="41" formatCode="0%">
                  <c:v>6.6597569230751608E-2</c:v>
                </c:pt>
                <c:pt idx="42" formatCode="0%">
                  <c:v>3.6455115942758908E-3</c:v>
                </c:pt>
                <c:pt idx="44" formatCode="0%">
                  <c:v>1.533289844843899E-2</c:v>
                </c:pt>
                <c:pt idx="45" formatCode="0%">
                  <c:v>5.0031780870436887E-2</c:v>
                </c:pt>
                <c:pt idx="46" formatCode="0%">
                  <c:v>2.6431059764208439E-2</c:v>
                </c:pt>
                <c:pt idx="47" formatCode="0%">
                  <c:v>1.316691354520683E-2</c:v>
                </c:pt>
                <c:pt idx="48" formatCode="0%">
                  <c:v>0</c:v>
                </c:pt>
                <c:pt idx="49" formatCode="0%">
                  <c:v>0</c:v>
                </c:pt>
                <c:pt idx="50" formatCode="0%">
                  <c:v>5.3037024504042664E-3</c:v>
                </c:pt>
                <c:pt idx="51" formatCode="0%">
                  <c:v>0</c:v>
                </c:pt>
                <c:pt idx="52" formatCode="0%">
                  <c:v>7.8640815092283697E-3</c:v>
                </c:pt>
                <c:pt idx="53" formatCode="0%">
                  <c:v>4.1870502445485744E-3</c:v>
                </c:pt>
                <c:pt idx="54" formatCode="0%">
                  <c:v>5.3315587816349957E-2</c:v>
                </c:pt>
                <c:pt idx="56" formatCode="0%">
                  <c:v>2.0110400579061782E-2</c:v>
                </c:pt>
                <c:pt idx="57" formatCode="0%">
                  <c:v>2.3223797520269141E-3</c:v>
                </c:pt>
                <c:pt idx="58" formatCode="0%">
                  <c:v>6.7943482957517579E-2</c:v>
                </c:pt>
                <c:pt idx="59" formatCode="0%">
                  <c:v>5.6639718519205821E-3</c:v>
                </c:pt>
                <c:pt idx="60" formatCode="0%">
                  <c:v>3.7684004574957852E-2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28688144"/>
        <c:axId val="1628690320"/>
      </c:barChart>
      <c:catAx>
        <c:axId val="1628688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n-US"/>
          </a:p>
        </c:txPr>
        <c:crossAx val="1628690320"/>
        <c:crosses val="autoZero"/>
        <c:auto val="1"/>
        <c:lblAlgn val="ctr"/>
        <c:lblOffset val="100"/>
        <c:noMultiLvlLbl val="0"/>
      </c:catAx>
      <c:valAx>
        <c:axId val="162869032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28688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2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3"/>
        <c:txPr>
          <a:bodyPr rot="0" vert="horz"/>
          <a:lstStyle/>
          <a:p>
            <a:pPr>
              <a:defRPr lang="en-US" sz="2000" b="0" baseline="0">
                <a:ln>
                  <a:noFill/>
                </a:ln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4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5"/>
        <c:txPr>
          <a:bodyPr rot="0" vert="horz"/>
          <a:lstStyle/>
          <a:p>
            <a:pPr>
              <a:defRPr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6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7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8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9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0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1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2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3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4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5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6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7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8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9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20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21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22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23"/>
        <c:txPr>
          <a:bodyPr rot="0" vert="horz"/>
          <a:lstStyle/>
          <a:p>
            <a:pPr>
              <a:defRPr lang="en-US" sz="20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ayout>
        <c:manualLayout>
          <c:xMode val="edge"/>
          <c:yMode val="edge"/>
          <c:x val="0"/>
          <c:y val="1.1820936160953723E-2"/>
          <c:w val="0.99866435533341302"/>
          <c:h val="9.6502345543439921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lang="en-US" sz="2000" b="0" baseline="0">
              <a:latin typeface="HelveticaNeue Std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Clase baja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Sheet1!$C$3:$BS$3</c:f>
              <c:numCache>
                <c:formatCode>General</c:formatCode>
                <c:ptCount val="69"/>
                <c:pt idx="0" formatCode="0%">
                  <c:v>0.34255238638551672</c:v>
                </c:pt>
                <c:pt idx="2" formatCode="0%">
                  <c:v>0.38679061102545481</c:v>
                </c:pt>
                <c:pt idx="3" formatCode="0%">
                  <c:v>0.3005836289261718</c:v>
                </c:pt>
                <c:pt idx="5" formatCode="0%">
                  <c:v>0.4352384392433189</c:v>
                </c:pt>
                <c:pt idx="6" formatCode="0%">
                  <c:v>0.38463857515437511</c:v>
                </c:pt>
                <c:pt idx="7" formatCode="0%">
                  <c:v>0.34280541024734196</c:v>
                </c:pt>
                <c:pt idx="8" formatCode="0%">
                  <c:v>0.20420951565829984</c:v>
                </c:pt>
                <c:pt idx="10" formatCode="0%">
                  <c:v>0.4869921909919902</c:v>
                </c:pt>
                <c:pt idx="11" formatCode="0%">
                  <c:v>0.34501607868470496</c:v>
                </c:pt>
                <c:pt idx="12" formatCode="0%">
                  <c:v>0.17848182710132068</c:v>
                </c:pt>
                <c:pt idx="14" formatCode="0%">
                  <c:v>1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</c:v>
                </c:pt>
                <c:pt idx="19" formatCode="0%">
                  <c:v>0.10357925294740042</c:v>
                </c:pt>
                <c:pt idx="20" formatCode="0%">
                  <c:v>0.24784386543580172</c:v>
                </c:pt>
                <c:pt idx="21" formatCode="0%">
                  <c:v>0.50200431666894774</c:v>
                </c:pt>
                <c:pt idx="22" formatCode="0%">
                  <c:v>0.54928503343244028</c:v>
                </c:pt>
                <c:pt idx="23" formatCode="0%">
                  <c:v>0.23416534105721939</c:v>
                </c:pt>
                <c:pt idx="24" formatCode="0%">
                  <c:v>0.33771578626343002</c:v>
                </c:pt>
                <c:pt idx="25" formatCode="0%">
                  <c:v>0.52532417766801542</c:v>
                </c:pt>
                <c:pt idx="27" formatCode="0%">
                  <c:v>0.22096229715012433</c:v>
                </c:pt>
                <c:pt idx="28" formatCode="0%">
                  <c:v>0.26761654302273374</c:v>
                </c:pt>
                <c:pt idx="29" formatCode="0%">
                  <c:v>0.47902284905420311</c:v>
                </c:pt>
                <c:pt idx="30" formatCode="0%">
                  <c:v>0.42822729806397597</c:v>
                </c:pt>
                <c:pt idx="32" formatCode="0%">
                  <c:v>0.33205147825419695</c:v>
                </c:pt>
                <c:pt idx="33" formatCode="0%">
                  <c:v>0.38741204345430819</c:v>
                </c:pt>
                <c:pt idx="34" formatCode="0%">
                  <c:v>0.31111341727543129</c:v>
                </c:pt>
                <c:pt idx="35" formatCode="0%">
                  <c:v>0.44924104043734964</c:v>
                </c:pt>
                <c:pt idx="37" formatCode="0%">
                  <c:v>0.24207410509087701</c:v>
                </c:pt>
                <c:pt idx="38" formatCode="0%">
                  <c:v>0.2022088705854399</c:v>
                </c:pt>
                <c:pt idx="39" formatCode="0%">
                  <c:v>0.41378590027377954</c:v>
                </c:pt>
                <c:pt idx="40" formatCode="0%">
                  <c:v>0.37032367458282622</c:v>
                </c:pt>
                <c:pt idx="41" formatCode="0%">
                  <c:v>0.34124030979462217</c:v>
                </c:pt>
                <c:pt idx="42" formatCode="0%">
                  <c:v>0.44986173015401609</c:v>
                </c:pt>
                <c:pt idx="44" formatCode="0%">
                  <c:v>0.46266017693289024</c:v>
                </c:pt>
                <c:pt idx="45" formatCode="0%">
                  <c:v>0.25896580891820548</c:v>
                </c:pt>
                <c:pt idx="46" formatCode="0%">
                  <c:v>0.16888654776391709</c:v>
                </c:pt>
                <c:pt idx="47" formatCode="0%">
                  <c:v>0.14636860612359831</c:v>
                </c:pt>
                <c:pt idx="49" formatCode="0%">
                  <c:v>0.45088189981675536</c:v>
                </c:pt>
                <c:pt idx="50" formatCode="0%">
                  <c:v>0.23694971989620892</c:v>
                </c:pt>
                <c:pt idx="52" formatCode="0%">
                  <c:v>0.43589158903521219</c:v>
                </c:pt>
                <c:pt idx="53" formatCode="0%">
                  <c:v>0.24061236797614305</c:v>
                </c:pt>
                <c:pt idx="54" formatCode="0%">
                  <c:v>0.35616269705806497</c:v>
                </c:pt>
                <c:pt idx="55" formatCode="0%">
                  <c:v>0.41047239688500803</c:v>
                </c:pt>
                <c:pt idx="57" formatCode="0%">
                  <c:v>0.47122812769831623</c:v>
                </c:pt>
                <c:pt idx="58" formatCode="0%">
                  <c:v>0.24669122261465332</c:v>
                </c:pt>
                <c:pt idx="59" formatCode="0%">
                  <c:v>0.58994258223194451</c:v>
                </c:pt>
                <c:pt idx="60" formatCode="0%">
                  <c:v>0.687911616247325</c:v>
                </c:pt>
                <c:pt idx="61" formatCode="0%">
                  <c:v>0.59473185620264379</c:v>
                </c:pt>
                <c:pt idx="62" formatCode="0%">
                  <c:v>0.53623191138362558</c:v>
                </c:pt>
                <c:pt idx="63" formatCode="0%">
                  <c:v>0.69990059076079514</c:v>
                </c:pt>
                <c:pt idx="65" formatCode="0%">
                  <c:v>0.5165464303900219</c:v>
                </c:pt>
                <c:pt idx="66" formatCode="0%">
                  <c:v>0.33518908146908466</c:v>
                </c:pt>
                <c:pt idx="67" formatCode="0%">
                  <c:v>0.35249220599057113</c:v>
                </c:pt>
                <c:pt idx="68" formatCode="0%">
                  <c:v>0.26201381696626019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Clase media baja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Sheet1!$C$4:$BS$4</c:f>
              <c:numCache>
                <c:formatCode>General</c:formatCode>
                <c:ptCount val="69"/>
                <c:pt idx="0" formatCode="0%">
                  <c:v>0.30893793090287569</c:v>
                </c:pt>
                <c:pt idx="2" formatCode="0%">
                  <c:v>0.26762886282023274</c:v>
                </c:pt>
                <c:pt idx="3" formatCode="0%">
                  <c:v>0.35036363321204134</c:v>
                </c:pt>
                <c:pt idx="5" formatCode="0%">
                  <c:v>0.26108494828813716</c:v>
                </c:pt>
                <c:pt idx="6" formatCode="0%">
                  <c:v>0.34548512149283861</c:v>
                </c:pt>
                <c:pt idx="7" formatCode="0%">
                  <c:v>0.2663991417943235</c:v>
                </c:pt>
                <c:pt idx="8" formatCode="0%">
                  <c:v>0.35888461431637331</c:v>
                </c:pt>
                <c:pt idx="10" formatCode="0%">
                  <c:v>0.28698123504124418</c:v>
                </c:pt>
                <c:pt idx="11" formatCode="0%">
                  <c:v>0.28717152665799645</c:v>
                </c:pt>
                <c:pt idx="12" formatCode="0%">
                  <c:v>0.36842261534591825</c:v>
                </c:pt>
                <c:pt idx="14" formatCode="0%">
                  <c:v>0</c:v>
                </c:pt>
                <c:pt idx="15" formatCode="0%">
                  <c:v>1</c:v>
                </c:pt>
                <c:pt idx="16" formatCode="0%">
                  <c:v>0</c:v>
                </c:pt>
                <c:pt idx="17" formatCode="0%">
                  <c:v>0</c:v>
                </c:pt>
                <c:pt idx="19" formatCode="0%">
                  <c:v>0.44335798012660127</c:v>
                </c:pt>
                <c:pt idx="20" formatCode="0%">
                  <c:v>0.32236219002156441</c:v>
                </c:pt>
                <c:pt idx="21" formatCode="0%">
                  <c:v>0.25052465962307324</c:v>
                </c:pt>
                <c:pt idx="22" formatCode="0%">
                  <c:v>0.24260942355699808</c:v>
                </c:pt>
                <c:pt idx="23" formatCode="0%">
                  <c:v>0.31109988736004923</c:v>
                </c:pt>
                <c:pt idx="24" formatCode="0%">
                  <c:v>0.40457513349443919</c:v>
                </c:pt>
                <c:pt idx="25" formatCode="0%">
                  <c:v>0.25965959089258833</c:v>
                </c:pt>
                <c:pt idx="27" formatCode="0%">
                  <c:v>0.37968423231246468</c:v>
                </c:pt>
                <c:pt idx="28" formatCode="0%">
                  <c:v>0.36608782431621356</c:v>
                </c:pt>
                <c:pt idx="29" formatCode="0%">
                  <c:v>0.20634182270995907</c:v>
                </c:pt>
                <c:pt idx="30" formatCode="0%">
                  <c:v>0.25674367757418115</c:v>
                </c:pt>
                <c:pt idx="32" formatCode="0%">
                  <c:v>0.3615137442626965</c:v>
                </c:pt>
                <c:pt idx="33" formatCode="0%">
                  <c:v>0.34359905295312432</c:v>
                </c:pt>
                <c:pt idx="34" formatCode="0%">
                  <c:v>0.29775585401347038</c:v>
                </c:pt>
                <c:pt idx="35" formatCode="0%">
                  <c:v>0.27610993431944508</c:v>
                </c:pt>
                <c:pt idx="37" formatCode="0%">
                  <c:v>0.31377724163891468</c:v>
                </c:pt>
                <c:pt idx="38" formatCode="0%">
                  <c:v>0.39639775705851904</c:v>
                </c:pt>
                <c:pt idx="39" formatCode="0%">
                  <c:v>0.29705574418474934</c:v>
                </c:pt>
                <c:pt idx="40" formatCode="0%">
                  <c:v>0.13180571422211532</c:v>
                </c:pt>
                <c:pt idx="41" formatCode="0%">
                  <c:v>0.34304334507956291</c:v>
                </c:pt>
                <c:pt idx="42" formatCode="0%">
                  <c:v>0.31549819618429892</c:v>
                </c:pt>
                <c:pt idx="44" formatCode="0%">
                  <c:v>0.25576743969910781</c:v>
                </c:pt>
                <c:pt idx="45" formatCode="0%">
                  <c:v>0.36262331180648538</c:v>
                </c:pt>
                <c:pt idx="46" formatCode="0%">
                  <c:v>0.33760072568405713</c:v>
                </c:pt>
                <c:pt idx="47" formatCode="0%">
                  <c:v>0.47018645138150739</c:v>
                </c:pt>
                <c:pt idx="49" formatCode="0%">
                  <c:v>0.28225759655456328</c:v>
                </c:pt>
                <c:pt idx="50" formatCode="0%">
                  <c:v>0.32799709425570428</c:v>
                </c:pt>
                <c:pt idx="52" formatCode="0%">
                  <c:v>0.23404185021234133</c:v>
                </c:pt>
                <c:pt idx="53" formatCode="0%">
                  <c:v>0.34986602014682161</c:v>
                </c:pt>
                <c:pt idx="54" formatCode="0%">
                  <c:v>0.33351686539597791</c:v>
                </c:pt>
                <c:pt idx="55" formatCode="0%">
                  <c:v>0.33323716221749067</c:v>
                </c:pt>
                <c:pt idx="57" formatCode="0%">
                  <c:v>0.26480950418512655</c:v>
                </c:pt>
                <c:pt idx="58" formatCode="0%">
                  <c:v>0.23045216926213746</c:v>
                </c:pt>
                <c:pt idx="59" formatCode="0%">
                  <c:v>0.23339348626135037</c:v>
                </c:pt>
                <c:pt idx="60" formatCode="0%">
                  <c:v>0.22094931450767802</c:v>
                </c:pt>
                <c:pt idx="61" formatCode="0%">
                  <c:v>0.26259823252270964</c:v>
                </c:pt>
                <c:pt idx="62" formatCode="0%">
                  <c:v>0.1253505974170176</c:v>
                </c:pt>
                <c:pt idx="63" formatCode="0%">
                  <c:v>0.18098175051410537</c:v>
                </c:pt>
                <c:pt idx="65" formatCode="0%">
                  <c:v>0.20449474071159121</c:v>
                </c:pt>
                <c:pt idx="66" formatCode="0%">
                  <c:v>0.26638327729012568</c:v>
                </c:pt>
                <c:pt idx="67" formatCode="0%">
                  <c:v>0.4335437670814114</c:v>
                </c:pt>
                <c:pt idx="68" formatCode="0%">
                  <c:v>0.32030291143868828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Sheet1!$B$5</c:f>
              <c:strCache>
                <c:ptCount val="1"/>
                <c:pt idx="0">
                  <c:v>Clase media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Sheet1!$C$5:$BS$5</c:f>
              <c:numCache>
                <c:formatCode>General</c:formatCode>
                <c:ptCount val="69"/>
                <c:pt idx="0" formatCode="0%">
                  <c:v>0.26980625574473155</c:v>
                </c:pt>
                <c:pt idx="2" formatCode="0%">
                  <c:v>0.28402324244130783</c:v>
                </c:pt>
                <c:pt idx="3" formatCode="0%">
                  <c:v>0.25632408946564367</c:v>
                </c:pt>
                <c:pt idx="5" formatCode="0%">
                  <c:v>0.20999704856938958</c:v>
                </c:pt>
                <c:pt idx="6" formatCode="0%">
                  <c:v>0.21221927716568206</c:v>
                </c:pt>
                <c:pt idx="7" formatCode="0%">
                  <c:v>0.33473951377286582</c:v>
                </c:pt>
                <c:pt idx="8" formatCode="0%">
                  <c:v>0.31041974137737965</c:v>
                </c:pt>
                <c:pt idx="10" formatCode="0%">
                  <c:v>0.16781067441784334</c:v>
                </c:pt>
                <c:pt idx="11" formatCode="0%">
                  <c:v>0.27669338057378096</c:v>
                </c:pt>
                <c:pt idx="12" formatCode="0%">
                  <c:v>0.37205100343018299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1</c:v>
                </c:pt>
                <c:pt idx="17" formatCode="0%">
                  <c:v>0</c:v>
                </c:pt>
                <c:pt idx="19" formatCode="0%">
                  <c:v>0.37407174332629706</c:v>
                </c:pt>
                <c:pt idx="20" formatCode="0%">
                  <c:v>0.3881873779440434</c:v>
                </c:pt>
                <c:pt idx="21" formatCode="0%">
                  <c:v>0.19591813230840638</c:v>
                </c:pt>
                <c:pt idx="22" formatCode="0%">
                  <c:v>0.14226660763049298</c:v>
                </c:pt>
                <c:pt idx="23" formatCode="0%">
                  <c:v>0.32519778686125844</c:v>
                </c:pt>
                <c:pt idx="24" formatCode="0%">
                  <c:v>0.22484007570824058</c:v>
                </c:pt>
                <c:pt idx="25" formatCode="0%">
                  <c:v>0.10815140111245126</c:v>
                </c:pt>
                <c:pt idx="27" formatCode="0%">
                  <c:v>0.29767027933512941</c:v>
                </c:pt>
                <c:pt idx="28" formatCode="0%">
                  <c:v>0.31080682344085714</c:v>
                </c:pt>
                <c:pt idx="29" formatCode="0%">
                  <c:v>0.29090948071975009</c:v>
                </c:pt>
                <c:pt idx="30" formatCode="0%">
                  <c:v>0.21176599204151045</c:v>
                </c:pt>
                <c:pt idx="32" formatCode="0%">
                  <c:v>0.28043543478745847</c:v>
                </c:pt>
                <c:pt idx="33" formatCode="0%">
                  <c:v>0.20200686247038543</c:v>
                </c:pt>
                <c:pt idx="34" formatCode="0%">
                  <c:v>0.29454881156614382</c:v>
                </c:pt>
                <c:pt idx="35" formatCode="0%">
                  <c:v>0.23538396597015082</c:v>
                </c:pt>
                <c:pt idx="37" formatCode="0%">
                  <c:v>0.37495391736334421</c:v>
                </c:pt>
                <c:pt idx="38" formatCode="0%">
                  <c:v>0.28694874032851897</c:v>
                </c:pt>
                <c:pt idx="39" formatCode="0%">
                  <c:v>0.11005952765316607</c:v>
                </c:pt>
                <c:pt idx="40" formatCode="0%">
                  <c:v>0.35105369628525218</c:v>
                </c:pt>
                <c:pt idx="41" formatCode="0%">
                  <c:v>0.2849090924431083</c:v>
                </c:pt>
                <c:pt idx="42" formatCode="0%">
                  <c:v>0.19881396191029047</c:v>
                </c:pt>
                <c:pt idx="44" formatCode="0%">
                  <c:v>0.23119691284868657</c:v>
                </c:pt>
                <c:pt idx="45" formatCode="0%">
                  <c:v>0.3001630530015616</c:v>
                </c:pt>
                <c:pt idx="46" formatCode="0%">
                  <c:v>0.34839429905467545</c:v>
                </c:pt>
                <c:pt idx="47" formatCode="0%">
                  <c:v>0.34382739895706121</c:v>
                </c:pt>
                <c:pt idx="49" formatCode="0%">
                  <c:v>0.21577877999632153</c:v>
                </c:pt>
                <c:pt idx="50" formatCode="0%">
                  <c:v>0.35000058289939501</c:v>
                </c:pt>
                <c:pt idx="52" formatCode="0%">
                  <c:v>0.26586996276386066</c:v>
                </c:pt>
                <c:pt idx="53" formatCode="0%">
                  <c:v>0.29353571322416394</c:v>
                </c:pt>
                <c:pt idx="54" formatCode="0%">
                  <c:v>0.26514256237082007</c:v>
                </c:pt>
                <c:pt idx="55" formatCode="0%">
                  <c:v>0.21640247323997264</c:v>
                </c:pt>
                <c:pt idx="57" formatCode="0%">
                  <c:v>0.16858581349350929</c:v>
                </c:pt>
                <c:pt idx="58" formatCode="0%">
                  <c:v>0.45625991974597097</c:v>
                </c:pt>
                <c:pt idx="59" formatCode="0%">
                  <c:v>0.13953352695597523</c:v>
                </c:pt>
                <c:pt idx="60" formatCode="0%">
                  <c:v>5.1790587430379141E-2</c:v>
                </c:pt>
                <c:pt idx="61" formatCode="0%">
                  <c:v>0.1408305523960863</c:v>
                </c:pt>
                <c:pt idx="62" formatCode="0%">
                  <c:v>0.33213265045863255</c:v>
                </c:pt>
                <c:pt idx="63" formatCode="0%">
                  <c:v>3.7411362893821881E-2</c:v>
                </c:pt>
                <c:pt idx="65" formatCode="0%">
                  <c:v>0.20567944463570467</c:v>
                </c:pt>
                <c:pt idx="66" formatCode="0%">
                  <c:v>0.29665553774805742</c:v>
                </c:pt>
                <c:pt idx="67" formatCode="0%">
                  <c:v>0.11926089078733643</c:v>
                </c:pt>
                <c:pt idx="68" formatCode="0%">
                  <c:v>0.35287197971390261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Sheet1!$B$6</c:f>
              <c:strCache>
                <c:ptCount val="1"/>
                <c:pt idx="0">
                  <c:v>Clase media alta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Sheet1!$C$6:$BS$6</c:f>
              <c:numCache>
                <c:formatCode>General</c:formatCode>
                <c:ptCount val="69"/>
                <c:pt idx="0" formatCode="0%">
                  <c:v>4.6898972349068785E-2</c:v>
                </c:pt>
                <c:pt idx="2" formatCode="0%">
                  <c:v>4.4716552740386072E-2</c:v>
                </c:pt>
                <c:pt idx="3" formatCode="0%">
                  <c:v>4.9201982344698705E-2</c:v>
                </c:pt>
                <c:pt idx="5" formatCode="0%">
                  <c:v>6.4982062730392309E-2</c:v>
                </c:pt>
                <c:pt idx="6" formatCode="0%">
                  <c:v>1.4918382584427294E-2</c:v>
                </c:pt>
                <c:pt idx="7" formatCode="0%">
                  <c:v>3.0615510344242772E-2</c:v>
                </c:pt>
                <c:pt idx="8" formatCode="0%">
                  <c:v>9.8257471815235059E-2</c:v>
                </c:pt>
                <c:pt idx="10" formatCode="0%">
                  <c:v>3.2410794836890959E-2</c:v>
                </c:pt>
                <c:pt idx="11" formatCode="0%">
                  <c:v>4.9664983629800735E-2</c:v>
                </c:pt>
                <c:pt idx="12" formatCode="0%">
                  <c:v>5.8554859212262896E-2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0.89136443384470676</c:v>
                </c:pt>
                <c:pt idx="19" formatCode="0%">
                  <c:v>6.3650054784079493E-2</c:v>
                </c:pt>
                <c:pt idx="20" formatCode="0%">
                  <c:v>2.6978059875281044E-2</c:v>
                </c:pt>
                <c:pt idx="21" formatCode="0%">
                  <c:v>2.9873210061012952E-2</c:v>
                </c:pt>
                <c:pt idx="22" formatCode="0%">
                  <c:v>1.4088952690057343E-2</c:v>
                </c:pt>
                <c:pt idx="23" formatCode="0%">
                  <c:v>9.1144141741820464E-2</c:v>
                </c:pt>
                <c:pt idx="24" formatCode="0%">
                  <c:v>2.3667889334658646E-2</c:v>
                </c:pt>
                <c:pt idx="25" formatCode="0%">
                  <c:v>2.9075869379709327E-2</c:v>
                </c:pt>
                <c:pt idx="27" formatCode="0%">
                  <c:v>6.8707783181374882E-2</c:v>
                </c:pt>
                <c:pt idx="28" formatCode="0%">
                  <c:v>4.9616624737971883E-2</c:v>
                </c:pt>
                <c:pt idx="29" formatCode="0%">
                  <c:v>6.6583366249999207E-3</c:v>
                </c:pt>
                <c:pt idx="30" formatCode="0%">
                  <c:v>4.5942598476163408E-2</c:v>
                </c:pt>
                <c:pt idx="32" formatCode="0%">
                  <c:v>1.6429004900423521E-2</c:v>
                </c:pt>
                <c:pt idx="33" formatCode="0%">
                  <c:v>3.5652143553220314E-2</c:v>
                </c:pt>
                <c:pt idx="34" formatCode="0%">
                  <c:v>6.2338232067311997E-2</c:v>
                </c:pt>
                <c:pt idx="35" formatCode="0%">
                  <c:v>3.5937545504157922E-3</c:v>
                </c:pt>
                <c:pt idx="37" formatCode="0%">
                  <c:v>4.3344735406182486E-2</c:v>
                </c:pt>
                <c:pt idx="38" formatCode="0%">
                  <c:v>0.10742953037250873</c:v>
                </c:pt>
                <c:pt idx="39" formatCode="0%">
                  <c:v>0.10335508459018525</c:v>
                </c:pt>
                <c:pt idx="40" formatCode="0%">
                  <c:v>0.10124972075319284</c:v>
                </c:pt>
                <c:pt idx="41" formatCode="0%">
                  <c:v>1.7052677021702756E-2</c:v>
                </c:pt>
                <c:pt idx="42" formatCode="0%">
                  <c:v>1.6743677800494235E-2</c:v>
                </c:pt>
                <c:pt idx="44" formatCode="0%">
                  <c:v>3.4268464254929513E-2</c:v>
                </c:pt>
                <c:pt idx="45" formatCode="0%">
                  <c:v>5.6291804452218368E-2</c:v>
                </c:pt>
                <c:pt idx="46" formatCode="0%">
                  <c:v>0.11734382024368284</c:v>
                </c:pt>
                <c:pt idx="47" formatCode="0%">
                  <c:v>2.114743258272659E-2</c:v>
                </c:pt>
                <c:pt idx="49" formatCode="0%">
                  <c:v>3.4739848912645414E-2</c:v>
                </c:pt>
                <c:pt idx="50" formatCode="0%">
                  <c:v>6.6185254811835431E-2</c:v>
                </c:pt>
                <c:pt idx="52" formatCode="0%">
                  <c:v>4.08545063195353E-2</c:v>
                </c:pt>
                <c:pt idx="53" formatCode="0%">
                  <c:v>6.776371054215842E-2</c:v>
                </c:pt>
                <c:pt idx="54" formatCode="0%">
                  <c:v>3.6508064525058254E-2</c:v>
                </c:pt>
                <c:pt idx="55" formatCode="0%">
                  <c:v>1.2055241874061332E-2</c:v>
                </c:pt>
                <c:pt idx="57" formatCode="0%">
                  <c:v>8.1734772480180448E-2</c:v>
                </c:pt>
                <c:pt idx="58" formatCode="0%">
                  <c:v>2.8441768622887723E-2</c:v>
                </c:pt>
                <c:pt idx="59" formatCode="0%">
                  <c:v>2.9136176410276788E-2</c:v>
                </c:pt>
                <c:pt idx="60" formatCode="0%">
                  <c:v>3.5485176306668607E-2</c:v>
                </c:pt>
                <c:pt idx="61" formatCode="0%">
                  <c:v>0</c:v>
                </c:pt>
                <c:pt idx="62" formatCode="0%">
                  <c:v>0</c:v>
                </c:pt>
                <c:pt idx="63" formatCode="0%">
                  <c:v>0</c:v>
                </c:pt>
                <c:pt idx="65" formatCode="0%">
                  <c:v>4.4330052355649852E-2</c:v>
                </c:pt>
                <c:pt idx="66" formatCode="0%">
                  <c:v>3.460183763567206E-2</c:v>
                </c:pt>
                <c:pt idx="67" formatCode="0%">
                  <c:v>7.8109576843863798E-2</c:v>
                </c:pt>
                <c:pt idx="68" formatCode="0%">
                  <c:v>4.9758771314070867E-2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Sheet1!$B$7</c:f>
              <c:strCache>
                <c:ptCount val="1"/>
                <c:pt idx="0">
                  <c:v>Clase alta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3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Sheet1!$C$7:$BS$7</c:f>
              <c:numCache>
                <c:formatCode>General</c:formatCode>
                <c:ptCount val="69"/>
                <c:pt idx="0" formatCode="0%">
                  <c:v>5.7158399188834723E-3</c:v>
                </c:pt>
                <c:pt idx="2" formatCode="0%">
                  <c:v>2.5431589760346695E-3</c:v>
                </c:pt>
                <c:pt idx="3" formatCode="0%">
                  <c:v>8.3925510465936576E-3</c:v>
                </c:pt>
                <c:pt idx="5" formatCode="0%">
                  <c:v>2.0736040747508889E-2</c:v>
                </c:pt>
                <c:pt idx="6" formatCode="0%">
                  <c:v>1.1479350143904257E-4</c:v>
                </c:pt>
                <c:pt idx="7" formatCode="0%">
                  <c:v>4.4330576708757081E-3</c:v>
                </c:pt>
                <c:pt idx="8" formatCode="0%">
                  <c:v>2.3199141636874279E-3</c:v>
                </c:pt>
                <c:pt idx="10" formatCode="0%">
                  <c:v>0</c:v>
                </c:pt>
                <c:pt idx="11" formatCode="0%">
                  <c:v>2.5414776077003344E-3</c:v>
                </c:pt>
                <c:pt idx="12" formatCode="0%">
                  <c:v>1.7160589382019271E-2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0.10863556615529352</c:v>
                </c:pt>
                <c:pt idx="19" formatCode="0%">
                  <c:v>0</c:v>
                </c:pt>
                <c:pt idx="20" formatCode="0%">
                  <c:v>8.8273196810407951E-3</c:v>
                </c:pt>
                <c:pt idx="21" formatCode="0%">
                  <c:v>2.1346670644335465E-2</c:v>
                </c:pt>
                <c:pt idx="22" formatCode="0%">
                  <c:v>2.1773514283667437E-3</c:v>
                </c:pt>
                <c:pt idx="23" formatCode="0%">
                  <c:v>1.6825117057025071E-3</c:v>
                </c:pt>
                <c:pt idx="24" formatCode="0%">
                  <c:v>0</c:v>
                </c:pt>
                <c:pt idx="25" formatCode="0%">
                  <c:v>4.62904041402642E-3</c:v>
                </c:pt>
                <c:pt idx="27" formatCode="0%">
                  <c:v>2.3015605410099709E-2</c:v>
                </c:pt>
                <c:pt idx="28" formatCode="0%">
                  <c:v>0</c:v>
                </c:pt>
                <c:pt idx="29" formatCode="0%">
                  <c:v>4.0381231119910582E-3</c:v>
                </c:pt>
                <c:pt idx="30" formatCode="0%">
                  <c:v>1.4870939505686031E-4</c:v>
                </c:pt>
                <c:pt idx="32" formatCode="0%">
                  <c:v>2.6558248184041723E-3</c:v>
                </c:pt>
                <c:pt idx="33" formatCode="0%">
                  <c:v>0</c:v>
                </c:pt>
                <c:pt idx="34" formatCode="0%">
                  <c:v>8.8236836944019254E-3</c:v>
                </c:pt>
                <c:pt idx="35" formatCode="0%">
                  <c:v>1.9376560529594085E-4</c:v>
                </c:pt>
                <c:pt idx="37" formatCode="0%">
                  <c:v>1.6995629182980764E-2</c:v>
                </c:pt>
                <c:pt idx="38" formatCode="0%">
                  <c:v>6.269809847721762E-3</c:v>
                </c:pt>
                <c:pt idx="39" formatCode="0%">
                  <c:v>1.090787247802175E-3</c:v>
                </c:pt>
                <c:pt idx="40" formatCode="0%">
                  <c:v>2.8973728225926504E-4</c:v>
                </c:pt>
                <c:pt idx="41" formatCode="0%">
                  <c:v>1.2589381645259762E-3</c:v>
                </c:pt>
                <c:pt idx="42" formatCode="0%">
                  <c:v>9.9769364091585253E-4</c:v>
                </c:pt>
                <c:pt idx="44" formatCode="0%">
                  <c:v>8.7665641917598447E-4</c:v>
                </c:pt>
                <c:pt idx="45" formatCode="0%">
                  <c:v>3.9715621461528091E-3</c:v>
                </c:pt>
                <c:pt idx="46" formatCode="0%">
                  <c:v>2.4238818098459999E-2</c:v>
                </c:pt>
                <c:pt idx="47" formatCode="0%">
                  <c:v>7.6915624924962854E-4</c:v>
                </c:pt>
                <c:pt idx="49" formatCode="0%">
                  <c:v>7.4028366386543376E-4</c:v>
                </c:pt>
                <c:pt idx="50" formatCode="0%">
                  <c:v>1.475563186534995E-2</c:v>
                </c:pt>
                <c:pt idx="52" formatCode="0%">
                  <c:v>7.7219478544076779E-4</c:v>
                </c:pt>
                <c:pt idx="53" formatCode="0%">
                  <c:v>1.2950065368075338E-2</c:v>
                </c:pt>
                <c:pt idx="54" formatCode="0%">
                  <c:v>2.1802868106700964E-4</c:v>
                </c:pt>
                <c:pt idx="55" formatCode="0%">
                  <c:v>1.8351807213265916E-3</c:v>
                </c:pt>
                <c:pt idx="57" formatCode="0%">
                  <c:v>2.2418061380224857E-4</c:v>
                </c:pt>
                <c:pt idx="58" formatCode="0%">
                  <c:v>1.9081277890295972E-3</c:v>
                </c:pt>
                <c:pt idx="59" formatCode="0%">
                  <c:v>0</c:v>
                </c:pt>
                <c:pt idx="60" formatCode="0%">
                  <c:v>1.2137813835670006E-3</c:v>
                </c:pt>
                <c:pt idx="61" formatCode="0%">
                  <c:v>0</c:v>
                </c:pt>
                <c:pt idx="62" formatCode="0%">
                  <c:v>0</c:v>
                </c:pt>
                <c:pt idx="63" formatCode="0%">
                  <c:v>0</c:v>
                </c:pt>
                <c:pt idx="65" formatCode="0%">
                  <c:v>1.128747311239885E-3</c:v>
                </c:pt>
                <c:pt idx="66" formatCode="0%">
                  <c:v>2.0812780655762221E-4</c:v>
                </c:pt>
                <c:pt idx="67" formatCode="0%">
                  <c:v>1.0355709293076356E-2</c:v>
                </c:pt>
                <c:pt idx="68" formatCode="0%">
                  <c:v>9.8142292554498304E-3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28683248"/>
        <c:axId val="1628683792"/>
      </c:barChart>
      <c:catAx>
        <c:axId val="1628683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n-US"/>
          </a:p>
        </c:txPr>
        <c:crossAx val="1628683792"/>
        <c:crosses val="autoZero"/>
        <c:auto val="1"/>
        <c:lblAlgn val="ctr"/>
        <c:lblOffset val="100"/>
        <c:noMultiLvlLbl val="0"/>
      </c:catAx>
      <c:valAx>
        <c:axId val="162868379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28683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2.932533454305113E-2"/>
          <c:w val="1"/>
          <c:h val="7.7663270032422405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Sheet1!$B$155</c:f>
              <c:strCache>
                <c:ptCount val="1"/>
                <c:pt idx="0">
                  <c:v>No lo conoce o no tiene opinión</c:v>
                </c:pt>
              </c:strCache>
            </c:strRef>
          </c:tx>
          <c:spPr>
            <a:solidFill>
              <a:srgbClr val="00947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Sheet1!$C$150:$AZ$150</c:f>
              <c:strCache>
                <c:ptCount val="50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Z1</c:v>
                </c:pt>
                <c:pt idx="20">
                  <c:v>Z2</c:v>
                </c:pt>
                <c:pt idx="21">
                  <c:v>Z3</c:v>
                </c:pt>
                <c:pt idx="22">
                  <c:v>Z4</c:v>
                </c:pt>
                <c:pt idx="24">
                  <c:v>Ninguno</c:v>
                </c:pt>
                <c:pt idx="25">
                  <c:v>Kirchnerismo</c:v>
                </c:pt>
                <c:pt idx="26">
                  <c:v>Peronismo</c:v>
                </c:pt>
                <c:pt idx="27">
                  <c:v>Libertario</c:v>
                </c:pt>
                <c:pt idx="29">
                  <c:v>Javier Milei </c:v>
                </c:pt>
                <c:pt idx="30">
                  <c:v>Sergio Massa </c:v>
                </c:pt>
                <c:pt idx="32">
                  <c:v>Pablo Corsalini </c:v>
                </c:pt>
                <c:pt idx="33">
                  <c:v>Federico Jolly </c:v>
                </c:pt>
                <c:pt idx="34">
                  <c:v>Patricio Legresti </c:v>
                </c:pt>
                <c:pt idx="36">
                  <c:v>Muy buena</c:v>
                </c:pt>
                <c:pt idx="37">
                  <c:v>Buena</c:v>
                </c:pt>
                <c:pt idx="38">
                  <c:v>Mala</c:v>
                </c:pt>
                <c:pt idx="39">
                  <c:v>Muy mala</c:v>
                </c:pt>
                <c:pt idx="41">
                  <c:v>Muy buena</c:v>
                </c:pt>
                <c:pt idx="42">
                  <c:v>Buena</c:v>
                </c:pt>
                <c:pt idx="43">
                  <c:v>Mala</c:v>
                </c:pt>
                <c:pt idx="44">
                  <c:v>Muy mala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</c:strCache>
            </c:strRef>
          </c:cat>
          <c:val>
            <c:numRef>
              <c:f>Sheet1!$C$155:$AZ$155</c:f>
              <c:numCache>
                <c:formatCode>General</c:formatCode>
                <c:ptCount val="50"/>
                <c:pt idx="0" formatCode="0%">
                  <c:v>0.40374589640450997</c:v>
                </c:pt>
                <c:pt idx="2" formatCode="0%">
                  <c:v>0.40505900850844401</c:v>
                </c:pt>
                <c:pt idx="3" formatCode="0%">
                  <c:v>0.42395457756555849</c:v>
                </c:pt>
                <c:pt idx="5" formatCode="0%">
                  <c:v>0.33800481336126309</c:v>
                </c:pt>
                <c:pt idx="6" formatCode="0%">
                  <c:v>0.34504306012820629</c:v>
                </c:pt>
                <c:pt idx="7" formatCode="0%">
                  <c:v>0.49264448601504102</c:v>
                </c:pt>
                <c:pt idx="8" formatCode="0%">
                  <c:v>0.48710037711439491</c:v>
                </c:pt>
                <c:pt idx="10" formatCode="0%">
                  <c:v>0.47556807796133949</c:v>
                </c:pt>
                <c:pt idx="11" formatCode="0%">
                  <c:v>0.3510790896859089</c:v>
                </c:pt>
                <c:pt idx="12" formatCode="0%">
                  <c:v>0.32161262863319762</c:v>
                </c:pt>
                <c:pt idx="14" formatCode="0%">
                  <c:v>0.39772232527540002</c:v>
                </c:pt>
                <c:pt idx="15" formatCode="0%">
                  <c:v>0.51632883119483075</c:v>
                </c:pt>
                <c:pt idx="16" formatCode="0%">
                  <c:v>0.26150528568708947</c:v>
                </c:pt>
                <c:pt idx="17" formatCode="0%">
                  <c:v>0.33655281127658099</c:v>
                </c:pt>
                <c:pt idx="19" formatCode="0%">
                  <c:v>0.47616129619480041</c:v>
                </c:pt>
                <c:pt idx="20" formatCode="0%">
                  <c:v>0.19700848668404619</c:v>
                </c:pt>
                <c:pt idx="21" formatCode="0%">
                  <c:v>0.52446632456542741</c:v>
                </c:pt>
                <c:pt idx="22" formatCode="0%">
                  <c:v>0.47913194816039262</c:v>
                </c:pt>
                <c:pt idx="24" formatCode="0%">
                  <c:v>0.49659764251699068</c:v>
                </c:pt>
                <c:pt idx="25" formatCode="0%">
                  <c:v>0.54214326436955163</c:v>
                </c:pt>
                <c:pt idx="26" formatCode="0%">
                  <c:v>0.23252374956063371</c:v>
                </c:pt>
                <c:pt idx="27" formatCode="0%">
                  <c:v>0.25810063923265242</c:v>
                </c:pt>
                <c:pt idx="29" formatCode="0%">
                  <c:v>0.3982465218220026</c:v>
                </c:pt>
                <c:pt idx="30" formatCode="0%">
                  <c:v>0.26647551996235053</c:v>
                </c:pt>
                <c:pt idx="32" formatCode="0%">
                  <c:v>0.40924176925318839</c:v>
                </c:pt>
                <c:pt idx="33" formatCode="0%">
                  <c:v>0.32570027310067451</c:v>
                </c:pt>
                <c:pt idx="34" formatCode="0%">
                  <c:v>0.22447257968011969</c:v>
                </c:pt>
                <c:pt idx="36" formatCode="0%">
                  <c:v>0.39111871713111429</c:v>
                </c:pt>
                <c:pt idx="37" formatCode="0%">
                  <c:v>0.48200327463641129</c:v>
                </c:pt>
                <c:pt idx="38" formatCode="0%">
                  <c:v>0.41231384356199607</c:v>
                </c:pt>
                <c:pt idx="39" formatCode="0%">
                  <c:v>0.2375403833158512</c:v>
                </c:pt>
                <c:pt idx="41" formatCode="0%">
                  <c:v>0.47669115213594809</c:v>
                </c:pt>
                <c:pt idx="42" formatCode="0%">
                  <c:v>0.40476649259227349</c:v>
                </c:pt>
                <c:pt idx="43" formatCode="0%">
                  <c:v>0.41055654854092422</c:v>
                </c:pt>
                <c:pt idx="44" formatCode="0%">
                  <c:v>0.39434751005862778</c:v>
                </c:pt>
                <c:pt idx="46" formatCode="0%">
                  <c:v>0.48609614537754597</c:v>
                </c:pt>
                <c:pt idx="47" formatCode="0%">
                  <c:v>0.41618208644915727</c:v>
                </c:pt>
                <c:pt idx="48" formatCode="0%">
                  <c:v>0.21238204810281841</c:v>
                </c:pt>
                <c:pt idx="49" formatCode="0%">
                  <c:v>0.35015554797823129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471-4877-9C25-94C78B8BE14F}"/>
            </c:ext>
          </c:extLst>
        </c:ser>
        <c:ser>
          <c:idx val="1"/>
          <c:order val="1"/>
          <c:tx>
            <c:strRef>
              <c:f>Sheet1!$B$151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Sheet1!$C$150:$AZ$150</c:f>
              <c:strCache>
                <c:ptCount val="50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Z1</c:v>
                </c:pt>
                <c:pt idx="20">
                  <c:v>Z2</c:v>
                </c:pt>
                <c:pt idx="21">
                  <c:v>Z3</c:v>
                </c:pt>
                <c:pt idx="22">
                  <c:v>Z4</c:v>
                </c:pt>
                <c:pt idx="24">
                  <c:v>Ninguno</c:v>
                </c:pt>
                <c:pt idx="25">
                  <c:v>Kirchnerismo</c:v>
                </c:pt>
                <c:pt idx="26">
                  <c:v>Peronismo</c:v>
                </c:pt>
                <c:pt idx="27">
                  <c:v>Libertario</c:v>
                </c:pt>
                <c:pt idx="29">
                  <c:v>Javier Milei </c:v>
                </c:pt>
                <c:pt idx="30">
                  <c:v>Sergio Massa </c:v>
                </c:pt>
                <c:pt idx="32">
                  <c:v>Pablo Corsalini </c:v>
                </c:pt>
                <c:pt idx="33">
                  <c:v>Federico Jolly </c:v>
                </c:pt>
                <c:pt idx="34">
                  <c:v>Patricio Legresti </c:v>
                </c:pt>
                <c:pt idx="36">
                  <c:v>Muy buena</c:v>
                </c:pt>
                <c:pt idx="37">
                  <c:v>Buena</c:v>
                </c:pt>
                <c:pt idx="38">
                  <c:v>Mala</c:v>
                </c:pt>
                <c:pt idx="39">
                  <c:v>Muy mala</c:v>
                </c:pt>
                <c:pt idx="41">
                  <c:v>Muy buena</c:v>
                </c:pt>
                <c:pt idx="42">
                  <c:v>Buena</c:v>
                </c:pt>
                <c:pt idx="43">
                  <c:v>Mala</c:v>
                </c:pt>
                <c:pt idx="44">
                  <c:v>Muy mala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</c:strCache>
            </c:strRef>
          </c:cat>
          <c:val>
            <c:numRef>
              <c:f>Sheet1!$C$151:$AZ$151</c:f>
              <c:numCache>
                <c:formatCode>General</c:formatCode>
                <c:ptCount val="50"/>
                <c:pt idx="0" formatCode="0%">
                  <c:v>8.6361242200805516E-2</c:v>
                </c:pt>
                <c:pt idx="2" formatCode="0%">
                  <c:v>5.1672545176502042E-2</c:v>
                </c:pt>
                <c:pt idx="3" formatCode="0%">
                  <c:v>8.5577522283863811E-2</c:v>
                </c:pt>
                <c:pt idx="5" formatCode="0%">
                  <c:v>4.4420669410327712E-2</c:v>
                </c:pt>
                <c:pt idx="6" formatCode="0%">
                  <c:v>0.1411240159261723</c:v>
                </c:pt>
                <c:pt idx="7" formatCode="0%">
                  <c:v>6.2987151496182156E-2</c:v>
                </c:pt>
                <c:pt idx="8" formatCode="0%">
                  <c:v>9.878231310431948E-2</c:v>
                </c:pt>
                <c:pt idx="10" formatCode="0%">
                  <c:v>8.6909877689858708E-2</c:v>
                </c:pt>
                <c:pt idx="11" formatCode="0%">
                  <c:v>7.3992855994322954E-2</c:v>
                </c:pt>
                <c:pt idx="12" formatCode="0%">
                  <c:v>0.117458884134168</c:v>
                </c:pt>
                <c:pt idx="14" formatCode="0%">
                  <c:v>0.13858496088146191</c:v>
                </c:pt>
                <c:pt idx="15" formatCode="0%">
                  <c:v>5.5547011344878688E-2</c:v>
                </c:pt>
                <c:pt idx="16" formatCode="0%">
                  <c:v>1.5837854782428919E-2</c:v>
                </c:pt>
                <c:pt idx="17" formatCode="0%">
                  <c:v>0.30707813770861853</c:v>
                </c:pt>
                <c:pt idx="19" formatCode="0%">
                  <c:v>1.438947264077196E-2</c:v>
                </c:pt>
                <c:pt idx="20" formatCode="0%">
                  <c:v>0.27388402644253479</c:v>
                </c:pt>
                <c:pt idx="21" formatCode="0%">
                  <c:v>1.1564588522814339E-2</c:v>
                </c:pt>
                <c:pt idx="22" formatCode="0%">
                  <c:v>0</c:v>
                </c:pt>
                <c:pt idx="24" formatCode="0%">
                  <c:v>4.9608024738525512E-2</c:v>
                </c:pt>
                <c:pt idx="25" formatCode="0%">
                  <c:v>0</c:v>
                </c:pt>
                <c:pt idx="26" formatCode="0%">
                  <c:v>0.15328516356585739</c:v>
                </c:pt>
                <c:pt idx="27" formatCode="0%">
                  <c:v>0.18475992364120891</c:v>
                </c:pt>
                <c:pt idx="29" formatCode="0%">
                  <c:v>0.14629396746567841</c:v>
                </c:pt>
                <c:pt idx="30" formatCode="0%">
                  <c:v>9.4040675811072436E-2</c:v>
                </c:pt>
                <c:pt idx="32" formatCode="0%">
                  <c:v>5.2803516537070161E-2</c:v>
                </c:pt>
                <c:pt idx="33" formatCode="0%">
                  <c:v>0.112387351139595</c:v>
                </c:pt>
                <c:pt idx="34" formatCode="0%">
                  <c:v>0</c:v>
                </c:pt>
                <c:pt idx="36" formatCode="0%">
                  <c:v>0.21266393996869129</c:v>
                </c:pt>
                <c:pt idx="37" formatCode="0%">
                  <c:v>4.3736622242884063E-2</c:v>
                </c:pt>
                <c:pt idx="38" formatCode="0%">
                  <c:v>0.17146699604652971</c:v>
                </c:pt>
                <c:pt idx="39" formatCode="0%">
                  <c:v>1.167653818556871E-2</c:v>
                </c:pt>
                <c:pt idx="41" formatCode="0%">
                  <c:v>0.20832097814444389</c:v>
                </c:pt>
                <c:pt idx="42" formatCode="0%">
                  <c:v>7.2589300336581425E-2</c:v>
                </c:pt>
                <c:pt idx="43" formatCode="0%">
                  <c:v>1.6055749789313019E-2</c:v>
                </c:pt>
                <c:pt idx="44" formatCode="0%">
                  <c:v>1.109962616824617E-4</c:v>
                </c:pt>
                <c:pt idx="46" formatCode="0%">
                  <c:v>8.9428592944669441E-2</c:v>
                </c:pt>
                <c:pt idx="47" formatCode="0%">
                  <c:v>3.4890460981352032E-2</c:v>
                </c:pt>
                <c:pt idx="48" formatCode="0%">
                  <c:v>0.1647257042250202</c:v>
                </c:pt>
                <c:pt idx="49" formatCode="0%">
                  <c:v>0.20118899397764781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471-4877-9C25-94C78B8BE14F}"/>
            </c:ext>
          </c:extLst>
        </c:ser>
        <c:ser>
          <c:idx val="2"/>
          <c:order val="2"/>
          <c:tx>
            <c:strRef>
              <c:f>Sheet1!$B$152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Sheet1!$C$150:$AZ$150</c:f>
              <c:strCache>
                <c:ptCount val="50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Z1</c:v>
                </c:pt>
                <c:pt idx="20">
                  <c:v>Z2</c:v>
                </c:pt>
                <c:pt idx="21">
                  <c:v>Z3</c:v>
                </c:pt>
                <c:pt idx="22">
                  <c:v>Z4</c:v>
                </c:pt>
                <c:pt idx="24">
                  <c:v>Ninguno</c:v>
                </c:pt>
                <c:pt idx="25">
                  <c:v>Kirchnerismo</c:v>
                </c:pt>
                <c:pt idx="26">
                  <c:v>Peronismo</c:v>
                </c:pt>
                <c:pt idx="27">
                  <c:v>Libertario</c:v>
                </c:pt>
                <c:pt idx="29">
                  <c:v>Javier Milei </c:v>
                </c:pt>
                <c:pt idx="30">
                  <c:v>Sergio Massa </c:v>
                </c:pt>
                <c:pt idx="32">
                  <c:v>Pablo Corsalini </c:v>
                </c:pt>
                <c:pt idx="33">
                  <c:v>Federico Jolly </c:v>
                </c:pt>
                <c:pt idx="34">
                  <c:v>Patricio Legresti </c:v>
                </c:pt>
                <c:pt idx="36">
                  <c:v>Muy buena</c:v>
                </c:pt>
                <c:pt idx="37">
                  <c:v>Buena</c:v>
                </c:pt>
                <c:pt idx="38">
                  <c:v>Mala</c:v>
                </c:pt>
                <c:pt idx="39">
                  <c:v>Muy mala</c:v>
                </c:pt>
                <c:pt idx="41">
                  <c:v>Muy buena</c:v>
                </c:pt>
                <c:pt idx="42">
                  <c:v>Buena</c:v>
                </c:pt>
                <c:pt idx="43">
                  <c:v>Mala</c:v>
                </c:pt>
                <c:pt idx="44">
                  <c:v>Muy mala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</c:strCache>
            </c:strRef>
          </c:cat>
          <c:val>
            <c:numRef>
              <c:f>Sheet1!$C$152:$AZ$152</c:f>
              <c:numCache>
                <c:formatCode>General</c:formatCode>
                <c:ptCount val="50"/>
                <c:pt idx="0" formatCode="0%">
                  <c:v>0.13641357210290961</c:v>
                </c:pt>
                <c:pt idx="2" formatCode="0%">
                  <c:v>0.1063526591310292</c:v>
                </c:pt>
                <c:pt idx="3" formatCode="0%">
                  <c:v>0.1656103434812882</c:v>
                </c:pt>
                <c:pt idx="5" formatCode="0%">
                  <c:v>0.20924986717466959</c:v>
                </c:pt>
                <c:pt idx="6" formatCode="0%">
                  <c:v>9.328774669363836E-2</c:v>
                </c:pt>
                <c:pt idx="7" formatCode="0%">
                  <c:v>9.585494343876079E-2</c:v>
                </c:pt>
                <c:pt idx="8" formatCode="0%">
                  <c:v>0.14210834675349809</c:v>
                </c:pt>
                <c:pt idx="10" formatCode="0%">
                  <c:v>0.1433843802840867</c:v>
                </c:pt>
                <c:pt idx="11" formatCode="0%">
                  <c:v>0.14273256174871671</c:v>
                </c:pt>
                <c:pt idx="12" formatCode="0%">
                  <c:v>9.8136523332347445E-2</c:v>
                </c:pt>
                <c:pt idx="14" formatCode="0%">
                  <c:v>0.17912070244197109</c:v>
                </c:pt>
                <c:pt idx="15" formatCode="0%">
                  <c:v>9.4190509593624322E-2</c:v>
                </c:pt>
                <c:pt idx="16" formatCode="0%">
                  <c:v>0.181633848173476</c:v>
                </c:pt>
                <c:pt idx="17" formatCode="0%">
                  <c:v>2.7597938792316931E-3</c:v>
                </c:pt>
                <c:pt idx="19" formatCode="0%">
                  <c:v>7.109759691351436E-2</c:v>
                </c:pt>
                <c:pt idx="20" formatCode="0%">
                  <c:v>0.21489250587156619</c:v>
                </c:pt>
                <c:pt idx="21" formatCode="0%">
                  <c:v>0.14951645289350629</c:v>
                </c:pt>
                <c:pt idx="22" formatCode="0%">
                  <c:v>6.2034778406671598E-2</c:v>
                </c:pt>
                <c:pt idx="24" formatCode="0%">
                  <c:v>9.2374229252598805E-2</c:v>
                </c:pt>
                <c:pt idx="25" formatCode="0%">
                  <c:v>0.19538816665583039</c:v>
                </c:pt>
                <c:pt idx="26" formatCode="0%">
                  <c:v>0.11283729908330151</c:v>
                </c:pt>
                <c:pt idx="27" formatCode="0%">
                  <c:v>0.23196177173611091</c:v>
                </c:pt>
                <c:pt idx="29" formatCode="0%">
                  <c:v>0.17948364535740091</c:v>
                </c:pt>
                <c:pt idx="30" formatCode="0%">
                  <c:v>8.2451723337104266E-2</c:v>
                </c:pt>
                <c:pt idx="32" formatCode="0%">
                  <c:v>0.10450555948679981</c:v>
                </c:pt>
                <c:pt idx="33" formatCode="0%">
                  <c:v>0.23420281493460551</c:v>
                </c:pt>
                <c:pt idx="34" formatCode="0%">
                  <c:v>0.377126396471332</c:v>
                </c:pt>
                <c:pt idx="36" formatCode="0%">
                  <c:v>0.21004406583496241</c:v>
                </c:pt>
                <c:pt idx="37" formatCode="0%">
                  <c:v>0.18122762978835419</c:v>
                </c:pt>
                <c:pt idx="38" formatCode="0%">
                  <c:v>0.1587473293381883</c:v>
                </c:pt>
                <c:pt idx="39" formatCode="0%">
                  <c:v>5.0541319900114089E-2</c:v>
                </c:pt>
                <c:pt idx="41" formatCode="0%">
                  <c:v>5.7504075403684393E-2</c:v>
                </c:pt>
                <c:pt idx="42" formatCode="0%">
                  <c:v>0.23451662950105209</c:v>
                </c:pt>
                <c:pt idx="43" formatCode="0%">
                  <c:v>2.357944820874695E-2</c:v>
                </c:pt>
                <c:pt idx="44" formatCode="0%">
                  <c:v>9.6707170020744845E-2</c:v>
                </c:pt>
                <c:pt idx="46" formatCode="0%">
                  <c:v>0.11883134764479659</c:v>
                </c:pt>
                <c:pt idx="47" formatCode="0%">
                  <c:v>8.7055223408375307E-2</c:v>
                </c:pt>
                <c:pt idx="48" formatCode="0%">
                  <c:v>0.217597970415604</c:v>
                </c:pt>
                <c:pt idx="49" formatCode="0%">
                  <c:v>0.2308700546913206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471-4877-9C25-94C78B8BE14F}"/>
            </c:ext>
          </c:extLst>
        </c:ser>
        <c:ser>
          <c:idx val="3"/>
          <c:order val="3"/>
          <c:tx>
            <c:strRef>
              <c:f>Sheet1!$B$153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Sheet1!$C$150:$AZ$150</c:f>
              <c:strCache>
                <c:ptCount val="50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Z1</c:v>
                </c:pt>
                <c:pt idx="20">
                  <c:v>Z2</c:v>
                </c:pt>
                <c:pt idx="21">
                  <c:v>Z3</c:v>
                </c:pt>
                <c:pt idx="22">
                  <c:v>Z4</c:v>
                </c:pt>
                <c:pt idx="24">
                  <c:v>Ninguno</c:v>
                </c:pt>
                <c:pt idx="25">
                  <c:v>Kirchnerismo</c:v>
                </c:pt>
                <c:pt idx="26">
                  <c:v>Peronismo</c:v>
                </c:pt>
                <c:pt idx="27">
                  <c:v>Libertario</c:v>
                </c:pt>
                <c:pt idx="29">
                  <c:v>Javier Milei </c:v>
                </c:pt>
                <c:pt idx="30">
                  <c:v>Sergio Massa </c:v>
                </c:pt>
                <c:pt idx="32">
                  <c:v>Pablo Corsalini </c:v>
                </c:pt>
                <c:pt idx="33">
                  <c:v>Federico Jolly </c:v>
                </c:pt>
                <c:pt idx="34">
                  <c:v>Patricio Legresti </c:v>
                </c:pt>
                <c:pt idx="36">
                  <c:v>Muy buena</c:v>
                </c:pt>
                <c:pt idx="37">
                  <c:v>Buena</c:v>
                </c:pt>
                <c:pt idx="38">
                  <c:v>Mala</c:v>
                </c:pt>
                <c:pt idx="39">
                  <c:v>Muy mala</c:v>
                </c:pt>
                <c:pt idx="41">
                  <c:v>Muy buena</c:v>
                </c:pt>
                <c:pt idx="42">
                  <c:v>Buena</c:v>
                </c:pt>
                <c:pt idx="43">
                  <c:v>Mala</c:v>
                </c:pt>
                <c:pt idx="44">
                  <c:v>Muy mala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</c:strCache>
            </c:strRef>
          </c:cat>
          <c:val>
            <c:numRef>
              <c:f>Sheet1!$C$153:$AZ$153</c:f>
              <c:numCache>
                <c:formatCode>General</c:formatCode>
                <c:ptCount val="50"/>
                <c:pt idx="0" formatCode="0%">
                  <c:v>0.128121400744446</c:v>
                </c:pt>
                <c:pt idx="2" formatCode="0%">
                  <c:v>0.21096210820750691</c:v>
                </c:pt>
                <c:pt idx="3" formatCode="0%">
                  <c:v>7.4093097472583372E-2</c:v>
                </c:pt>
                <c:pt idx="5" formatCode="0%">
                  <c:v>0.14020015446379391</c:v>
                </c:pt>
                <c:pt idx="6" formatCode="0%">
                  <c:v>0.16975265652701929</c:v>
                </c:pt>
                <c:pt idx="7" formatCode="0%">
                  <c:v>0.13618637452222021</c:v>
                </c:pt>
                <c:pt idx="8" formatCode="0%">
                  <c:v>2.7753474761475942E-2</c:v>
                </c:pt>
                <c:pt idx="10" formatCode="0%">
                  <c:v>0.1178697583484114</c:v>
                </c:pt>
                <c:pt idx="11" formatCode="0%">
                  <c:v>0.1097751104044811</c:v>
                </c:pt>
                <c:pt idx="12" formatCode="0%">
                  <c:v>0.2084160812406522</c:v>
                </c:pt>
                <c:pt idx="14" formatCode="0%">
                  <c:v>0.1021698265750341</c:v>
                </c:pt>
                <c:pt idx="15" formatCode="0%">
                  <c:v>0.1114086972611272</c:v>
                </c:pt>
                <c:pt idx="16" formatCode="0%">
                  <c:v>0.1507833843265293</c:v>
                </c:pt>
                <c:pt idx="17" formatCode="0%">
                  <c:v>0.25412467986621001</c:v>
                </c:pt>
                <c:pt idx="19" formatCode="0%">
                  <c:v>0.15630395320884349</c:v>
                </c:pt>
                <c:pt idx="20" formatCode="0%">
                  <c:v>0.13045212461628181</c:v>
                </c:pt>
                <c:pt idx="21" formatCode="0%">
                  <c:v>0.1019339797722446</c:v>
                </c:pt>
                <c:pt idx="22" formatCode="0%">
                  <c:v>0.16791006132032771</c:v>
                </c:pt>
                <c:pt idx="24" formatCode="0%">
                  <c:v>6.4568839613903223E-2</c:v>
                </c:pt>
                <c:pt idx="25" formatCode="0%">
                  <c:v>5.2832637674732397E-2</c:v>
                </c:pt>
                <c:pt idx="26" formatCode="0%">
                  <c:v>0.29703622099367127</c:v>
                </c:pt>
                <c:pt idx="27" formatCode="0%">
                  <c:v>0.10393632782398821</c:v>
                </c:pt>
                <c:pt idx="29" formatCode="0%">
                  <c:v>7.5876517293262058E-2</c:v>
                </c:pt>
                <c:pt idx="30" formatCode="0%">
                  <c:v>0.30116475275031451</c:v>
                </c:pt>
                <c:pt idx="32" formatCode="0%">
                  <c:v>0.185170451593551</c:v>
                </c:pt>
                <c:pt idx="33" formatCode="0%">
                  <c:v>3.318843741836143E-2</c:v>
                </c:pt>
                <c:pt idx="34" formatCode="0%">
                  <c:v>0.36383438671803853</c:v>
                </c:pt>
                <c:pt idx="36" formatCode="0%">
                  <c:v>9.3089505563922301E-2</c:v>
                </c:pt>
                <c:pt idx="37" formatCode="0%">
                  <c:v>2.757847892391747E-2</c:v>
                </c:pt>
                <c:pt idx="38" formatCode="0%">
                  <c:v>6.2901244830143963E-2</c:v>
                </c:pt>
                <c:pt idx="39" formatCode="0%">
                  <c:v>0.3653858744564159</c:v>
                </c:pt>
                <c:pt idx="41" formatCode="0%">
                  <c:v>0.1009066138118446</c:v>
                </c:pt>
                <c:pt idx="42" formatCode="0%">
                  <c:v>6.3356389234404467E-2</c:v>
                </c:pt>
                <c:pt idx="43" formatCode="0%">
                  <c:v>0.34403452177005189</c:v>
                </c:pt>
                <c:pt idx="44" formatCode="0%">
                  <c:v>0.2246455257692547</c:v>
                </c:pt>
                <c:pt idx="46" formatCode="0%">
                  <c:v>0.108232784691963</c:v>
                </c:pt>
                <c:pt idx="47" formatCode="0%">
                  <c:v>0.1772314900104823</c:v>
                </c:pt>
                <c:pt idx="48" formatCode="0%">
                  <c:v>0.2130776487147647</c:v>
                </c:pt>
                <c:pt idx="49" formatCode="0%">
                  <c:v>5.1426533821410034E-3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471-4877-9C25-94C78B8BE14F}"/>
            </c:ext>
          </c:extLst>
        </c:ser>
        <c:ser>
          <c:idx val="4"/>
          <c:order val="4"/>
          <c:tx>
            <c:strRef>
              <c:f>Sheet1!$B$154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Sheet1!$C$150:$AZ$150</c:f>
              <c:strCache>
                <c:ptCount val="50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Z1</c:v>
                </c:pt>
                <c:pt idx="20">
                  <c:v>Z2</c:v>
                </c:pt>
                <c:pt idx="21">
                  <c:v>Z3</c:v>
                </c:pt>
                <c:pt idx="22">
                  <c:v>Z4</c:v>
                </c:pt>
                <c:pt idx="24">
                  <c:v>Ninguno</c:v>
                </c:pt>
                <c:pt idx="25">
                  <c:v>Kirchnerismo</c:v>
                </c:pt>
                <c:pt idx="26">
                  <c:v>Peronismo</c:v>
                </c:pt>
                <c:pt idx="27">
                  <c:v>Libertario</c:v>
                </c:pt>
                <c:pt idx="29">
                  <c:v>Javier Milei </c:v>
                </c:pt>
                <c:pt idx="30">
                  <c:v>Sergio Massa </c:v>
                </c:pt>
                <c:pt idx="32">
                  <c:v>Pablo Corsalini </c:v>
                </c:pt>
                <c:pt idx="33">
                  <c:v>Federico Jolly </c:v>
                </c:pt>
                <c:pt idx="34">
                  <c:v>Patricio Legresti </c:v>
                </c:pt>
                <c:pt idx="36">
                  <c:v>Muy buena</c:v>
                </c:pt>
                <c:pt idx="37">
                  <c:v>Buena</c:v>
                </c:pt>
                <c:pt idx="38">
                  <c:v>Mala</c:v>
                </c:pt>
                <c:pt idx="39">
                  <c:v>Muy mala</c:v>
                </c:pt>
                <c:pt idx="41">
                  <c:v>Muy buena</c:v>
                </c:pt>
                <c:pt idx="42">
                  <c:v>Buena</c:v>
                </c:pt>
                <c:pt idx="43">
                  <c:v>Mala</c:v>
                </c:pt>
                <c:pt idx="44">
                  <c:v>Muy mala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</c:strCache>
            </c:strRef>
          </c:cat>
          <c:val>
            <c:numRef>
              <c:f>Sheet1!$C$154:$AZ$154</c:f>
              <c:numCache>
                <c:formatCode>General</c:formatCode>
                <c:ptCount val="50"/>
                <c:pt idx="0" formatCode="0%">
                  <c:v>7.4922185288704909E-2</c:v>
                </c:pt>
                <c:pt idx="2" formatCode="0%">
                  <c:v>5.9166902780794832E-2</c:v>
                </c:pt>
                <c:pt idx="3" formatCode="0%">
                  <c:v>8.3342342193208394E-2</c:v>
                </c:pt>
                <c:pt idx="5" formatCode="0%">
                  <c:v>4.3607402369382958E-2</c:v>
                </c:pt>
                <c:pt idx="6" formatCode="0%">
                  <c:v>7.3344711748303246E-2</c:v>
                </c:pt>
                <c:pt idx="7" formatCode="0%">
                  <c:v>0.1385244084204989</c:v>
                </c:pt>
                <c:pt idx="8" formatCode="0%">
                  <c:v>4.1334652442571597E-2</c:v>
                </c:pt>
                <c:pt idx="10" formatCode="0%">
                  <c:v>4.5883905399793298E-2</c:v>
                </c:pt>
                <c:pt idx="11" formatCode="0%">
                  <c:v>8.6080285969820008E-2</c:v>
                </c:pt>
                <c:pt idx="12" formatCode="0%">
                  <c:v>0.1350010747049597</c:v>
                </c:pt>
                <c:pt idx="14" formatCode="0%">
                  <c:v>6.7682698614698292E-2</c:v>
                </c:pt>
                <c:pt idx="15" formatCode="0%">
                  <c:v>7.5833834482597687E-2</c:v>
                </c:pt>
                <c:pt idx="16" formatCode="0%">
                  <c:v>9.0455536755321406E-2</c:v>
                </c:pt>
                <c:pt idx="17" formatCode="0%">
                  <c:v>5.5297793041503493E-2</c:v>
                </c:pt>
                <c:pt idx="19" formatCode="0%">
                  <c:v>9.5178291744212731E-2</c:v>
                </c:pt>
                <c:pt idx="20" formatCode="0%">
                  <c:v>5.7102666002928931E-2</c:v>
                </c:pt>
                <c:pt idx="21" formatCode="0%">
                  <c:v>7.7207265197635683E-2</c:v>
                </c:pt>
                <c:pt idx="22" formatCode="0%">
                  <c:v>7.4160384265465756E-2</c:v>
                </c:pt>
                <c:pt idx="24" formatCode="0%">
                  <c:v>8.8422976599885517E-2</c:v>
                </c:pt>
                <c:pt idx="25" formatCode="0%">
                  <c:v>7.1542732948158855E-2</c:v>
                </c:pt>
                <c:pt idx="26" formatCode="0%">
                  <c:v>9.2812029126283557E-2</c:v>
                </c:pt>
                <c:pt idx="27" formatCode="0%">
                  <c:v>3.4626268520937642E-2</c:v>
                </c:pt>
                <c:pt idx="29" formatCode="0%">
                  <c:v>3.0493028177996699E-2</c:v>
                </c:pt>
                <c:pt idx="30" formatCode="0%">
                  <c:v>0.12937178328902721</c:v>
                </c:pt>
                <c:pt idx="32" formatCode="0%">
                  <c:v>5.5134191334810193E-2</c:v>
                </c:pt>
                <c:pt idx="33" formatCode="0%">
                  <c:v>0.2060439439795792</c:v>
                </c:pt>
                <c:pt idx="34" formatCode="0%">
                  <c:v>1.3857426778221131E-2</c:v>
                </c:pt>
                <c:pt idx="36" formatCode="0%">
                  <c:v>3.1613658309800792E-2</c:v>
                </c:pt>
                <c:pt idx="37" formatCode="0%">
                  <c:v>1.730215465198064E-2</c:v>
                </c:pt>
                <c:pt idx="38" formatCode="0%">
                  <c:v>7.1643353102895976E-2</c:v>
                </c:pt>
                <c:pt idx="39" formatCode="0%">
                  <c:v>0.19671047195830049</c:v>
                </c:pt>
                <c:pt idx="41" formatCode="0%">
                  <c:v>5.1002837879743287E-2</c:v>
                </c:pt>
                <c:pt idx="42" formatCode="0%">
                  <c:v>4.5850469334181333E-2</c:v>
                </c:pt>
                <c:pt idx="43" formatCode="0%">
                  <c:v>0.10799865214368171</c:v>
                </c:pt>
                <c:pt idx="44" formatCode="0%">
                  <c:v>0.229774590417096</c:v>
                </c:pt>
                <c:pt idx="46" formatCode="0%">
                  <c:v>4.1241279399065238E-2</c:v>
                </c:pt>
                <c:pt idx="47" formatCode="0%">
                  <c:v>0.1087912433375926</c:v>
                </c:pt>
                <c:pt idx="48" formatCode="0%">
                  <c:v>3.0786606011090178E-2</c:v>
                </c:pt>
                <c:pt idx="49" formatCode="0%">
                  <c:v>0.18390104582153519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471-4877-9C25-94C78B8BE14F}"/>
            </c:ext>
          </c:extLst>
        </c:ser>
        <c:ser>
          <c:idx val="5"/>
          <c:order val="5"/>
          <c:tx>
            <c:strRef>
              <c:f>Sheet1!$B$156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Sheet1!$C$150:$AZ$150</c:f>
              <c:strCache>
                <c:ptCount val="50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Z1</c:v>
                </c:pt>
                <c:pt idx="20">
                  <c:v>Z2</c:v>
                </c:pt>
                <c:pt idx="21">
                  <c:v>Z3</c:v>
                </c:pt>
                <c:pt idx="22">
                  <c:v>Z4</c:v>
                </c:pt>
                <c:pt idx="24">
                  <c:v>Ninguno</c:v>
                </c:pt>
                <c:pt idx="25">
                  <c:v>Kirchnerismo</c:v>
                </c:pt>
                <c:pt idx="26">
                  <c:v>Peronismo</c:v>
                </c:pt>
                <c:pt idx="27">
                  <c:v>Libertario</c:v>
                </c:pt>
                <c:pt idx="29">
                  <c:v>Javier Milei </c:v>
                </c:pt>
                <c:pt idx="30">
                  <c:v>Sergio Massa </c:v>
                </c:pt>
                <c:pt idx="32">
                  <c:v>Pablo Corsalini </c:v>
                </c:pt>
                <c:pt idx="33">
                  <c:v>Federico Jolly </c:v>
                </c:pt>
                <c:pt idx="34">
                  <c:v>Patricio Legresti </c:v>
                </c:pt>
                <c:pt idx="36">
                  <c:v>Muy buena</c:v>
                </c:pt>
                <c:pt idx="37">
                  <c:v>Buena</c:v>
                </c:pt>
                <c:pt idx="38">
                  <c:v>Mala</c:v>
                </c:pt>
                <c:pt idx="39">
                  <c:v>Muy mala</c:v>
                </c:pt>
                <c:pt idx="41">
                  <c:v>Muy buena</c:v>
                </c:pt>
                <c:pt idx="42">
                  <c:v>Buena</c:v>
                </c:pt>
                <c:pt idx="43">
                  <c:v>Mala</c:v>
                </c:pt>
                <c:pt idx="44">
                  <c:v>Muy mala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</c:strCache>
            </c:strRef>
          </c:cat>
          <c:val>
            <c:numRef>
              <c:f>Sheet1!$C$156:$AZ$156</c:f>
              <c:numCache>
                <c:formatCode>General</c:formatCode>
                <c:ptCount val="50"/>
                <c:pt idx="0" formatCode="0%">
                  <c:v>0.17043570325862409</c:v>
                </c:pt>
                <c:pt idx="2" formatCode="0%">
                  <c:v>0.1667867761957226</c:v>
                </c:pt>
                <c:pt idx="3" formatCode="0%">
                  <c:v>0.16742211700349791</c:v>
                </c:pt>
                <c:pt idx="5" formatCode="0%">
                  <c:v>0.22451709322056301</c:v>
                </c:pt>
                <c:pt idx="6" formatCode="0%">
                  <c:v>0.1774478089766601</c:v>
                </c:pt>
                <c:pt idx="7" formatCode="0%">
                  <c:v>7.3802636107296801E-2</c:v>
                </c:pt>
                <c:pt idx="8" formatCode="0%">
                  <c:v>0.2029208358237399</c:v>
                </c:pt>
                <c:pt idx="10" formatCode="0%">
                  <c:v>0.13038400031651021</c:v>
                </c:pt>
                <c:pt idx="11" formatCode="0%">
                  <c:v>0.23634009619674981</c:v>
                </c:pt>
                <c:pt idx="12" formatCode="0%">
                  <c:v>0.1193748079546756</c:v>
                </c:pt>
                <c:pt idx="14" formatCode="0%">
                  <c:v>0.1147194862114346</c:v>
                </c:pt>
                <c:pt idx="15" formatCode="0%">
                  <c:v>0.1466911161229415</c:v>
                </c:pt>
                <c:pt idx="16" formatCode="0%">
                  <c:v>0.29978409027515418</c:v>
                </c:pt>
                <c:pt idx="17" formatCode="0%">
                  <c:v>4.4186784227855158E-2</c:v>
                </c:pt>
                <c:pt idx="19" formatCode="0%">
                  <c:v>0.1868693892978571</c:v>
                </c:pt>
                <c:pt idx="20" formatCode="0%">
                  <c:v>0.12666019038264201</c:v>
                </c:pt>
                <c:pt idx="21" formatCode="0%">
                  <c:v>0.13531138904837139</c:v>
                </c:pt>
                <c:pt idx="22" formatCode="0%">
                  <c:v>0.21676282784714199</c:v>
                </c:pt>
                <c:pt idx="24" formatCode="0%">
                  <c:v>0.20842828727809681</c:v>
                </c:pt>
                <c:pt idx="25" formatCode="0%">
                  <c:v>0.13809319835172659</c:v>
                </c:pt>
                <c:pt idx="26" formatCode="0%">
                  <c:v>0.11150553767025261</c:v>
                </c:pt>
                <c:pt idx="27" formatCode="0%">
                  <c:v>0.18661506904510219</c:v>
                </c:pt>
                <c:pt idx="29" formatCode="0%">
                  <c:v>0.1696063198836594</c:v>
                </c:pt>
                <c:pt idx="30" formatCode="0%">
                  <c:v>0.12649554485013109</c:v>
                </c:pt>
                <c:pt idx="32" formatCode="0%">
                  <c:v>0.19314451179458039</c:v>
                </c:pt>
                <c:pt idx="33" formatCode="0%">
                  <c:v>8.8477179427184277E-2</c:v>
                </c:pt>
                <c:pt idx="34" formatCode="0%">
                  <c:v>2.0709210352288881E-2</c:v>
                </c:pt>
                <c:pt idx="36" formatCode="0%">
                  <c:v>6.14701131915091E-2</c:v>
                </c:pt>
                <c:pt idx="37" formatCode="0%">
                  <c:v>0.2481518397564518</c:v>
                </c:pt>
                <c:pt idx="38" formatCode="0%">
                  <c:v>0.1229272331202461</c:v>
                </c:pt>
                <c:pt idx="39" formatCode="0%">
                  <c:v>0.13814541218375001</c:v>
                </c:pt>
                <c:pt idx="41" formatCode="0%">
                  <c:v>0.1055743426243362</c:v>
                </c:pt>
                <c:pt idx="42" formatCode="0%">
                  <c:v>0.17892071900150669</c:v>
                </c:pt>
                <c:pt idx="43" formatCode="0%">
                  <c:v>9.7775079547282498E-2</c:v>
                </c:pt>
                <c:pt idx="44" formatCode="0%">
                  <c:v>5.4414207472594248E-2</c:v>
                </c:pt>
                <c:pt idx="46" formatCode="0%">
                  <c:v>0.1561698499419592</c:v>
                </c:pt>
                <c:pt idx="47" formatCode="0%">
                  <c:v>0.1758494958130403</c:v>
                </c:pt>
                <c:pt idx="48" formatCode="0%">
                  <c:v>0.16143002253070271</c:v>
                </c:pt>
                <c:pt idx="49" formatCode="0%">
                  <c:v>2.8741704149124421E-2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181-4C8A-9279-88B3B5CA47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26643472"/>
        <c:axId val="1626657616"/>
      </c:barChart>
      <c:catAx>
        <c:axId val="1626643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n-US"/>
          </a:p>
        </c:txPr>
        <c:crossAx val="1626657616"/>
        <c:crosses val="autoZero"/>
        <c:auto val="1"/>
        <c:lblAlgn val="ctr"/>
        <c:lblOffset val="100"/>
        <c:noMultiLvlLbl val="0"/>
      </c:catAx>
      <c:valAx>
        <c:axId val="162665761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26643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vert="horz"/>
          <a:lstStyle/>
          <a:p>
            <a:pPr>
              <a:defRPr lang="en-US" sz="2400" b="0" baseline="0">
                <a:solidFill>
                  <a:schemeClr val="tx1"/>
                </a:solidFill>
                <a:latin typeface="Helvetica Neue std"/>
              </a:defRPr>
            </a:pPr>
            <a:endParaRPr lang="en-US"/>
          </a:p>
        </c:txPr>
      </c:legendEntry>
      <c:legendEntry>
        <c:idx val="1"/>
        <c:txPr>
          <a:bodyPr rot="0" vert="horz"/>
          <a:lstStyle/>
          <a:p>
            <a:pPr>
              <a:defRPr lang="en-US" sz="2400" b="0" baseline="0">
                <a:solidFill>
                  <a:schemeClr val="tx1"/>
                </a:solidFill>
                <a:latin typeface="Helvetica Neue std"/>
              </a:defRPr>
            </a:pPr>
            <a:endParaRPr lang="en-US"/>
          </a:p>
        </c:txPr>
      </c:legendEntry>
      <c:legendEntry>
        <c:idx val="2"/>
        <c:txPr>
          <a:bodyPr rot="0" vert="horz"/>
          <a:lstStyle/>
          <a:p>
            <a:pPr>
              <a:defRPr lang="en-US" sz="2400" b="0" baseline="0">
                <a:solidFill>
                  <a:schemeClr val="tx1"/>
                </a:solidFill>
                <a:latin typeface="Helvetica Neue std"/>
              </a:defRPr>
            </a:pPr>
            <a:endParaRPr lang="en-US"/>
          </a:p>
        </c:txPr>
      </c:legendEntry>
      <c:legendEntry>
        <c:idx val="3"/>
        <c:txPr>
          <a:bodyPr rot="0" vert="horz"/>
          <a:lstStyle/>
          <a:p>
            <a:pPr>
              <a:defRPr lang="en-US" sz="2400" b="0" baseline="0">
                <a:ln>
                  <a:noFill/>
                </a:ln>
                <a:solidFill>
                  <a:schemeClr val="tx1"/>
                </a:solidFill>
                <a:latin typeface="Helvetica Neue std"/>
              </a:defRPr>
            </a:pPr>
            <a:endParaRPr lang="en-US"/>
          </a:p>
        </c:txPr>
      </c:legendEntry>
      <c:legendEntry>
        <c:idx val="4"/>
        <c:txPr>
          <a:bodyPr rot="0" vert="horz"/>
          <a:lstStyle/>
          <a:p>
            <a:pPr>
              <a:defRPr lang="en-US" sz="2400" b="0" baseline="0">
                <a:solidFill>
                  <a:schemeClr val="tx1"/>
                </a:solidFill>
                <a:latin typeface="Helvetica Neue std"/>
              </a:defRPr>
            </a:pPr>
            <a:endParaRPr lang="en-US"/>
          </a:p>
        </c:txPr>
      </c:legendEntry>
      <c:legendEntry>
        <c:idx val="5"/>
        <c:txPr>
          <a:bodyPr rot="0" vert="horz"/>
          <a:lstStyle/>
          <a:p>
            <a:pPr>
              <a:defRPr sz="2400" b="0" baseline="0">
                <a:solidFill>
                  <a:schemeClr val="tx1"/>
                </a:solidFill>
                <a:latin typeface="Helvetica Neue std"/>
              </a:defRPr>
            </a:pPr>
            <a:endParaRPr lang="en-US"/>
          </a:p>
        </c:txPr>
      </c:legendEntry>
      <c:layout>
        <c:manualLayout>
          <c:xMode val="edge"/>
          <c:yMode val="edge"/>
          <c:x val="0"/>
          <c:y val="1.1820936160953723E-2"/>
          <c:w val="0.99082922890523828"/>
          <c:h val="9.5818537388708769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lang="en-US" sz="2400" b="0" baseline="0">
              <a:latin typeface="Helvetica Neue std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Sheet1!$B$233</c:f>
              <c:strCache>
                <c:ptCount val="1"/>
                <c:pt idx="0">
                  <c:v>Muy bien</c:v>
                </c:pt>
              </c:strCache>
            </c:strRef>
          </c:tx>
          <c:spPr>
            <a:solidFill>
              <a:srgbClr val="03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Sheet1!$C$232:$BN$232</c:f>
              <c:strCache>
                <c:ptCount val="64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60-69</c:v>
                </c:pt>
                <c:pt idx="9">
                  <c:v>Mais 70</c:v>
                </c:pt>
                <c:pt idx="11">
                  <c:v>Ensino Fundamental</c:v>
                </c:pt>
                <c:pt idx="12">
                  <c:v>Ensino Médio</c:v>
                </c:pt>
                <c:pt idx="13">
                  <c:v>Ensino Superior</c:v>
                </c:pt>
                <c:pt idx="15">
                  <c:v>Baixa</c:v>
                </c:pt>
                <c:pt idx="16">
                  <c:v>Media baixa</c:v>
                </c:pt>
                <c:pt idx="17">
                  <c:v>Media</c:v>
                </c:pt>
                <c:pt idx="18">
                  <c:v>Media alta e alta</c:v>
                </c:pt>
                <c:pt idx="20">
                  <c:v>Até R$2,000</c:v>
                </c:pt>
                <c:pt idx="21">
                  <c:v>R$2,000 - R$3,000</c:v>
                </c:pt>
                <c:pt idx="22">
                  <c:v>R$3,000 - R$5,000</c:v>
                </c:pt>
                <c:pt idx="23">
                  <c:v>Acima de R$5,000</c:v>
                </c:pt>
                <c:pt idx="25">
                  <c:v>Branca</c:v>
                </c:pt>
                <c:pt idx="26">
                  <c:v>Preta</c:v>
                </c:pt>
                <c:pt idx="27">
                  <c:v>Parda</c:v>
                </c:pt>
                <c:pt idx="28">
                  <c:v>Outra</c:v>
                </c:pt>
                <c:pt idx="30">
                  <c:v>Católico</c:v>
                </c:pt>
                <c:pt idx="31">
                  <c:v>Evangélico</c:v>
                </c:pt>
                <c:pt idx="32">
                  <c:v>Outra religião</c:v>
                </c:pt>
                <c:pt idx="33">
                  <c:v>Agnóstico ou ateu</c:v>
                </c:pt>
                <c:pt idx="35">
                  <c:v>Sul</c:v>
                </c:pt>
                <c:pt idx="36">
                  <c:v>Suedeste</c:v>
                </c:pt>
                <c:pt idx="37">
                  <c:v>Centro-Oeste</c:v>
                </c:pt>
                <c:pt idx="38">
                  <c:v>Nordeste</c:v>
                </c:pt>
                <c:pt idx="39">
                  <c:v>Norte</c:v>
                </c:pt>
                <c:pt idx="41">
                  <c:v>PT</c:v>
                </c:pt>
                <c:pt idx="42">
                  <c:v>PL</c:v>
                </c:pt>
                <c:pt idx="43">
                  <c:v>Outro</c:v>
                </c:pt>
                <c:pt idx="44">
                  <c:v>Não sabe</c:v>
                </c:pt>
                <c:pt idx="46">
                  <c:v>Extrema Direita</c:v>
                </c:pt>
                <c:pt idx="47">
                  <c:v>Direita</c:v>
                </c:pt>
                <c:pt idx="48">
                  <c:v>Centro Direita</c:v>
                </c:pt>
                <c:pt idx="49">
                  <c:v>Centro</c:v>
                </c:pt>
                <c:pt idx="50">
                  <c:v>Centro Esquerda</c:v>
                </c:pt>
                <c:pt idx="51">
                  <c:v>Esquerda</c:v>
                </c:pt>
                <c:pt idx="52">
                  <c:v>Extrema Esquerda</c:v>
                </c:pt>
                <c:pt idx="54">
                  <c:v>Não fui votar</c:v>
                </c:pt>
                <c:pt idx="55">
                  <c:v>Lula</c:v>
                </c:pt>
                <c:pt idx="56">
                  <c:v>Bolsonaro</c:v>
                </c:pt>
                <c:pt idx="57">
                  <c:v>Outro</c:v>
                </c:pt>
                <c:pt idx="59">
                  <c:v>Lula</c:v>
                </c:pt>
                <c:pt idx="60">
                  <c:v>Jair Bolsonaro </c:v>
                </c:pt>
                <c:pt idx="62">
                  <c:v>Aprova</c:v>
                </c:pt>
                <c:pt idx="63">
                  <c:v>Desaprova</c:v>
                </c:pt>
              </c:strCache>
            </c:strRef>
          </c:cat>
          <c:val>
            <c:numRef>
              <c:f>Sheet1!$C$233:$BN$233</c:f>
              <c:numCache>
                <c:formatCode>General</c:formatCode>
                <c:ptCount val="64"/>
                <c:pt idx="0" formatCode="0%">
                  <c:v>7.7217739997083867E-3</c:v>
                </c:pt>
                <c:pt idx="2" formatCode="0%">
                  <c:v>5.1715866800235962E-3</c:v>
                </c:pt>
                <c:pt idx="3" formatCode="0%">
                  <c:v>1.4338772761752329E-2</c:v>
                </c:pt>
                <c:pt idx="5" formatCode="0%">
                  <c:v>1.537671727269937E-3</c:v>
                </c:pt>
                <c:pt idx="6" formatCode="0%">
                  <c:v>8.9446197350755152E-3</c:v>
                </c:pt>
                <c:pt idx="7" formatCode="0%">
                  <c:v>1.153850034361702E-2</c:v>
                </c:pt>
                <c:pt idx="8" formatCode="0%">
                  <c:v>2.161354663514007E-2</c:v>
                </c:pt>
                <c:pt idx="9" formatCode="0%">
                  <c:v>4.6180712702633946E-3</c:v>
                </c:pt>
                <c:pt idx="11" formatCode="0%">
                  <c:v>1.213265331881893E-2</c:v>
                </c:pt>
                <c:pt idx="12" formatCode="0%">
                  <c:v>1.102686694900986E-2</c:v>
                </c:pt>
                <c:pt idx="13" formatCode="0%">
                  <c:v>4.4846498575069078E-3</c:v>
                </c:pt>
                <c:pt idx="15" formatCode="0%">
                  <c:v>7.2746787020245684E-3</c:v>
                </c:pt>
                <c:pt idx="16" formatCode="0%">
                  <c:v>1.2854206952364571E-2</c:v>
                </c:pt>
                <c:pt idx="17" formatCode="0%">
                  <c:v>4.412088968261384E-3</c:v>
                </c:pt>
                <c:pt idx="18" formatCode="0%">
                  <c:v>2.0133711316852008E-2</c:v>
                </c:pt>
                <c:pt idx="20" formatCode="0%">
                  <c:v>1.5234462532815679E-2</c:v>
                </c:pt>
                <c:pt idx="21" formatCode="0%">
                  <c:v>1.1750667571808759E-2</c:v>
                </c:pt>
                <c:pt idx="22" formatCode="0%">
                  <c:v>3.5273880250134798E-3</c:v>
                </c:pt>
                <c:pt idx="23" formatCode="0%">
                  <c:v>1.0038509804592611E-2</c:v>
                </c:pt>
                <c:pt idx="25" formatCode="0%">
                  <c:v>7.031097708354965E-3</c:v>
                </c:pt>
                <c:pt idx="26" formatCode="0%">
                  <c:v>7.4870862492344877E-3</c:v>
                </c:pt>
                <c:pt idx="27" formatCode="0%">
                  <c:v>1.3725612493084139E-2</c:v>
                </c:pt>
                <c:pt idx="28" formatCode="0%">
                  <c:v>1.651555002024747E-5</c:v>
                </c:pt>
                <c:pt idx="30" formatCode="0%">
                  <c:v>5.6765823098904669E-3</c:v>
                </c:pt>
                <c:pt idx="31" formatCode="0%">
                  <c:v>1.2972449414849841E-2</c:v>
                </c:pt>
                <c:pt idx="32" formatCode="0%">
                  <c:v>1.961088290502197E-2</c:v>
                </c:pt>
                <c:pt idx="33" formatCode="0%">
                  <c:v>4.0393300782456303E-3</c:v>
                </c:pt>
                <c:pt idx="35" formatCode="0%">
                  <c:v>2.8283957774672352E-3</c:v>
                </c:pt>
                <c:pt idx="36" formatCode="0%">
                  <c:v>1.2517762036614619E-2</c:v>
                </c:pt>
                <c:pt idx="37" formatCode="0%">
                  <c:v>5.1197732046505259E-3</c:v>
                </c:pt>
                <c:pt idx="38" formatCode="0%">
                  <c:v>1.2039684310620391E-2</c:v>
                </c:pt>
                <c:pt idx="39" formatCode="0%">
                  <c:v>6.9253014667798908E-3</c:v>
                </c:pt>
                <c:pt idx="41" formatCode="0%">
                  <c:v>1.853688753472178E-4</c:v>
                </c:pt>
                <c:pt idx="42" formatCode="0%">
                  <c:v>2.402903917605188E-2</c:v>
                </c:pt>
                <c:pt idx="43" formatCode="0%">
                  <c:v>1.1119570168604639E-2</c:v>
                </c:pt>
                <c:pt idx="44" formatCode="0%">
                  <c:v>2.265249854905354E-3</c:v>
                </c:pt>
                <c:pt idx="46" formatCode="0%">
                  <c:v>7.6726890109493226E-2</c:v>
                </c:pt>
                <c:pt idx="47" formatCode="0%">
                  <c:v>1.1893873981835321E-2</c:v>
                </c:pt>
                <c:pt idx="48" formatCode="0%">
                  <c:v>1.9013437790315429E-2</c:v>
                </c:pt>
                <c:pt idx="49" formatCode="0%">
                  <c:v>9.2575895696657895E-4</c:v>
                </c:pt>
                <c:pt idx="50" formatCode="0%">
                  <c:v>2.655385542465066E-3</c:v>
                </c:pt>
                <c:pt idx="51" formatCode="0%">
                  <c:v>1.959343972834763E-5</c:v>
                </c:pt>
                <c:pt idx="52" formatCode="0%">
                  <c:v>0</c:v>
                </c:pt>
                <c:pt idx="54" formatCode="0%">
                  <c:v>4.1241510524477071E-3</c:v>
                </c:pt>
                <c:pt idx="55" formatCode="0%">
                  <c:v>1.4009751917373739E-4</c:v>
                </c:pt>
                <c:pt idx="56" formatCode="0%">
                  <c:v>2.4232062665217258E-2</c:v>
                </c:pt>
                <c:pt idx="57" formatCode="0%">
                  <c:v>3.897885773729984E-3</c:v>
                </c:pt>
                <c:pt idx="59" formatCode="0%">
                  <c:v>7.61841854455846E-4</c:v>
                </c:pt>
                <c:pt idx="60" formatCode="0%">
                  <c:v>2.2022278751044899E-2</c:v>
                </c:pt>
                <c:pt idx="62" formatCode="0%">
                  <c:v>1.256025402084804E-4</c:v>
                </c:pt>
                <c:pt idx="63" formatCode="0%">
                  <c:v>1.6199618148589119E-2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471-4877-9C25-94C78B8BE14F}"/>
            </c:ext>
          </c:extLst>
        </c:ser>
        <c:ser>
          <c:idx val="1"/>
          <c:order val="1"/>
          <c:tx>
            <c:strRef>
              <c:f>Sheet1!$B$234</c:f>
              <c:strCache>
                <c:ptCount val="1"/>
                <c:pt idx="0">
                  <c:v>Bien</c:v>
                </c:pt>
              </c:strCache>
            </c:strRef>
          </c:tx>
          <c:spPr>
            <a:solidFill>
              <a:srgbClr val="03BD8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Sheet1!$C$232:$BN$232</c:f>
              <c:strCache>
                <c:ptCount val="64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60-69</c:v>
                </c:pt>
                <c:pt idx="9">
                  <c:v>Mais 70</c:v>
                </c:pt>
                <c:pt idx="11">
                  <c:v>Ensino Fundamental</c:v>
                </c:pt>
                <c:pt idx="12">
                  <c:v>Ensino Médio</c:v>
                </c:pt>
                <c:pt idx="13">
                  <c:v>Ensino Superior</c:v>
                </c:pt>
                <c:pt idx="15">
                  <c:v>Baixa</c:v>
                </c:pt>
                <c:pt idx="16">
                  <c:v>Media baixa</c:v>
                </c:pt>
                <c:pt idx="17">
                  <c:v>Media</c:v>
                </c:pt>
                <c:pt idx="18">
                  <c:v>Media alta e alta</c:v>
                </c:pt>
                <c:pt idx="20">
                  <c:v>Até R$2,000</c:v>
                </c:pt>
                <c:pt idx="21">
                  <c:v>R$2,000 - R$3,000</c:v>
                </c:pt>
                <c:pt idx="22">
                  <c:v>R$3,000 - R$5,000</c:v>
                </c:pt>
                <c:pt idx="23">
                  <c:v>Acima de R$5,000</c:v>
                </c:pt>
                <c:pt idx="25">
                  <c:v>Branca</c:v>
                </c:pt>
                <c:pt idx="26">
                  <c:v>Preta</c:v>
                </c:pt>
                <c:pt idx="27">
                  <c:v>Parda</c:v>
                </c:pt>
                <c:pt idx="28">
                  <c:v>Outra</c:v>
                </c:pt>
                <c:pt idx="30">
                  <c:v>Católico</c:v>
                </c:pt>
                <c:pt idx="31">
                  <c:v>Evangélico</c:v>
                </c:pt>
                <c:pt idx="32">
                  <c:v>Outra religião</c:v>
                </c:pt>
                <c:pt idx="33">
                  <c:v>Agnóstico ou ateu</c:v>
                </c:pt>
                <c:pt idx="35">
                  <c:v>Sul</c:v>
                </c:pt>
                <c:pt idx="36">
                  <c:v>Suedeste</c:v>
                </c:pt>
                <c:pt idx="37">
                  <c:v>Centro-Oeste</c:v>
                </c:pt>
                <c:pt idx="38">
                  <c:v>Nordeste</c:v>
                </c:pt>
                <c:pt idx="39">
                  <c:v>Norte</c:v>
                </c:pt>
                <c:pt idx="41">
                  <c:v>PT</c:v>
                </c:pt>
                <c:pt idx="42">
                  <c:v>PL</c:v>
                </c:pt>
                <c:pt idx="43">
                  <c:v>Outro</c:v>
                </c:pt>
                <c:pt idx="44">
                  <c:v>Não sabe</c:v>
                </c:pt>
                <c:pt idx="46">
                  <c:v>Extrema Direita</c:v>
                </c:pt>
                <c:pt idx="47">
                  <c:v>Direita</c:v>
                </c:pt>
                <c:pt idx="48">
                  <c:v>Centro Direita</c:v>
                </c:pt>
                <c:pt idx="49">
                  <c:v>Centro</c:v>
                </c:pt>
                <c:pt idx="50">
                  <c:v>Centro Esquerda</c:v>
                </c:pt>
                <c:pt idx="51">
                  <c:v>Esquerda</c:v>
                </c:pt>
                <c:pt idx="52">
                  <c:v>Extrema Esquerda</c:v>
                </c:pt>
                <c:pt idx="54">
                  <c:v>Não fui votar</c:v>
                </c:pt>
                <c:pt idx="55">
                  <c:v>Lula</c:v>
                </c:pt>
                <c:pt idx="56">
                  <c:v>Bolsonaro</c:v>
                </c:pt>
                <c:pt idx="57">
                  <c:v>Outro</c:v>
                </c:pt>
                <c:pt idx="59">
                  <c:v>Lula</c:v>
                </c:pt>
                <c:pt idx="60">
                  <c:v>Jair Bolsonaro </c:v>
                </c:pt>
                <c:pt idx="62">
                  <c:v>Aprova</c:v>
                </c:pt>
                <c:pt idx="63">
                  <c:v>Desaprova</c:v>
                </c:pt>
              </c:strCache>
            </c:strRef>
          </c:cat>
          <c:val>
            <c:numRef>
              <c:f>Sheet1!$C$234:$BN$234</c:f>
              <c:numCache>
                <c:formatCode>General</c:formatCode>
                <c:ptCount val="64"/>
                <c:pt idx="0" formatCode="0%">
                  <c:v>4.3156044986787268E-2</c:v>
                </c:pt>
                <c:pt idx="2" formatCode="0%">
                  <c:v>5.5309858669220141E-2</c:v>
                </c:pt>
                <c:pt idx="3" formatCode="0%">
                  <c:v>3.7529057308094173E-2</c:v>
                </c:pt>
                <c:pt idx="5" formatCode="0%">
                  <c:v>3.1846291447641319E-2</c:v>
                </c:pt>
                <c:pt idx="6" formatCode="0%">
                  <c:v>3.8219760639401031E-2</c:v>
                </c:pt>
                <c:pt idx="7" formatCode="0%">
                  <c:v>6.0432553835895832E-2</c:v>
                </c:pt>
                <c:pt idx="8" formatCode="0%">
                  <c:v>5.8062986417244132E-2</c:v>
                </c:pt>
                <c:pt idx="9" formatCode="0%">
                  <c:v>4.3120766337663777E-2</c:v>
                </c:pt>
                <c:pt idx="11" formatCode="0%">
                  <c:v>4.5639754565194181E-2</c:v>
                </c:pt>
                <c:pt idx="12" formatCode="0%">
                  <c:v>5.5290971807661363E-2</c:v>
                </c:pt>
                <c:pt idx="13" formatCode="0%">
                  <c:v>3.0358704969261598E-2</c:v>
                </c:pt>
                <c:pt idx="15" formatCode="0%">
                  <c:v>3.3969200194512252E-2</c:v>
                </c:pt>
                <c:pt idx="16" formatCode="0%">
                  <c:v>5.1140885223778548E-2</c:v>
                </c:pt>
                <c:pt idx="17" formatCode="0%">
                  <c:v>5.4868061271339051E-2</c:v>
                </c:pt>
                <c:pt idx="18" formatCode="0%">
                  <c:v>1.2312780442082311E-2</c:v>
                </c:pt>
                <c:pt idx="20" formatCode="0%">
                  <c:v>5.0242769726430388E-2</c:v>
                </c:pt>
                <c:pt idx="21" formatCode="0%">
                  <c:v>1.517944742561227E-2</c:v>
                </c:pt>
                <c:pt idx="22" formatCode="0%">
                  <c:v>6.2050267615507693E-2</c:v>
                </c:pt>
                <c:pt idx="23" formatCode="0%">
                  <c:v>5.2020339647561697E-2</c:v>
                </c:pt>
                <c:pt idx="25" formatCode="0%">
                  <c:v>5.0241538812981303E-2</c:v>
                </c:pt>
                <c:pt idx="26" formatCode="0%">
                  <c:v>2.3480275644224311E-2</c:v>
                </c:pt>
                <c:pt idx="27" formatCode="0%">
                  <c:v>4.7197502846576068E-2</c:v>
                </c:pt>
                <c:pt idx="28" formatCode="0%">
                  <c:v>3.7786835570031457E-2</c:v>
                </c:pt>
                <c:pt idx="30" formatCode="0%">
                  <c:v>4.6977518914223637E-2</c:v>
                </c:pt>
                <c:pt idx="31" formatCode="0%">
                  <c:v>6.7542929955491784E-2</c:v>
                </c:pt>
                <c:pt idx="32" formatCode="0%">
                  <c:v>5.6857979234329753E-2</c:v>
                </c:pt>
                <c:pt idx="33" formatCode="0%">
                  <c:v>2.7730027909168859E-3</c:v>
                </c:pt>
                <c:pt idx="35" formatCode="0%">
                  <c:v>5.284318768284791E-2</c:v>
                </c:pt>
                <c:pt idx="36" formatCode="0%">
                  <c:v>6.0327328812927711E-2</c:v>
                </c:pt>
                <c:pt idx="37" formatCode="0%">
                  <c:v>7.2572015919937394E-2</c:v>
                </c:pt>
                <c:pt idx="38" formatCode="0%">
                  <c:v>2.2333500865682011E-2</c:v>
                </c:pt>
                <c:pt idx="39" formatCode="0%">
                  <c:v>5.6873659281425817E-3</c:v>
                </c:pt>
                <c:pt idx="41" formatCode="0%">
                  <c:v>3.2624947652636848E-3</c:v>
                </c:pt>
                <c:pt idx="42" formatCode="0%">
                  <c:v>8.6468177008492977E-2</c:v>
                </c:pt>
                <c:pt idx="43" formatCode="0%">
                  <c:v>5.5236491009167568E-2</c:v>
                </c:pt>
                <c:pt idx="44" formatCode="0%">
                  <c:v>4.2398851087961882E-2</c:v>
                </c:pt>
                <c:pt idx="46" formatCode="0%">
                  <c:v>6.925989496606981E-2</c:v>
                </c:pt>
                <c:pt idx="47" formatCode="0%">
                  <c:v>0.1126670750651789</c:v>
                </c:pt>
                <c:pt idx="48" formatCode="0%">
                  <c:v>2.5826292708094788E-2</c:v>
                </c:pt>
                <c:pt idx="49" formatCode="0%">
                  <c:v>5.2121922900206702E-2</c:v>
                </c:pt>
                <c:pt idx="50" formatCode="0%">
                  <c:v>7.8244470338367507E-4</c:v>
                </c:pt>
                <c:pt idx="51" formatCode="0%">
                  <c:v>3.8684016884766091E-3</c:v>
                </c:pt>
                <c:pt idx="52" formatCode="0%">
                  <c:v>0</c:v>
                </c:pt>
                <c:pt idx="54" formatCode="0%">
                  <c:v>1.8283213940547969E-2</c:v>
                </c:pt>
                <c:pt idx="55" formatCode="0%">
                  <c:v>2.4657182716063069E-3</c:v>
                </c:pt>
                <c:pt idx="56" formatCode="0%">
                  <c:v>0.1181918405934527</c:v>
                </c:pt>
                <c:pt idx="57" formatCode="0%">
                  <c:v>9.0890004312018692E-3</c:v>
                </c:pt>
                <c:pt idx="59" formatCode="0%">
                  <c:v>2.6911738970415659E-3</c:v>
                </c:pt>
                <c:pt idx="60" formatCode="0%">
                  <c:v>0.1072698452360651</c:v>
                </c:pt>
                <c:pt idx="62" formatCode="0%">
                  <c:v>2.4413283999771178E-3</c:v>
                </c:pt>
                <c:pt idx="63" formatCode="0%">
                  <c:v>7.6891227230590581E-2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471-4877-9C25-94C78B8BE14F}"/>
            </c:ext>
          </c:extLst>
        </c:ser>
        <c:ser>
          <c:idx val="2"/>
          <c:order val="2"/>
          <c:tx>
            <c:strRef>
              <c:f>Sheet1!$B$235</c:f>
              <c:strCache>
                <c:ptCount val="1"/>
                <c:pt idx="0">
                  <c:v>Positivo regular</c:v>
                </c:pt>
              </c:strCache>
            </c:strRef>
          </c:tx>
          <c:spPr>
            <a:solidFill>
              <a:srgbClr val="00CD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Sheet1!$C$232:$BN$232</c:f>
              <c:strCache>
                <c:ptCount val="64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60-69</c:v>
                </c:pt>
                <c:pt idx="9">
                  <c:v>Mais 70</c:v>
                </c:pt>
                <c:pt idx="11">
                  <c:v>Ensino Fundamental</c:v>
                </c:pt>
                <c:pt idx="12">
                  <c:v>Ensino Médio</c:v>
                </c:pt>
                <c:pt idx="13">
                  <c:v>Ensino Superior</c:v>
                </c:pt>
                <c:pt idx="15">
                  <c:v>Baixa</c:v>
                </c:pt>
                <c:pt idx="16">
                  <c:v>Media baixa</c:v>
                </c:pt>
                <c:pt idx="17">
                  <c:v>Media</c:v>
                </c:pt>
                <c:pt idx="18">
                  <c:v>Media alta e alta</c:v>
                </c:pt>
                <c:pt idx="20">
                  <c:v>Até R$2,000</c:v>
                </c:pt>
                <c:pt idx="21">
                  <c:v>R$2,000 - R$3,000</c:v>
                </c:pt>
                <c:pt idx="22">
                  <c:v>R$3,000 - R$5,000</c:v>
                </c:pt>
                <c:pt idx="23">
                  <c:v>Acima de R$5,000</c:v>
                </c:pt>
                <c:pt idx="25">
                  <c:v>Branca</c:v>
                </c:pt>
                <c:pt idx="26">
                  <c:v>Preta</c:v>
                </c:pt>
                <c:pt idx="27">
                  <c:v>Parda</c:v>
                </c:pt>
                <c:pt idx="28">
                  <c:v>Outra</c:v>
                </c:pt>
                <c:pt idx="30">
                  <c:v>Católico</c:v>
                </c:pt>
                <c:pt idx="31">
                  <c:v>Evangélico</c:v>
                </c:pt>
                <c:pt idx="32">
                  <c:v>Outra religião</c:v>
                </c:pt>
                <c:pt idx="33">
                  <c:v>Agnóstico ou ateu</c:v>
                </c:pt>
                <c:pt idx="35">
                  <c:v>Sul</c:v>
                </c:pt>
                <c:pt idx="36">
                  <c:v>Suedeste</c:v>
                </c:pt>
                <c:pt idx="37">
                  <c:v>Centro-Oeste</c:v>
                </c:pt>
                <c:pt idx="38">
                  <c:v>Nordeste</c:v>
                </c:pt>
                <c:pt idx="39">
                  <c:v>Norte</c:v>
                </c:pt>
                <c:pt idx="41">
                  <c:v>PT</c:v>
                </c:pt>
                <c:pt idx="42">
                  <c:v>PL</c:v>
                </c:pt>
                <c:pt idx="43">
                  <c:v>Outro</c:v>
                </c:pt>
                <c:pt idx="44">
                  <c:v>Não sabe</c:v>
                </c:pt>
                <c:pt idx="46">
                  <c:v>Extrema Direita</c:v>
                </c:pt>
                <c:pt idx="47">
                  <c:v>Direita</c:v>
                </c:pt>
                <c:pt idx="48">
                  <c:v>Centro Direita</c:v>
                </c:pt>
                <c:pt idx="49">
                  <c:v>Centro</c:v>
                </c:pt>
                <c:pt idx="50">
                  <c:v>Centro Esquerda</c:v>
                </c:pt>
                <c:pt idx="51">
                  <c:v>Esquerda</c:v>
                </c:pt>
                <c:pt idx="52">
                  <c:v>Extrema Esquerda</c:v>
                </c:pt>
                <c:pt idx="54">
                  <c:v>Não fui votar</c:v>
                </c:pt>
                <c:pt idx="55">
                  <c:v>Lula</c:v>
                </c:pt>
                <c:pt idx="56">
                  <c:v>Bolsonaro</c:v>
                </c:pt>
                <c:pt idx="57">
                  <c:v>Outro</c:v>
                </c:pt>
                <c:pt idx="59">
                  <c:v>Lula</c:v>
                </c:pt>
                <c:pt idx="60">
                  <c:v>Jair Bolsonaro </c:v>
                </c:pt>
                <c:pt idx="62">
                  <c:v>Aprova</c:v>
                </c:pt>
                <c:pt idx="63">
                  <c:v>Desaprova</c:v>
                </c:pt>
              </c:strCache>
            </c:strRef>
          </c:cat>
          <c:val>
            <c:numRef>
              <c:f>Sheet1!$C$235:$BN$235</c:f>
              <c:numCache>
                <c:formatCode>General</c:formatCode>
                <c:ptCount val="64"/>
                <c:pt idx="0" formatCode="0%">
                  <c:v>0.17239322204046409</c:v>
                </c:pt>
                <c:pt idx="2" formatCode="0%">
                  <c:v>0.16052997990036241</c:v>
                </c:pt>
                <c:pt idx="3" formatCode="0%">
                  <c:v>0.1401166087031524</c:v>
                </c:pt>
                <c:pt idx="5" formatCode="0%">
                  <c:v>0.24443280285243291</c:v>
                </c:pt>
                <c:pt idx="6" formatCode="0%">
                  <c:v>0.14593394919881289</c:v>
                </c:pt>
                <c:pt idx="7" formatCode="0%">
                  <c:v>9.513368827166796E-2</c:v>
                </c:pt>
                <c:pt idx="8" formatCode="0%">
                  <c:v>0.1330236945146388</c:v>
                </c:pt>
                <c:pt idx="9" formatCode="0%">
                  <c:v>0.15599081870206941</c:v>
                </c:pt>
                <c:pt idx="11" formatCode="0%">
                  <c:v>8.9296807645876719E-2</c:v>
                </c:pt>
                <c:pt idx="12" formatCode="0%">
                  <c:v>0.20089208641205</c:v>
                </c:pt>
                <c:pt idx="13" formatCode="0%">
                  <c:v>0.1060817415356174</c:v>
                </c:pt>
                <c:pt idx="15" formatCode="0%">
                  <c:v>0.17292245865965741</c:v>
                </c:pt>
                <c:pt idx="16" formatCode="0%">
                  <c:v>0.104449916006971</c:v>
                </c:pt>
                <c:pt idx="17" formatCode="0%">
                  <c:v>0.23109670831600601</c:v>
                </c:pt>
                <c:pt idx="18" formatCode="0%">
                  <c:v>0.11809769032201881</c:v>
                </c:pt>
                <c:pt idx="20" formatCode="0%">
                  <c:v>0.15271117078831961</c:v>
                </c:pt>
                <c:pt idx="21" formatCode="0%">
                  <c:v>0.17784220573183199</c:v>
                </c:pt>
                <c:pt idx="22" formatCode="0%">
                  <c:v>0.15727694847324569</c:v>
                </c:pt>
                <c:pt idx="23" formatCode="0%">
                  <c:v>9.1771997251740206E-2</c:v>
                </c:pt>
                <c:pt idx="25" formatCode="0%">
                  <c:v>0.1344815529209058</c:v>
                </c:pt>
                <c:pt idx="26" formatCode="0%">
                  <c:v>0.1830154823108327</c:v>
                </c:pt>
                <c:pt idx="27" formatCode="0%">
                  <c:v>0.16109255607931991</c:v>
                </c:pt>
                <c:pt idx="28" formatCode="0%">
                  <c:v>0.17697321709229741</c:v>
                </c:pt>
                <c:pt idx="30" formatCode="0%">
                  <c:v>0.15266921658410451</c:v>
                </c:pt>
                <c:pt idx="31" formatCode="0%">
                  <c:v>0.2323494342436557</c:v>
                </c:pt>
                <c:pt idx="32" formatCode="0%">
                  <c:v>9.6673207285179086E-2</c:v>
                </c:pt>
                <c:pt idx="33" formatCode="0%">
                  <c:v>3.7721035226595048E-2</c:v>
                </c:pt>
                <c:pt idx="35" formatCode="0%">
                  <c:v>0.1823582397094857</c:v>
                </c:pt>
                <c:pt idx="36" formatCode="0%">
                  <c:v>0.15568878628327601</c:v>
                </c:pt>
                <c:pt idx="37" formatCode="0%">
                  <c:v>0.13981576769065929</c:v>
                </c:pt>
                <c:pt idx="38" formatCode="0%">
                  <c:v>0.1058887950354873</c:v>
                </c:pt>
                <c:pt idx="39" formatCode="0%">
                  <c:v>0.19697519112567821</c:v>
                </c:pt>
                <c:pt idx="41" formatCode="0%">
                  <c:v>2.6922250771611471E-2</c:v>
                </c:pt>
                <c:pt idx="42" formatCode="0%">
                  <c:v>0.33509919611861549</c:v>
                </c:pt>
                <c:pt idx="43" formatCode="0%">
                  <c:v>0.106698652551056</c:v>
                </c:pt>
                <c:pt idx="44" formatCode="0%">
                  <c:v>0.12899979253290891</c:v>
                </c:pt>
                <c:pt idx="46" formatCode="0%">
                  <c:v>0.27315107868086241</c:v>
                </c:pt>
                <c:pt idx="47" formatCode="0%">
                  <c:v>0.26712543793578919</c:v>
                </c:pt>
                <c:pt idx="48" formatCode="0%">
                  <c:v>0.20530120615277361</c:v>
                </c:pt>
                <c:pt idx="49" formatCode="0%">
                  <c:v>3.8538998260609122E-2</c:v>
                </c:pt>
                <c:pt idx="50" formatCode="0%">
                  <c:v>4.9838353718743109E-2</c:v>
                </c:pt>
                <c:pt idx="51" formatCode="0%">
                  <c:v>1.851909809803068E-3</c:v>
                </c:pt>
                <c:pt idx="52" formatCode="0%">
                  <c:v>0</c:v>
                </c:pt>
                <c:pt idx="54" formatCode="0%">
                  <c:v>0.20210738382944701</c:v>
                </c:pt>
                <c:pt idx="55" formatCode="0%">
                  <c:v>2.958129525703266E-2</c:v>
                </c:pt>
                <c:pt idx="56" formatCode="0%">
                  <c:v>0.25890788842088258</c:v>
                </c:pt>
                <c:pt idx="57" formatCode="0%">
                  <c:v>7.6157403043505045E-2</c:v>
                </c:pt>
                <c:pt idx="59" formatCode="0%">
                  <c:v>2.6869291008504371E-2</c:v>
                </c:pt>
                <c:pt idx="60" formatCode="0%">
                  <c:v>0.25628154101015482</c:v>
                </c:pt>
                <c:pt idx="62" formatCode="0%">
                  <c:v>2.4017748251037401E-2</c:v>
                </c:pt>
                <c:pt idx="63" formatCode="0%">
                  <c:v>0.2354687403955612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471-4877-9C25-94C78B8BE14F}"/>
            </c:ext>
          </c:extLst>
        </c:ser>
        <c:ser>
          <c:idx val="3"/>
          <c:order val="3"/>
          <c:tx>
            <c:strRef>
              <c:f>Sheet1!$B$236</c:f>
              <c:strCache>
                <c:ptCount val="1"/>
                <c:pt idx="0">
                  <c:v>Negativo regular</c:v>
                </c:pt>
              </c:strCache>
            </c:strRef>
          </c:tx>
          <c:spPr>
            <a:solidFill>
              <a:srgbClr val="E8573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Sheet1!$C$232:$BN$232</c:f>
              <c:strCache>
                <c:ptCount val="64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60-69</c:v>
                </c:pt>
                <c:pt idx="9">
                  <c:v>Mais 70</c:v>
                </c:pt>
                <c:pt idx="11">
                  <c:v>Ensino Fundamental</c:v>
                </c:pt>
                <c:pt idx="12">
                  <c:v>Ensino Médio</c:v>
                </c:pt>
                <c:pt idx="13">
                  <c:v>Ensino Superior</c:v>
                </c:pt>
                <c:pt idx="15">
                  <c:v>Baixa</c:v>
                </c:pt>
                <c:pt idx="16">
                  <c:v>Media baixa</c:v>
                </c:pt>
                <c:pt idx="17">
                  <c:v>Media</c:v>
                </c:pt>
                <c:pt idx="18">
                  <c:v>Media alta e alta</c:v>
                </c:pt>
                <c:pt idx="20">
                  <c:v>Até R$2,000</c:v>
                </c:pt>
                <c:pt idx="21">
                  <c:v>R$2,000 - R$3,000</c:v>
                </c:pt>
                <c:pt idx="22">
                  <c:v>R$3,000 - R$5,000</c:v>
                </c:pt>
                <c:pt idx="23">
                  <c:v>Acima de R$5,000</c:v>
                </c:pt>
                <c:pt idx="25">
                  <c:v>Branca</c:v>
                </c:pt>
                <c:pt idx="26">
                  <c:v>Preta</c:v>
                </c:pt>
                <c:pt idx="27">
                  <c:v>Parda</c:v>
                </c:pt>
                <c:pt idx="28">
                  <c:v>Outra</c:v>
                </c:pt>
                <c:pt idx="30">
                  <c:v>Católico</c:v>
                </c:pt>
                <c:pt idx="31">
                  <c:v>Evangélico</c:v>
                </c:pt>
                <c:pt idx="32">
                  <c:v>Outra religião</c:v>
                </c:pt>
                <c:pt idx="33">
                  <c:v>Agnóstico ou ateu</c:v>
                </c:pt>
                <c:pt idx="35">
                  <c:v>Sul</c:v>
                </c:pt>
                <c:pt idx="36">
                  <c:v>Suedeste</c:v>
                </c:pt>
                <c:pt idx="37">
                  <c:v>Centro-Oeste</c:v>
                </c:pt>
                <c:pt idx="38">
                  <c:v>Nordeste</c:v>
                </c:pt>
                <c:pt idx="39">
                  <c:v>Norte</c:v>
                </c:pt>
                <c:pt idx="41">
                  <c:v>PT</c:v>
                </c:pt>
                <c:pt idx="42">
                  <c:v>PL</c:v>
                </c:pt>
                <c:pt idx="43">
                  <c:v>Outro</c:v>
                </c:pt>
                <c:pt idx="44">
                  <c:v>Não sabe</c:v>
                </c:pt>
                <c:pt idx="46">
                  <c:v>Extrema Direita</c:v>
                </c:pt>
                <c:pt idx="47">
                  <c:v>Direita</c:v>
                </c:pt>
                <c:pt idx="48">
                  <c:v>Centro Direita</c:v>
                </c:pt>
                <c:pt idx="49">
                  <c:v>Centro</c:v>
                </c:pt>
                <c:pt idx="50">
                  <c:v>Centro Esquerda</c:v>
                </c:pt>
                <c:pt idx="51">
                  <c:v>Esquerda</c:v>
                </c:pt>
                <c:pt idx="52">
                  <c:v>Extrema Esquerda</c:v>
                </c:pt>
                <c:pt idx="54">
                  <c:v>Não fui votar</c:v>
                </c:pt>
                <c:pt idx="55">
                  <c:v>Lula</c:v>
                </c:pt>
                <c:pt idx="56">
                  <c:v>Bolsonaro</c:v>
                </c:pt>
                <c:pt idx="57">
                  <c:v>Outro</c:v>
                </c:pt>
                <c:pt idx="59">
                  <c:v>Lula</c:v>
                </c:pt>
                <c:pt idx="60">
                  <c:v>Jair Bolsonaro </c:v>
                </c:pt>
                <c:pt idx="62">
                  <c:v>Aprova</c:v>
                </c:pt>
                <c:pt idx="63">
                  <c:v>Desaprova</c:v>
                </c:pt>
              </c:strCache>
            </c:strRef>
          </c:cat>
          <c:val>
            <c:numRef>
              <c:f>Sheet1!$C$236:$BN$236</c:f>
              <c:numCache>
                <c:formatCode>General</c:formatCode>
                <c:ptCount val="64"/>
                <c:pt idx="0" formatCode="0%">
                  <c:v>8.0314748483527432E-2</c:v>
                </c:pt>
                <c:pt idx="2" formatCode="0%">
                  <c:v>8.5324287693464521E-2</c:v>
                </c:pt>
                <c:pt idx="3" formatCode="0%">
                  <c:v>9.9899898650830446E-2</c:v>
                </c:pt>
                <c:pt idx="5" formatCode="0%">
                  <c:v>5.5686388105752133E-2</c:v>
                </c:pt>
                <c:pt idx="6" formatCode="0%">
                  <c:v>0.14007340227281409</c:v>
                </c:pt>
                <c:pt idx="7" formatCode="0%">
                  <c:v>7.0290050565701145E-2</c:v>
                </c:pt>
                <c:pt idx="8" formatCode="0%">
                  <c:v>9.137970488739168E-2</c:v>
                </c:pt>
                <c:pt idx="9" formatCode="0%">
                  <c:v>8.6230005792692327E-2</c:v>
                </c:pt>
                <c:pt idx="11" formatCode="0%">
                  <c:v>0.1125361414652563</c:v>
                </c:pt>
                <c:pt idx="12" formatCode="0%">
                  <c:v>8.7679297239416906E-2</c:v>
                </c:pt>
                <c:pt idx="13" formatCode="0%">
                  <c:v>7.6027188282970268E-2</c:v>
                </c:pt>
                <c:pt idx="15" formatCode="0%">
                  <c:v>4.5658664091305472E-2</c:v>
                </c:pt>
                <c:pt idx="16" formatCode="0%">
                  <c:v>9.4256441874287888E-2</c:v>
                </c:pt>
                <c:pt idx="17" formatCode="0%">
                  <c:v>0.12632694849276929</c:v>
                </c:pt>
                <c:pt idx="18" formatCode="0%">
                  <c:v>1.6170322157023499E-2</c:v>
                </c:pt>
                <c:pt idx="20" formatCode="0%">
                  <c:v>6.1395219166908682E-2</c:v>
                </c:pt>
                <c:pt idx="21" formatCode="0%">
                  <c:v>0.1158542542517028</c:v>
                </c:pt>
                <c:pt idx="22" formatCode="0%">
                  <c:v>0.1215565874723399</c:v>
                </c:pt>
                <c:pt idx="23" formatCode="0%">
                  <c:v>8.6310121666658621E-2</c:v>
                </c:pt>
                <c:pt idx="25" formatCode="0%">
                  <c:v>0.1051711874082687</c:v>
                </c:pt>
                <c:pt idx="26" formatCode="0%">
                  <c:v>0.16789958699368041</c:v>
                </c:pt>
                <c:pt idx="27" formatCode="0%">
                  <c:v>6.0081715654042391E-2</c:v>
                </c:pt>
                <c:pt idx="28" formatCode="0%">
                  <c:v>8.0590862648677652E-2</c:v>
                </c:pt>
                <c:pt idx="30" formatCode="0%">
                  <c:v>0.11546808849582001</c:v>
                </c:pt>
                <c:pt idx="31" formatCode="0%">
                  <c:v>7.050155798060731E-2</c:v>
                </c:pt>
                <c:pt idx="32" formatCode="0%">
                  <c:v>9.259236404646011E-2</c:v>
                </c:pt>
                <c:pt idx="33" formatCode="0%">
                  <c:v>7.190408953031531E-2</c:v>
                </c:pt>
                <c:pt idx="35" formatCode="0%">
                  <c:v>0.169761379395649</c:v>
                </c:pt>
                <c:pt idx="36" formatCode="0%">
                  <c:v>6.5283611759119189E-2</c:v>
                </c:pt>
                <c:pt idx="37" formatCode="0%">
                  <c:v>0.101808619803316</c:v>
                </c:pt>
                <c:pt idx="38" formatCode="0%">
                  <c:v>8.1576580934421605E-2</c:v>
                </c:pt>
                <c:pt idx="39" formatCode="0%">
                  <c:v>7.0299349275999623E-2</c:v>
                </c:pt>
                <c:pt idx="41" formatCode="0%">
                  <c:v>5.433547635907731E-2</c:v>
                </c:pt>
                <c:pt idx="42" formatCode="0%">
                  <c:v>0.1170042823538084</c:v>
                </c:pt>
                <c:pt idx="43" formatCode="0%">
                  <c:v>0.1381199014829434</c:v>
                </c:pt>
                <c:pt idx="44" formatCode="0%">
                  <c:v>4.7502605317564207E-2</c:v>
                </c:pt>
                <c:pt idx="46" formatCode="0%">
                  <c:v>9.1114323750943207E-2</c:v>
                </c:pt>
                <c:pt idx="47" formatCode="0%">
                  <c:v>0.14141241177737951</c:v>
                </c:pt>
                <c:pt idx="48" formatCode="0%">
                  <c:v>0.15177338393270209</c:v>
                </c:pt>
                <c:pt idx="49" formatCode="0%">
                  <c:v>8.1313462473531647E-2</c:v>
                </c:pt>
                <c:pt idx="50" formatCode="0%">
                  <c:v>4.2476899433458871E-2</c:v>
                </c:pt>
                <c:pt idx="51" formatCode="0%">
                  <c:v>4.1094392179037202E-2</c:v>
                </c:pt>
                <c:pt idx="52" formatCode="0%">
                  <c:v>1.1992580448891319E-2</c:v>
                </c:pt>
                <c:pt idx="54" formatCode="0%">
                  <c:v>8.111927558116086E-2</c:v>
                </c:pt>
                <c:pt idx="55" formatCode="0%">
                  <c:v>4.5819896852912781E-2</c:v>
                </c:pt>
                <c:pt idx="56" formatCode="0%">
                  <c:v>0.1505139290072664</c:v>
                </c:pt>
                <c:pt idx="57" formatCode="0%">
                  <c:v>7.9133196192113286E-2</c:v>
                </c:pt>
                <c:pt idx="59" formatCode="0%">
                  <c:v>4.5818189357493093E-2</c:v>
                </c:pt>
                <c:pt idx="60" formatCode="0%">
                  <c:v>0.1432790919778115</c:v>
                </c:pt>
                <c:pt idx="62" formatCode="0%">
                  <c:v>3.7877598600360628E-2</c:v>
                </c:pt>
                <c:pt idx="63" formatCode="0%">
                  <c:v>0.12613885754839169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471-4877-9C25-94C78B8BE14F}"/>
            </c:ext>
          </c:extLst>
        </c:ser>
        <c:ser>
          <c:idx val="4"/>
          <c:order val="4"/>
          <c:tx>
            <c:strRef>
              <c:f>Sheet1!$B$237</c:f>
              <c:strCache>
                <c:ptCount val="1"/>
                <c:pt idx="0">
                  <c:v>Malo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Sheet1!$C$232:$BN$232</c:f>
              <c:strCache>
                <c:ptCount val="64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60-69</c:v>
                </c:pt>
                <c:pt idx="9">
                  <c:v>Mais 70</c:v>
                </c:pt>
                <c:pt idx="11">
                  <c:v>Ensino Fundamental</c:v>
                </c:pt>
                <c:pt idx="12">
                  <c:v>Ensino Médio</c:v>
                </c:pt>
                <c:pt idx="13">
                  <c:v>Ensino Superior</c:v>
                </c:pt>
                <c:pt idx="15">
                  <c:v>Baixa</c:v>
                </c:pt>
                <c:pt idx="16">
                  <c:v>Media baixa</c:v>
                </c:pt>
                <c:pt idx="17">
                  <c:v>Media</c:v>
                </c:pt>
                <c:pt idx="18">
                  <c:v>Media alta e alta</c:v>
                </c:pt>
                <c:pt idx="20">
                  <c:v>Até R$2,000</c:v>
                </c:pt>
                <c:pt idx="21">
                  <c:v>R$2,000 - R$3,000</c:v>
                </c:pt>
                <c:pt idx="22">
                  <c:v>R$3,000 - R$5,000</c:v>
                </c:pt>
                <c:pt idx="23">
                  <c:v>Acima de R$5,000</c:v>
                </c:pt>
                <c:pt idx="25">
                  <c:v>Branca</c:v>
                </c:pt>
                <c:pt idx="26">
                  <c:v>Preta</c:v>
                </c:pt>
                <c:pt idx="27">
                  <c:v>Parda</c:v>
                </c:pt>
                <c:pt idx="28">
                  <c:v>Outra</c:v>
                </c:pt>
                <c:pt idx="30">
                  <c:v>Católico</c:v>
                </c:pt>
                <c:pt idx="31">
                  <c:v>Evangélico</c:v>
                </c:pt>
                <c:pt idx="32">
                  <c:v>Outra religião</c:v>
                </c:pt>
                <c:pt idx="33">
                  <c:v>Agnóstico ou ateu</c:v>
                </c:pt>
                <c:pt idx="35">
                  <c:v>Sul</c:v>
                </c:pt>
                <c:pt idx="36">
                  <c:v>Suedeste</c:v>
                </c:pt>
                <c:pt idx="37">
                  <c:v>Centro-Oeste</c:v>
                </c:pt>
                <c:pt idx="38">
                  <c:v>Nordeste</c:v>
                </c:pt>
                <c:pt idx="39">
                  <c:v>Norte</c:v>
                </c:pt>
                <c:pt idx="41">
                  <c:v>PT</c:v>
                </c:pt>
                <c:pt idx="42">
                  <c:v>PL</c:v>
                </c:pt>
                <c:pt idx="43">
                  <c:v>Outro</c:v>
                </c:pt>
                <c:pt idx="44">
                  <c:v>Não sabe</c:v>
                </c:pt>
                <c:pt idx="46">
                  <c:v>Extrema Direita</c:v>
                </c:pt>
                <c:pt idx="47">
                  <c:v>Direita</c:v>
                </c:pt>
                <c:pt idx="48">
                  <c:v>Centro Direita</c:v>
                </c:pt>
                <c:pt idx="49">
                  <c:v>Centro</c:v>
                </c:pt>
                <c:pt idx="50">
                  <c:v>Centro Esquerda</c:v>
                </c:pt>
                <c:pt idx="51">
                  <c:v>Esquerda</c:v>
                </c:pt>
                <c:pt idx="52">
                  <c:v>Extrema Esquerda</c:v>
                </c:pt>
                <c:pt idx="54">
                  <c:v>Não fui votar</c:v>
                </c:pt>
                <c:pt idx="55">
                  <c:v>Lula</c:v>
                </c:pt>
                <c:pt idx="56">
                  <c:v>Bolsonaro</c:v>
                </c:pt>
                <c:pt idx="57">
                  <c:v>Outro</c:v>
                </c:pt>
                <c:pt idx="59">
                  <c:v>Lula</c:v>
                </c:pt>
                <c:pt idx="60">
                  <c:v>Jair Bolsonaro </c:v>
                </c:pt>
                <c:pt idx="62">
                  <c:v>Aprova</c:v>
                </c:pt>
                <c:pt idx="63">
                  <c:v>Desaprova</c:v>
                </c:pt>
              </c:strCache>
            </c:strRef>
          </c:cat>
          <c:val>
            <c:numRef>
              <c:f>Sheet1!$C$237:$BN$237</c:f>
              <c:numCache>
                <c:formatCode>General</c:formatCode>
                <c:ptCount val="64"/>
                <c:pt idx="0" formatCode="0%">
                  <c:v>0.108578934025712</c:v>
                </c:pt>
                <c:pt idx="2" formatCode="0%">
                  <c:v>0.13206597941406981</c:v>
                </c:pt>
                <c:pt idx="3" formatCode="0%">
                  <c:v>0.12857917261408661</c:v>
                </c:pt>
                <c:pt idx="5" formatCode="0%">
                  <c:v>0.13018131991578091</c:v>
                </c:pt>
                <c:pt idx="6" formatCode="0%">
                  <c:v>0.1122305448187689</c:v>
                </c:pt>
                <c:pt idx="7" formatCode="0%">
                  <c:v>0.14421956540034461</c:v>
                </c:pt>
                <c:pt idx="8" formatCode="0%">
                  <c:v>0.1216525828054595</c:v>
                </c:pt>
                <c:pt idx="9" formatCode="0%">
                  <c:v>0.14335679134945289</c:v>
                </c:pt>
                <c:pt idx="11" formatCode="0%">
                  <c:v>0.14584557901951711</c:v>
                </c:pt>
                <c:pt idx="12" formatCode="0%">
                  <c:v>0.13929901056082469</c:v>
                </c:pt>
                <c:pt idx="13" formatCode="0%">
                  <c:v>9.2123722449582196E-2</c:v>
                </c:pt>
                <c:pt idx="15" formatCode="0%">
                  <c:v>9.2398945857634834E-2</c:v>
                </c:pt>
                <c:pt idx="16" formatCode="0%">
                  <c:v>0.14626409432271639</c:v>
                </c:pt>
                <c:pt idx="17" formatCode="0%">
                  <c:v>0.14163850196862421</c:v>
                </c:pt>
                <c:pt idx="18" formatCode="0%">
                  <c:v>5.3507333977692639E-2</c:v>
                </c:pt>
                <c:pt idx="20" formatCode="0%">
                  <c:v>0.1045515370368988</c:v>
                </c:pt>
                <c:pt idx="21" formatCode="0%">
                  <c:v>0.13428470136556331</c:v>
                </c:pt>
                <c:pt idx="22" formatCode="0%">
                  <c:v>0.15424373068435551</c:v>
                </c:pt>
                <c:pt idx="23" formatCode="0%">
                  <c:v>0.14630010799183049</c:v>
                </c:pt>
                <c:pt idx="25" formatCode="0%">
                  <c:v>0.13792842302011329</c:v>
                </c:pt>
                <c:pt idx="26" formatCode="0%">
                  <c:v>9.8503173251527965E-2</c:v>
                </c:pt>
                <c:pt idx="27" formatCode="0%">
                  <c:v>0.1244619060310654</c:v>
                </c:pt>
                <c:pt idx="28" formatCode="0%">
                  <c:v>0.13467258273376981</c:v>
                </c:pt>
                <c:pt idx="30" formatCode="0%">
                  <c:v>0.1622557410728683</c:v>
                </c:pt>
                <c:pt idx="31" formatCode="0%">
                  <c:v>0.1032675403894688</c:v>
                </c:pt>
                <c:pt idx="32" formatCode="0%">
                  <c:v>0.11851991357315771</c:v>
                </c:pt>
                <c:pt idx="33" formatCode="0%">
                  <c:v>0.1229543569854424</c:v>
                </c:pt>
                <c:pt idx="35" formatCode="0%">
                  <c:v>9.1761344812813131E-2</c:v>
                </c:pt>
                <c:pt idx="36" formatCode="0%">
                  <c:v>0.15330309247226359</c:v>
                </c:pt>
                <c:pt idx="37" formatCode="0%">
                  <c:v>4.2136313115968438E-2</c:v>
                </c:pt>
                <c:pt idx="38" formatCode="0%">
                  <c:v>0.1422373452428923</c:v>
                </c:pt>
                <c:pt idx="39" formatCode="0%">
                  <c:v>0.13360696310682449</c:v>
                </c:pt>
                <c:pt idx="41" formatCode="0%">
                  <c:v>0.1120214465822879</c:v>
                </c:pt>
                <c:pt idx="42" formatCode="0%">
                  <c:v>0.14203136193707089</c:v>
                </c:pt>
                <c:pt idx="43" formatCode="0%">
                  <c:v>0.13456552492258131</c:v>
                </c:pt>
                <c:pt idx="44" formatCode="0%">
                  <c:v>0.12930712214722639</c:v>
                </c:pt>
                <c:pt idx="46" formatCode="0%">
                  <c:v>2.3302715715483629E-2</c:v>
                </c:pt>
                <c:pt idx="47" formatCode="0%">
                  <c:v>0.1789452319848146</c:v>
                </c:pt>
                <c:pt idx="48" formatCode="0%">
                  <c:v>0.1391756629401342</c:v>
                </c:pt>
                <c:pt idx="49" formatCode="0%">
                  <c:v>0.10156114359897089</c:v>
                </c:pt>
                <c:pt idx="50" formatCode="0%">
                  <c:v>0.1066639692673004</c:v>
                </c:pt>
                <c:pt idx="51" formatCode="0%">
                  <c:v>9.6398008722242107E-2</c:v>
                </c:pt>
                <c:pt idx="52" formatCode="0%">
                  <c:v>0.26449877784526787</c:v>
                </c:pt>
                <c:pt idx="54" formatCode="0%">
                  <c:v>0.124202881109333</c:v>
                </c:pt>
                <c:pt idx="55" formatCode="0%">
                  <c:v>0.12385200803999311</c:v>
                </c:pt>
                <c:pt idx="56" formatCode="0%">
                  <c:v>0.15994531500161119</c:v>
                </c:pt>
                <c:pt idx="57" formatCode="0%">
                  <c:v>8.5358078964645256E-2</c:v>
                </c:pt>
                <c:pt idx="59" formatCode="0%">
                  <c:v>0.1056330129795745</c:v>
                </c:pt>
                <c:pt idx="60" formatCode="0%">
                  <c:v>0.17736057703199301</c:v>
                </c:pt>
                <c:pt idx="62" formatCode="0%">
                  <c:v>0.1022189416397124</c:v>
                </c:pt>
                <c:pt idx="63" formatCode="0%">
                  <c:v>0.149264388709373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471-4877-9C25-94C78B8BE14F}"/>
            </c:ext>
          </c:extLst>
        </c:ser>
        <c:ser>
          <c:idx val="5"/>
          <c:order val="5"/>
          <c:tx>
            <c:strRef>
              <c:f>Sheet1!$B$238</c:f>
              <c:strCache>
                <c:ptCount val="1"/>
                <c:pt idx="0">
                  <c:v>muy malo</c:v>
                </c:pt>
              </c:strCache>
            </c:strRef>
          </c:tx>
          <c:spPr>
            <a:solidFill>
              <a:srgbClr val="C026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Sheet1!$C$232:$BN$232</c:f>
              <c:strCache>
                <c:ptCount val="64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60-69</c:v>
                </c:pt>
                <c:pt idx="9">
                  <c:v>Mais 70</c:v>
                </c:pt>
                <c:pt idx="11">
                  <c:v>Ensino Fundamental</c:v>
                </c:pt>
                <c:pt idx="12">
                  <c:v>Ensino Médio</c:v>
                </c:pt>
                <c:pt idx="13">
                  <c:v>Ensino Superior</c:v>
                </c:pt>
                <c:pt idx="15">
                  <c:v>Baixa</c:v>
                </c:pt>
                <c:pt idx="16">
                  <c:v>Media baixa</c:v>
                </c:pt>
                <c:pt idx="17">
                  <c:v>Media</c:v>
                </c:pt>
                <c:pt idx="18">
                  <c:v>Media alta e alta</c:v>
                </c:pt>
                <c:pt idx="20">
                  <c:v>Até R$2,000</c:v>
                </c:pt>
                <c:pt idx="21">
                  <c:v>R$2,000 - R$3,000</c:v>
                </c:pt>
                <c:pt idx="22">
                  <c:v>R$3,000 - R$5,000</c:v>
                </c:pt>
                <c:pt idx="23">
                  <c:v>Acima de R$5,000</c:v>
                </c:pt>
                <c:pt idx="25">
                  <c:v>Branca</c:v>
                </c:pt>
                <c:pt idx="26">
                  <c:v>Preta</c:v>
                </c:pt>
                <c:pt idx="27">
                  <c:v>Parda</c:v>
                </c:pt>
                <c:pt idx="28">
                  <c:v>Outra</c:v>
                </c:pt>
                <c:pt idx="30">
                  <c:v>Católico</c:v>
                </c:pt>
                <c:pt idx="31">
                  <c:v>Evangélico</c:v>
                </c:pt>
                <c:pt idx="32">
                  <c:v>Outra religião</c:v>
                </c:pt>
                <c:pt idx="33">
                  <c:v>Agnóstico ou ateu</c:v>
                </c:pt>
                <c:pt idx="35">
                  <c:v>Sul</c:v>
                </c:pt>
                <c:pt idx="36">
                  <c:v>Suedeste</c:v>
                </c:pt>
                <c:pt idx="37">
                  <c:v>Centro-Oeste</c:v>
                </c:pt>
                <c:pt idx="38">
                  <c:v>Nordeste</c:v>
                </c:pt>
                <c:pt idx="39">
                  <c:v>Norte</c:v>
                </c:pt>
                <c:pt idx="41">
                  <c:v>PT</c:v>
                </c:pt>
                <c:pt idx="42">
                  <c:v>PL</c:v>
                </c:pt>
                <c:pt idx="43">
                  <c:v>Outro</c:v>
                </c:pt>
                <c:pt idx="44">
                  <c:v>Não sabe</c:v>
                </c:pt>
                <c:pt idx="46">
                  <c:v>Extrema Direita</c:v>
                </c:pt>
                <c:pt idx="47">
                  <c:v>Direita</c:v>
                </c:pt>
                <c:pt idx="48">
                  <c:v>Centro Direita</c:v>
                </c:pt>
                <c:pt idx="49">
                  <c:v>Centro</c:v>
                </c:pt>
                <c:pt idx="50">
                  <c:v>Centro Esquerda</c:v>
                </c:pt>
                <c:pt idx="51">
                  <c:v>Esquerda</c:v>
                </c:pt>
                <c:pt idx="52">
                  <c:v>Extrema Esquerda</c:v>
                </c:pt>
                <c:pt idx="54">
                  <c:v>Não fui votar</c:v>
                </c:pt>
                <c:pt idx="55">
                  <c:v>Lula</c:v>
                </c:pt>
                <c:pt idx="56">
                  <c:v>Bolsonaro</c:v>
                </c:pt>
                <c:pt idx="57">
                  <c:v>Outro</c:v>
                </c:pt>
                <c:pt idx="59">
                  <c:v>Lula</c:v>
                </c:pt>
                <c:pt idx="60">
                  <c:v>Jair Bolsonaro </c:v>
                </c:pt>
                <c:pt idx="62">
                  <c:v>Aprova</c:v>
                </c:pt>
                <c:pt idx="63">
                  <c:v>Desaprova</c:v>
                </c:pt>
              </c:strCache>
            </c:strRef>
          </c:cat>
          <c:val>
            <c:numRef>
              <c:f>Sheet1!$C$238:$BN$238</c:f>
              <c:numCache>
                <c:formatCode>General</c:formatCode>
                <c:ptCount val="64"/>
                <c:pt idx="0" formatCode="0%">
                  <c:v>0.45532147320591948</c:v>
                </c:pt>
                <c:pt idx="2" formatCode="0%">
                  <c:v>0.49693053114123698</c:v>
                </c:pt>
                <c:pt idx="3" formatCode="0%">
                  <c:v>0.42295289202105912</c:v>
                </c:pt>
                <c:pt idx="5" formatCode="0%">
                  <c:v>0.47547691706334472</c:v>
                </c:pt>
                <c:pt idx="6" formatCode="0%">
                  <c:v>0.45890269609495771</c:v>
                </c:pt>
                <c:pt idx="7" formatCode="0%">
                  <c:v>0.53353076498304131</c:v>
                </c:pt>
                <c:pt idx="8" formatCode="0%">
                  <c:v>0.41585346083265029</c:v>
                </c:pt>
                <c:pt idx="9" formatCode="0%">
                  <c:v>0.3609170168671938</c:v>
                </c:pt>
                <c:pt idx="11" formatCode="0%">
                  <c:v>0.42234988623736031</c:v>
                </c:pt>
                <c:pt idx="12" formatCode="0%">
                  <c:v>0.40756661222215401</c:v>
                </c:pt>
                <c:pt idx="13" formatCode="0%">
                  <c:v>0.63644344230223537</c:v>
                </c:pt>
                <c:pt idx="15" formatCode="0%">
                  <c:v>0.53826971888237918</c:v>
                </c:pt>
                <c:pt idx="16" formatCode="0%">
                  <c:v>0.49774886838650861</c:v>
                </c:pt>
                <c:pt idx="17" formatCode="0%">
                  <c:v>0.34794171034625337</c:v>
                </c:pt>
                <c:pt idx="18" formatCode="0%">
                  <c:v>0.39541168173970881</c:v>
                </c:pt>
                <c:pt idx="20" formatCode="0%">
                  <c:v>0.44233567876184943</c:v>
                </c:pt>
                <c:pt idx="21" formatCode="0%">
                  <c:v>0.46859681399567571</c:v>
                </c:pt>
                <c:pt idx="22" formatCode="0%">
                  <c:v>0.43998421542725658</c:v>
                </c:pt>
                <c:pt idx="23" formatCode="0%">
                  <c:v>0.56149460641081472</c:v>
                </c:pt>
                <c:pt idx="25" formatCode="0%">
                  <c:v>0.47541209956452379</c:v>
                </c:pt>
                <c:pt idx="26" formatCode="0%">
                  <c:v>0.3846953703929592</c:v>
                </c:pt>
                <c:pt idx="27" formatCode="0%">
                  <c:v>0.4728923714663793</c:v>
                </c:pt>
                <c:pt idx="28" formatCode="0%">
                  <c:v>0.46817769182224428</c:v>
                </c:pt>
                <c:pt idx="30" formatCode="0%">
                  <c:v>0.41605313979223979</c:v>
                </c:pt>
                <c:pt idx="31" formatCode="0%">
                  <c:v>0.36916806101369609</c:v>
                </c:pt>
                <c:pt idx="32" formatCode="0%">
                  <c:v>0.48762737402580708</c:v>
                </c:pt>
                <c:pt idx="33" formatCode="0%">
                  <c:v>0.731942890755238</c:v>
                </c:pt>
                <c:pt idx="35" formatCode="0%">
                  <c:v>0.41266315389472003</c:v>
                </c:pt>
                <c:pt idx="36" formatCode="0%">
                  <c:v>0.44204245984613483</c:v>
                </c:pt>
                <c:pt idx="37" formatCode="0%">
                  <c:v>0.53088579250462153</c:v>
                </c:pt>
                <c:pt idx="38" formatCode="0%">
                  <c:v>0.52842412125670268</c:v>
                </c:pt>
                <c:pt idx="39" formatCode="0%">
                  <c:v>0.47142996272376952</c:v>
                </c:pt>
                <c:pt idx="41" formatCode="0%">
                  <c:v>0.76548691044117045</c:v>
                </c:pt>
                <c:pt idx="42" formatCode="0%">
                  <c:v>0.17234233976779109</c:v>
                </c:pt>
                <c:pt idx="43" formatCode="0%">
                  <c:v>0.50650017810434333</c:v>
                </c:pt>
                <c:pt idx="44" formatCode="0%">
                  <c:v>0.40620683111588818</c:v>
                </c:pt>
                <c:pt idx="46" formatCode="0%">
                  <c:v>0.2485974118088401</c:v>
                </c:pt>
                <c:pt idx="47" formatCode="0%">
                  <c:v>0.18642863992012559</c:v>
                </c:pt>
                <c:pt idx="48" formatCode="0%">
                  <c:v>0.34765897718360772</c:v>
                </c:pt>
                <c:pt idx="49" formatCode="0%">
                  <c:v>0.58390499918996408</c:v>
                </c:pt>
                <c:pt idx="50" formatCode="0%">
                  <c:v>0.78084416959755609</c:v>
                </c:pt>
                <c:pt idx="51" formatCode="0%">
                  <c:v>0.81253651580781228</c:v>
                </c:pt>
                <c:pt idx="52" formatCode="0%">
                  <c:v>0.6930984505128841</c:v>
                </c:pt>
                <c:pt idx="54" formatCode="0%">
                  <c:v>0.38897967649461329</c:v>
                </c:pt>
                <c:pt idx="55" formatCode="0%">
                  <c:v>0.76028509238443998</c:v>
                </c:pt>
                <c:pt idx="56" formatCode="0%">
                  <c:v>0.161923752116964</c:v>
                </c:pt>
                <c:pt idx="57" formatCode="0%">
                  <c:v>0.69294342301547962</c:v>
                </c:pt>
                <c:pt idx="59" formatCode="0%">
                  <c:v>0.7765807588903455</c:v>
                </c:pt>
                <c:pt idx="60" formatCode="0%">
                  <c:v>0.17502870847953819</c:v>
                </c:pt>
                <c:pt idx="62" formatCode="0%">
                  <c:v>0.76061195136368032</c:v>
                </c:pt>
                <c:pt idx="63" formatCode="0%">
                  <c:v>0.27723908150248128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181-4C8A-9279-88B3B5CA4715}"/>
            </c:ext>
          </c:extLst>
        </c:ser>
        <c:ser>
          <c:idx val="6"/>
          <c:order val="6"/>
          <c:tx>
            <c:strRef>
              <c:f>Sheet1!$B$239</c:f>
              <c:strCache>
                <c:ptCount val="1"/>
                <c:pt idx="0">
                  <c:v>no lo sé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Sheet1!$C$232:$BN$232</c:f>
              <c:strCache>
                <c:ptCount val="64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60-69</c:v>
                </c:pt>
                <c:pt idx="9">
                  <c:v>Mais 70</c:v>
                </c:pt>
                <c:pt idx="11">
                  <c:v>Ensino Fundamental</c:v>
                </c:pt>
                <c:pt idx="12">
                  <c:v>Ensino Médio</c:v>
                </c:pt>
                <c:pt idx="13">
                  <c:v>Ensino Superior</c:v>
                </c:pt>
                <c:pt idx="15">
                  <c:v>Baixa</c:v>
                </c:pt>
                <c:pt idx="16">
                  <c:v>Media baixa</c:v>
                </c:pt>
                <c:pt idx="17">
                  <c:v>Media</c:v>
                </c:pt>
                <c:pt idx="18">
                  <c:v>Media alta e alta</c:v>
                </c:pt>
                <c:pt idx="20">
                  <c:v>Até R$2,000</c:v>
                </c:pt>
                <c:pt idx="21">
                  <c:v>R$2,000 - R$3,000</c:v>
                </c:pt>
                <c:pt idx="22">
                  <c:v>R$3,000 - R$5,000</c:v>
                </c:pt>
                <c:pt idx="23">
                  <c:v>Acima de R$5,000</c:v>
                </c:pt>
                <c:pt idx="25">
                  <c:v>Branca</c:v>
                </c:pt>
                <c:pt idx="26">
                  <c:v>Preta</c:v>
                </c:pt>
                <c:pt idx="27">
                  <c:v>Parda</c:v>
                </c:pt>
                <c:pt idx="28">
                  <c:v>Outra</c:v>
                </c:pt>
                <c:pt idx="30">
                  <c:v>Católico</c:v>
                </c:pt>
                <c:pt idx="31">
                  <c:v>Evangélico</c:v>
                </c:pt>
                <c:pt idx="32">
                  <c:v>Outra religião</c:v>
                </c:pt>
                <c:pt idx="33">
                  <c:v>Agnóstico ou ateu</c:v>
                </c:pt>
                <c:pt idx="35">
                  <c:v>Sul</c:v>
                </c:pt>
                <c:pt idx="36">
                  <c:v>Suedeste</c:v>
                </c:pt>
                <c:pt idx="37">
                  <c:v>Centro-Oeste</c:v>
                </c:pt>
                <c:pt idx="38">
                  <c:v>Nordeste</c:v>
                </c:pt>
                <c:pt idx="39">
                  <c:v>Norte</c:v>
                </c:pt>
                <c:pt idx="41">
                  <c:v>PT</c:v>
                </c:pt>
                <c:pt idx="42">
                  <c:v>PL</c:v>
                </c:pt>
                <c:pt idx="43">
                  <c:v>Outro</c:v>
                </c:pt>
                <c:pt idx="44">
                  <c:v>Não sabe</c:v>
                </c:pt>
                <c:pt idx="46">
                  <c:v>Extrema Direita</c:v>
                </c:pt>
                <c:pt idx="47">
                  <c:v>Direita</c:v>
                </c:pt>
                <c:pt idx="48">
                  <c:v>Centro Direita</c:v>
                </c:pt>
                <c:pt idx="49">
                  <c:v>Centro</c:v>
                </c:pt>
                <c:pt idx="50">
                  <c:v>Centro Esquerda</c:v>
                </c:pt>
                <c:pt idx="51">
                  <c:v>Esquerda</c:v>
                </c:pt>
                <c:pt idx="52">
                  <c:v>Extrema Esquerda</c:v>
                </c:pt>
                <c:pt idx="54">
                  <c:v>Não fui votar</c:v>
                </c:pt>
                <c:pt idx="55">
                  <c:v>Lula</c:v>
                </c:pt>
                <c:pt idx="56">
                  <c:v>Bolsonaro</c:v>
                </c:pt>
                <c:pt idx="57">
                  <c:v>Outro</c:v>
                </c:pt>
                <c:pt idx="59">
                  <c:v>Lula</c:v>
                </c:pt>
                <c:pt idx="60">
                  <c:v>Jair Bolsonaro </c:v>
                </c:pt>
                <c:pt idx="62">
                  <c:v>Aprova</c:v>
                </c:pt>
                <c:pt idx="63">
                  <c:v>Desaprova</c:v>
                </c:pt>
              </c:strCache>
            </c:strRef>
          </c:cat>
          <c:val>
            <c:numRef>
              <c:f>Sheet1!$C$239:$BN$239</c:f>
              <c:numCache>
                <c:formatCode>General</c:formatCode>
                <c:ptCount val="64"/>
                <c:pt idx="0" formatCode="0%">
                  <c:v>0.13251380325788059</c:v>
                </c:pt>
                <c:pt idx="2" formatCode="0%">
                  <c:v>6.4667776501623447E-2</c:v>
                </c:pt>
                <c:pt idx="3" formatCode="0%">
                  <c:v>0.15658359794102281</c:v>
                </c:pt>
                <c:pt idx="5" formatCode="0%">
                  <c:v>6.0838608887778173E-2</c:v>
                </c:pt>
                <c:pt idx="6" formatCode="0%">
                  <c:v>9.5695027240171038E-2</c:v>
                </c:pt>
                <c:pt idx="7" formatCode="0%">
                  <c:v>8.4854876599731816E-2</c:v>
                </c:pt>
                <c:pt idx="8" formatCode="0%">
                  <c:v>0.15841402390747589</c:v>
                </c:pt>
                <c:pt idx="9" formatCode="0%">
                  <c:v>0.2057665296806635</c:v>
                </c:pt>
                <c:pt idx="11" formatCode="0%">
                  <c:v>0.17219917774797719</c:v>
                </c:pt>
                <c:pt idx="12" formatCode="0%">
                  <c:v>9.8245154808882601E-2</c:v>
                </c:pt>
                <c:pt idx="13" formatCode="0%">
                  <c:v>5.4480550602824661E-2</c:v>
                </c:pt>
                <c:pt idx="15" formatCode="0%">
                  <c:v>0.10950633361248691</c:v>
                </c:pt>
                <c:pt idx="16" formatCode="0%">
                  <c:v>9.3285587233372672E-2</c:v>
                </c:pt>
                <c:pt idx="17" formatCode="0%">
                  <c:v>9.3715980636746507E-2</c:v>
                </c:pt>
                <c:pt idx="18" formatCode="0%">
                  <c:v>0.38436648004461949</c:v>
                </c:pt>
                <c:pt idx="20" formatCode="0%">
                  <c:v>0.1735291619867777</c:v>
                </c:pt>
                <c:pt idx="21" formatCode="0%">
                  <c:v>7.6491909657805668E-2</c:v>
                </c:pt>
                <c:pt idx="22" formatCode="0%">
                  <c:v>6.1360862302281861E-2</c:v>
                </c:pt>
                <c:pt idx="23" formatCode="0%">
                  <c:v>5.2064317226802957E-2</c:v>
                </c:pt>
                <c:pt idx="25" formatCode="0%">
                  <c:v>8.9734100564851677E-2</c:v>
                </c:pt>
                <c:pt idx="26" formatCode="0%">
                  <c:v>0.13491902515754151</c:v>
                </c:pt>
                <c:pt idx="27" formatCode="0%">
                  <c:v>0.120548335429533</c:v>
                </c:pt>
                <c:pt idx="28" formatCode="0%">
                  <c:v>0.10178229458295961</c:v>
                </c:pt>
                <c:pt idx="30" formatCode="0%">
                  <c:v>0.10089971283085231</c:v>
                </c:pt>
                <c:pt idx="31" formatCode="0%">
                  <c:v>0.14419802700223031</c:v>
                </c:pt>
                <c:pt idx="32" formatCode="0%">
                  <c:v>0.1281182789300449</c:v>
                </c:pt>
                <c:pt idx="33" formatCode="0%">
                  <c:v>2.866529463324655E-2</c:v>
                </c:pt>
                <c:pt idx="35" formatCode="0%">
                  <c:v>8.7784298727018067E-2</c:v>
                </c:pt>
                <c:pt idx="36" formatCode="0%">
                  <c:v>0.1108369587896632</c:v>
                </c:pt>
                <c:pt idx="37" formatCode="0%">
                  <c:v>0.1076617177608469</c:v>
                </c:pt>
                <c:pt idx="38" formatCode="0%">
                  <c:v>0.1074999723541936</c:v>
                </c:pt>
                <c:pt idx="39" formatCode="0%">
                  <c:v>0.11507586637280499</c:v>
                </c:pt>
                <c:pt idx="41" formatCode="0%">
                  <c:v>3.77860522052412E-2</c:v>
                </c:pt>
                <c:pt idx="42" formatCode="0%">
                  <c:v>0.1230256036381699</c:v>
                </c:pt>
                <c:pt idx="43" formatCode="0%">
                  <c:v>4.7759681761303317E-2</c:v>
                </c:pt>
                <c:pt idx="44" formatCode="0%">
                  <c:v>0.2433195479435464</c:v>
                </c:pt>
                <c:pt idx="46" formatCode="0%">
                  <c:v>0.21784768496830731</c:v>
                </c:pt>
                <c:pt idx="47" formatCode="0%">
                  <c:v>0.10152732933487719</c:v>
                </c:pt>
                <c:pt idx="48" formatCode="0%">
                  <c:v>0.1112510392923724</c:v>
                </c:pt>
                <c:pt idx="49" formatCode="0%">
                  <c:v>0.14163371461975099</c:v>
                </c:pt>
                <c:pt idx="50" formatCode="0%">
                  <c:v>1.673877773709186E-2</c:v>
                </c:pt>
                <c:pt idx="51" formatCode="0%">
                  <c:v>4.4231178352899768E-2</c:v>
                </c:pt>
                <c:pt idx="52" formatCode="0%">
                  <c:v>3.041019119295691E-2</c:v>
                </c:pt>
                <c:pt idx="54" formatCode="0%">
                  <c:v>0.18118341799245041</c:v>
                </c:pt>
                <c:pt idx="55" formatCode="0%">
                  <c:v>3.7855891674841359E-2</c:v>
                </c:pt>
                <c:pt idx="56" formatCode="0%">
                  <c:v>0.12628521219460581</c:v>
                </c:pt>
                <c:pt idx="57" formatCode="0%">
                  <c:v>5.3421012579324717E-2</c:v>
                </c:pt>
                <c:pt idx="59" formatCode="0%">
                  <c:v>4.1645732012584979E-2</c:v>
                </c:pt>
                <c:pt idx="60" formatCode="0%">
                  <c:v>0.11875795751339099</c:v>
                </c:pt>
                <c:pt idx="62" formatCode="0%">
                  <c:v>7.2706829205023443E-2</c:v>
                </c:pt>
                <c:pt idx="63" formatCode="0%">
                  <c:v>0.1187980864650118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181-4C8A-9279-88B3B5CA47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26653808"/>
        <c:axId val="1626655984"/>
      </c:barChart>
      <c:catAx>
        <c:axId val="162665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n-US"/>
          </a:p>
        </c:txPr>
        <c:crossAx val="1626655984"/>
        <c:crosses val="autoZero"/>
        <c:auto val="1"/>
        <c:lblAlgn val="ctr"/>
        <c:lblOffset val="100"/>
        <c:noMultiLvlLbl val="0"/>
      </c:catAx>
      <c:valAx>
        <c:axId val="162665598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2665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vert="horz"/>
          <a:lstStyle/>
          <a:p>
            <a:pPr>
              <a:defRPr lang="en-US" sz="24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"/>
        <c:txPr>
          <a:bodyPr rot="0" vert="horz"/>
          <a:lstStyle/>
          <a:p>
            <a:pPr>
              <a:defRPr lang="en-US" sz="24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2"/>
        <c:txPr>
          <a:bodyPr rot="0" vert="horz"/>
          <a:lstStyle/>
          <a:p>
            <a:pPr>
              <a:defRPr lang="en-US" sz="24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3"/>
        <c:txPr>
          <a:bodyPr rot="0" vert="horz"/>
          <a:lstStyle/>
          <a:p>
            <a:pPr>
              <a:defRPr lang="en-US" sz="2400" b="0" baseline="0">
                <a:ln>
                  <a:noFill/>
                </a:ln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4"/>
        <c:txPr>
          <a:bodyPr rot="0" vert="horz"/>
          <a:lstStyle/>
          <a:p>
            <a:pPr>
              <a:defRPr lang="en-US" sz="24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5"/>
        <c:txPr>
          <a:bodyPr rot="0" vert="horz"/>
          <a:lstStyle/>
          <a:p>
            <a:pPr>
              <a:defRPr sz="24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6"/>
        <c:txPr>
          <a:bodyPr rot="0" vert="horz"/>
          <a:lstStyle/>
          <a:p>
            <a:pPr>
              <a:defRPr lang="en-US" sz="2400" b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ayout>
        <c:manualLayout>
          <c:xMode val="edge"/>
          <c:yMode val="edge"/>
          <c:x val="0"/>
          <c:y val="1.1820936160953723E-2"/>
          <c:w val="0.99866435533341302"/>
          <c:h val="9.533538565130009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lang="en-US" sz="2400" b="0" baseline="0">
              <a:latin typeface="HelveticaNeue Std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Sheet1!$B$276</c:f>
              <c:strCache>
                <c:ptCount val="1"/>
                <c:pt idx="0">
                  <c:v>Muy de acuerdo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Sheet1!$C$275:$BM$275</c:f>
              <c:strCache>
                <c:ptCount val="63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1er Cordon</c:v>
                </c:pt>
                <c:pt idx="20">
                  <c:v>2do Cordon</c:v>
                </c:pt>
                <c:pt idx="21">
                  <c:v>3er Cordon</c:v>
                </c:pt>
                <c:pt idx="22">
                  <c:v>La Matanza</c:v>
                </c:pt>
                <c:pt idx="24">
                  <c:v>CFK</c:v>
                </c:pt>
                <c:pt idx="25">
                  <c:v>AK</c:v>
                </c:pt>
                <c:pt idx="27">
                  <c:v>Almirante Brown</c:v>
                </c:pt>
                <c:pt idx="28">
                  <c:v>Avellaneda</c:v>
                </c:pt>
                <c:pt idx="29">
                  <c:v>Florencio Varela</c:v>
                </c:pt>
                <c:pt idx="30">
                  <c:v>La Matanza</c:v>
                </c:pt>
                <c:pt idx="31">
                  <c:v>Lanús</c:v>
                </c:pt>
                <c:pt idx="32">
                  <c:v>Lomas de Zamora</c:v>
                </c:pt>
                <c:pt idx="33">
                  <c:v>Quilmes</c:v>
                </c:pt>
                <c:pt idx="35">
                  <c:v>Javier Milei</c:v>
                </c:pt>
                <c:pt idx="36">
                  <c:v>Sergio Massa</c:v>
                </c:pt>
                <c:pt idx="38">
                  <c:v>LLA</c:v>
                </c:pt>
                <c:pt idx="39">
                  <c:v>Candidato CFK</c:v>
                </c:pt>
                <c:pt idx="40">
                  <c:v>Candidato AK</c:v>
                </c:pt>
                <c:pt idx="41">
                  <c:v>Candidato PRO </c:v>
                </c:pt>
                <c:pt idx="42">
                  <c:v>Peronismo Federal</c:v>
                </c:pt>
                <c:pt idx="43">
                  <c:v>Candidato Radicalismo</c:v>
                </c:pt>
                <c:pt idx="44">
                  <c:v>Candidato Izquierda</c:v>
                </c:pt>
                <c:pt idx="45">
                  <c:v>Otro</c:v>
                </c:pt>
                <c:pt idx="46">
                  <c:v>No sabe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  <c:pt idx="53">
                  <c:v>Muy buena</c:v>
                </c:pt>
                <c:pt idx="54">
                  <c:v>Buena</c:v>
                </c:pt>
                <c:pt idx="55">
                  <c:v>Mala</c:v>
                </c:pt>
                <c:pt idx="56">
                  <c:v>Muy mala</c:v>
                </c:pt>
                <c:pt idx="58">
                  <c:v>Muy probable</c:v>
                </c:pt>
                <c:pt idx="59">
                  <c:v>Bastante probable</c:v>
                </c:pt>
                <c:pt idx="60">
                  <c:v>No sabe</c:v>
                </c:pt>
                <c:pt idx="61">
                  <c:v>Poco probable</c:v>
                </c:pt>
                <c:pt idx="62">
                  <c:v>Nunca lo votaría</c:v>
                </c:pt>
              </c:strCache>
            </c:strRef>
          </c:cat>
          <c:val>
            <c:numRef>
              <c:f>Sheet1!$C$276:$BM$276</c:f>
              <c:numCache>
                <c:formatCode>General</c:formatCode>
                <c:ptCount val="63"/>
                <c:pt idx="0" formatCode="0%">
                  <c:v>0.41216823603654729</c:v>
                </c:pt>
                <c:pt idx="2" formatCode="0%">
                  <c:v>0.5172382732308044</c:v>
                </c:pt>
                <c:pt idx="3" formatCode="0%">
                  <c:v>0.30881933183755239</c:v>
                </c:pt>
                <c:pt idx="5" formatCode="0%">
                  <c:v>0.33157480841035536</c:v>
                </c:pt>
                <c:pt idx="6" formatCode="0%">
                  <c:v>0.45389184680989858</c:v>
                </c:pt>
                <c:pt idx="7" formatCode="0%">
                  <c:v>0.47406336452626069</c:v>
                </c:pt>
                <c:pt idx="8" formatCode="0%">
                  <c:v>0.36126891723941518</c:v>
                </c:pt>
                <c:pt idx="10" formatCode="0%">
                  <c:v>0.31035883481003051</c:v>
                </c:pt>
                <c:pt idx="11" formatCode="0%">
                  <c:v>0.44968313707207275</c:v>
                </c:pt>
                <c:pt idx="12" formatCode="0%">
                  <c:v>0.44241798023575896</c:v>
                </c:pt>
                <c:pt idx="14" formatCode="0%">
                  <c:v>0.3411601078862776</c:v>
                </c:pt>
                <c:pt idx="15" formatCode="0%">
                  <c:v>0.4156777380865927</c:v>
                </c:pt>
                <c:pt idx="16" formatCode="0%">
                  <c:v>0.52007743643700244</c:v>
                </c:pt>
                <c:pt idx="17" formatCode="0%">
                  <c:v>0.50782961486264167</c:v>
                </c:pt>
                <c:pt idx="19" formatCode="0%">
                  <c:v>0.38045136737889851</c:v>
                </c:pt>
                <c:pt idx="20" formatCode="0%">
                  <c:v>0.34738290714766795</c:v>
                </c:pt>
                <c:pt idx="21" formatCode="0%">
                  <c:v>0.38574887081147097</c:v>
                </c:pt>
                <c:pt idx="22" formatCode="0%">
                  <c:v>0.54242350397910188</c:v>
                </c:pt>
                <c:pt idx="24" formatCode="0%">
                  <c:v>0.32417233127755241</c:v>
                </c:pt>
                <c:pt idx="25" formatCode="0%">
                  <c:v>0.47130271112469307</c:v>
                </c:pt>
                <c:pt idx="27" formatCode="0%">
                  <c:v>0.38556273878662978</c:v>
                </c:pt>
                <c:pt idx="28" formatCode="0%">
                  <c:v>0.47232698182957611</c:v>
                </c:pt>
                <c:pt idx="29" formatCode="0%">
                  <c:v>0.45423808877220234</c:v>
                </c:pt>
                <c:pt idx="30" formatCode="0%">
                  <c:v>0.54306787760305253</c:v>
                </c:pt>
                <c:pt idx="31" formatCode="0%">
                  <c:v>0.31407433617101127</c:v>
                </c:pt>
                <c:pt idx="32" formatCode="0%">
                  <c:v>0.37901779259863794</c:v>
                </c:pt>
                <c:pt idx="33" formatCode="0%">
                  <c:v>0.30282405820352432</c:v>
                </c:pt>
                <c:pt idx="35" formatCode="0%">
                  <c:v>0.67530251351341231</c:v>
                </c:pt>
                <c:pt idx="36" formatCode="0%">
                  <c:v>0.28655734092406843</c:v>
                </c:pt>
                <c:pt idx="38" formatCode="0%">
                  <c:v>0.65746657352977911</c:v>
                </c:pt>
                <c:pt idx="39" formatCode="0%">
                  <c:v>0.24365967499946092</c:v>
                </c:pt>
                <c:pt idx="40" formatCode="0%">
                  <c:v>0.22224296928601464</c:v>
                </c:pt>
                <c:pt idx="41" formatCode="0%">
                  <c:v>0.63208835065675373</c:v>
                </c:pt>
                <c:pt idx="42" formatCode="0%">
                  <c:v>0.35404603097734666</c:v>
                </c:pt>
                <c:pt idx="43" formatCode="0%">
                  <c:v>0.83065169951286022</c:v>
                </c:pt>
                <c:pt idx="44" formatCode="0%">
                  <c:v>0.48276827656720933</c:v>
                </c:pt>
                <c:pt idx="45" formatCode="0%">
                  <c:v>0.4051536908412649</c:v>
                </c:pt>
                <c:pt idx="46" formatCode="0%">
                  <c:v>0.19808873223929313</c:v>
                </c:pt>
                <c:pt idx="48" formatCode="0%">
                  <c:v>0.69460739513203607</c:v>
                </c:pt>
                <c:pt idx="49" formatCode="0%">
                  <c:v>0.62202674992589224</c:v>
                </c:pt>
                <c:pt idx="50" formatCode="0%">
                  <c:v>0.26463921324876033</c:v>
                </c:pt>
                <c:pt idx="51" formatCode="0%">
                  <c:v>0.25002132808184513</c:v>
                </c:pt>
                <c:pt idx="53" formatCode="0%">
                  <c:v>0.27568898299993844</c:v>
                </c:pt>
                <c:pt idx="54" formatCode="0%">
                  <c:v>0.26617324166680639</c:v>
                </c:pt>
                <c:pt idx="55" formatCode="0%">
                  <c:v>0.30439845475616223</c:v>
                </c:pt>
                <c:pt idx="56" formatCode="0%">
                  <c:v>0.64122720464650163</c:v>
                </c:pt>
                <c:pt idx="58" formatCode="0%">
                  <c:v>0.22151727571963004</c:v>
                </c:pt>
                <c:pt idx="59" formatCode="0%">
                  <c:v>0.26811706080397829</c:v>
                </c:pt>
                <c:pt idx="60" formatCode="0%">
                  <c:v>0.13562772673870491</c:v>
                </c:pt>
                <c:pt idx="61" formatCode="0%">
                  <c:v>0.26180140433980265</c:v>
                </c:pt>
                <c:pt idx="62" formatCode="0%">
                  <c:v>0.61101565891093079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Sheet1!$B$277</c:f>
              <c:strCache>
                <c:ptCount val="1"/>
                <c:pt idx="0">
                  <c:v>De acuerdo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Sheet1!$C$275:$BM$275</c:f>
              <c:strCache>
                <c:ptCount val="63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1er Cordon</c:v>
                </c:pt>
                <c:pt idx="20">
                  <c:v>2do Cordon</c:v>
                </c:pt>
                <c:pt idx="21">
                  <c:v>3er Cordon</c:v>
                </c:pt>
                <c:pt idx="22">
                  <c:v>La Matanza</c:v>
                </c:pt>
                <c:pt idx="24">
                  <c:v>CFK</c:v>
                </c:pt>
                <c:pt idx="25">
                  <c:v>AK</c:v>
                </c:pt>
                <c:pt idx="27">
                  <c:v>Almirante Brown</c:v>
                </c:pt>
                <c:pt idx="28">
                  <c:v>Avellaneda</c:v>
                </c:pt>
                <c:pt idx="29">
                  <c:v>Florencio Varela</c:v>
                </c:pt>
                <c:pt idx="30">
                  <c:v>La Matanza</c:v>
                </c:pt>
                <c:pt idx="31">
                  <c:v>Lanús</c:v>
                </c:pt>
                <c:pt idx="32">
                  <c:v>Lomas de Zamora</c:v>
                </c:pt>
                <c:pt idx="33">
                  <c:v>Quilmes</c:v>
                </c:pt>
                <c:pt idx="35">
                  <c:v>Javier Milei</c:v>
                </c:pt>
                <c:pt idx="36">
                  <c:v>Sergio Massa</c:v>
                </c:pt>
                <c:pt idx="38">
                  <c:v>LLA</c:v>
                </c:pt>
                <c:pt idx="39">
                  <c:v>Candidato CFK</c:v>
                </c:pt>
                <c:pt idx="40">
                  <c:v>Candidato AK</c:v>
                </c:pt>
                <c:pt idx="41">
                  <c:v>Candidato PRO </c:v>
                </c:pt>
                <c:pt idx="42">
                  <c:v>Peronismo Federal</c:v>
                </c:pt>
                <c:pt idx="43">
                  <c:v>Candidato Radicalismo</c:v>
                </c:pt>
                <c:pt idx="44">
                  <c:v>Candidato Izquierda</c:v>
                </c:pt>
                <c:pt idx="45">
                  <c:v>Otro</c:v>
                </c:pt>
                <c:pt idx="46">
                  <c:v>No sabe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  <c:pt idx="53">
                  <c:v>Muy buena</c:v>
                </c:pt>
                <c:pt idx="54">
                  <c:v>Buena</c:v>
                </c:pt>
                <c:pt idx="55">
                  <c:v>Mala</c:v>
                </c:pt>
                <c:pt idx="56">
                  <c:v>Muy mala</c:v>
                </c:pt>
                <c:pt idx="58">
                  <c:v>Muy probable</c:v>
                </c:pt>
                <c:pt idx="59">
                  <c:v>Bastante probable</c:v>
                </c:pt>
                <c:pt idx="60">
                  <c:v>No sabe</c:v>
                </c:pt>
                <c:pt idx="61">
                  <c:v>Poco probable</c:v>
                </c:pt>
                <c:pt idx="62">
                  <c:v>Nunca lo votaría</c:v>
                </c:pt>
              </c:strCache>
            </c:strRef>
          </c:cat>
          <c:val>
            <c:numRef>
              <c:f>Sheet1!$C$277:$BM$277</c:f>
              <c:numCache>
                <c:formatCode>General</c:formatCode>
                <c:ptCount val="63"/>
                <c:pt idx="0" formatCode="0%">
                  <c:v>0.20334578906800582</c:v>
                </c:pt>
                <c:pt idx="2" formatCode="0%">
                  <c:v>0.20698158295213498</c:v>
                </c:pt>
                <c:pt idx="3" formatCode="0%">
                  <c:v>0.19981256410437587</c:v>
                </c:pt>
                <c:pt idx="5" formatCode="0%">
                  <c:v>0.14394266452951249</c:v>
                </c:pt>
                <c:pt idx="6" formatCode="0%">
                  <c:v>0.24771311708139687</c:v>
                </c:pt>
                <c:pt idx="7" formatCode="0%">
                  <c:v>0.17526028499870921</c:v>
                </c:pt>
                <c:pt idx="8" formatCode="0%">
                  <c:v>0.23504765103522834</c:v>
                </c:pt>
                <c:pt idx="10" formatCode="0%">
                  <c:v>0.2290288015174296</c:v>
                </c:pt>
                <c:pt idx="11" formatCode="0%">
                  <c:v>0.22462878017924109</c:v>
                </c:pt>
                <c:pt idx="12" formatCode="0%">
                  <c:v>0.15211285537705352</c:v>
                </c:pt>
                <c:pt idx="14" formatCode="0%">
                  <c:v>0.20191495185047426</c:v>
                </c:pt>
                <c:pt idx="15" formatCode="0%">
                  <c:v>0.21080163094685905</c:v>
                </c:pt>
                <c:pt idx="16" formatCode="0%">
                  <c:v>0.21229582620857382</c:v>
                </c:pt>
                <c:pt idx="17" formatCode="0%">
                  <c:v>0.16479852696060404</c:v>
                </c:pt>
                <c:pt idx="19" formatCode="0%">
                  <c:v>0.2521180139670865</c:v>
                </c:pt>
                <c:pt idx="20" formatCode="0%">
                  <c:v>0.21444293477479012</c:v>
                </c:pt>
                <c:pt idx="21" formatCode="0%">
                  <c:v>0.20477813513272147</c:v>
                </c:pt>
                <c:pt idx="22" formatCode="0%">
                  <c:v>0.1404696495026492</c:v>
                </c:pt>
                <c:pt idx="24" formatCode="0%">
                  <c:v>0.23809532883242601</c:v>
                </c:pt>
                <c:pt idx="25" formatCode="0%">
                  <c:v>0.16885089299306141</c:v>
                </c:pt>
                <c:pt idx="27" formatCode="0%">
                  <c:v>0.25235232138151664</c:v>
                </c:pt>
                <c:pt idx="28" formatCode="0%">
                  <c:v>0.21899914146651189</c:v>
                </c:pt>
                <c:pt idx="29" formatCode="0%">
                  <c:v>0.14753498297977435</c:v>
                </c:pt>
                <c:pt idx="30" formatCode="0%">
                  <c:v>0.16353838797800363</c:v>
                </c:pt>
                <c:pt idx="31" formatCode="0%">
                  <c:v>0.26668200384958679</c:v>
                </c:pt>
                <c:pt idx="32" formatCode="0%">
                  <c:v>0.2874834758301808</c:v>
                </c:pt>
                <c:pt idx="33" formatCode="0%">
                  <c:v>0.23410338954595722</c:v>
                </c:pt>
                <c:pt idx="35" formatCode="0%">
                  <c:v>0.14627868535917979</c:v>
                </c:pt>
                <c:pt idx="36" formatCode="0%">
                  <c:v>0.26533091416271171</c:v>
                </c:pt>
                <c:pt idx="38" formatCode="0%">
                  <c:v>0.1426504775079934</c:v>
                </c:pt>
                <c:pt idx="39" formatCode="0%">
                  <c:v>0.24282442586840308</c:v>
                </c:pt>
                <c:pt idx="40" formatCode="0%">
                  <c:v>0.33249733026566702</c:v>
                </c:pt>
                <c:pt idx="41" formatCode="0%">
                  <c:v>0.17490004672249715</c:v>
                </c:pt>
                <c:pt idx="42" formatCode="0%">
                  <c:v>0.40397044929003245</c:v>
                </c:pt>
                <c:pt idx="43" formatCode="0%">
                  <c:v>0.12157129689347711</c:v>
                </c:pt>
                <c:pt idx="44" formatCode="0%">
                  <c:v>0.21345413627681922</c:v>
                </c:pt>
                <c:pt idx="45" formatCode="0%">
                  <c:v>0.14609211801043212</c:v>
                </c:pt>
                <c:pt idx="46" formatCode="0%">
                  <c:v>8.4064205937856962E-2</c:v>
                </c:pt>
                <c:pt idx="48" formatCode="0%">
                  <c:v>0.13659264588145306</c:v>
                </c:pt>
                <c:pt idx="49" formatCode="0%">
                  <c:v>0.15575419521200926</c:v>
                </c:pt>
                <c:pt idx="50" formatCode="0%">
                  <c:v>0.16692825323258653</c:v>
                </c:pt>
                <c:pt idx="51" formatCode="0%">
                  <c:v>0.26619407873982392</c:v>
                </c:pt>
                <c:pt idx="53" formatCode="0%">
                  <c:v>0.2940357353974451</c:v>
                </c:pt>
                <c:pt idx="54" formatCode="0%">
                  <c:v>0.23019560472324949</c:v>
                </c:pt>
                <c:pt idx="55" formatCode="0%">
                  <c:v>0.23769557841969946</c:v>
                </c:pt>
                <c:pt idx="56" formatCode="0%">
                  <c:v>0.13629419349001712</c:v>
                </c:pt>
                <c:pt idx="58" formatCode="0%">
                  <c:v>0.31296292768505296</c:v>
                </c:pt>
                <c:pt idx="59" formatCode="0%">
                  <c:v>0.19176383131378771</c:v>
                </c:pt>
                <c:pt idx="60" formatCode="0%">
                  <c:v>7.194462654464677E-2</c:v>
                </c:pt>
                <c:pt idx="61" formatCode="0%">
                  <c:v>0.19991960712969789</c:v>
                </c:pt>
                <c:pt idx="62" formatCode="0%">
                  <c:v>0.15429868978089337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Sheet1!$B$278</c:f>
              <c:strCache>
                <c:ptCount val="1"/>
                <c:pt idx="0">
                  <c:v>En desacuerdo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Sheet1!$C$275:$BM$275</c:f>
              <c:strCache>
                <c:ptCount val="63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1er Cordon</c:v>
                </c:pt>
                <c:pt idx="20">
                  <c:v>2do Cordon</c:v>
                </c:pt>
                <c:pt idx="21">
                  <c:v>3er Cordon</c:v>
                </c:pt>
                <c:pt idx="22">
                  <c:v>La Matanza</c:v>
                </c:pt>
                <c:pt idx="24">
                  <c:v>CFK</c:v>
                </c:pt>
                <c:pt idx="25">
                  <c:v>AK</c:v>
                </c:pt>
                <c:pt idx="27">
                  <c:v>Almirante Brown</c:v>
                </c:pt>
                <c:pt idx="28">
                  <c:v>Avellaneda</c:v>
                </c:pt>
                <c:pt idx="29">
                  <c:v>Florencio Varela</c:v>
                </c:pt>
                <c:pt idx="30">
                  <c:v>La Matanza</c:v>
                </c:pt>
                <c:pt idx="31">
                  <c:v>Lanús</c:v>
                </c:pt>
                <c:pt idx="32">
                  <c:v>Lomas de Zamora</c:v>
                </c:pt>
                <c:pt idx="33">
                  <c:v>Quilmes</c:v>
                </c:pt>
                <c:pt idx="35">
                  <c:v>Javier Milei</c:v>
                </c:pt>
                <c:pt idx="36">
                  <c:v>Sergio Massa</c:v>
                </c:pt>
                <c:pt idx="38">
                  <c:v>LLA</c:v>
                </c:pt>
                <c:pt idx="39">
                  <c:v>Candidato CFK</c:v>
                </c:pt>
                <c:pt idx="40">
                  <c:v>Candidato AK</c:v>
                </c:pt>
                <c:pt idx="41">
                  <c:v>Candidato PRO </c:v>
                </c:pt>
                <c:pt idx="42">
                  <c:v>Peronismo Federal</c:v>
                </c:pt>
                <c:pt idx="43">
                  <c:v>Candidato Radicalismo</c:v>
                </c:pt>
                <c:pt idx="44">
                  <c:v>Candidato Izquierda</c:v>
                </c:pt>
                <c:pt idx="45">
                  <c:v>Otro</c:v>
                </c:pt>
                <c:pt idx="46">
                  <c:v>No sabe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  <c:pt idx="53">
                  <c:v>Muy buena</c:v>
                </c:pt>
                <c:pt idx="54">
                  <c:v>Buena</c:v>
                </c:pt>
                <c:pt idx="55">
                  <c:v>Mala</c:v>
                </c:pt>
                <c:pt idx="56">
                  <c:v>Muy mala</c:v>
                </c:pt>
                <c:pt idx="58">
                  <c:v>Muy probable</c:v>
                </c:pt>
                <c:pt idx="59">
                  <c:v>Bastante probable</c:v>
                </c:pt>
                <c:pt idx="60">
                  <c:v>No sabe</c:v>
                </c:pt>
                <c:pt idx="61">
                  <c:v>Poco probable</c:v>
                </c:pt>
                <c:pt idx="62">
                  <c:v>Nunca lo votaría</c:v>
                </c:pt>
              </c:strCache>
            </c:strRef>
          </c:cat>
          <c:val>
            <c:numRef>
              <c:f>Sheet1!$C$278:$BM$278</c:f>
              <c:numCache>
                <c:formatCode>General</c:formatCode>
                <c:ptCount val="63"/>
                <c:pt idx="0" formatCode="0%">
                  <c:v>0.13312900394134383</c:v>
                </c:pt>
                <c:pt idx="2" formatCode="0%">
                  <c:v>0.10648468246946091</c:v>
                </c:pt>
                <c:pt idx="3" formatCode="0%">
                  <c:v>0.15939092277539071</c:v>
                </c:pt>
                <c:pt idx="5" formatCode="0%">
                  <c:v>0.18414933291873128</c:v>
                </c:pt>
                <c:pt idx="6" formatCode="0%">
                  <c:v>0.10947668910032933</c:v>
                </c:pt>
                <c:pt idx="7" formatCode="0%">
                  <c:v>0.12541583815183505</c:v>
                </c:pt>
                <c:pt idx="8" formatCode="0%">
                  <c:v>0.1251931001534799</c:v>
                </c:pt>
                <c:pt idx="10" formatCode="0%">
                  <c:v>0.10328317142555039</c:v>
                </c:pt>
                <c:pt idx="11" formatCode="0%">
                  <c:v>0.11825498848975338</c:v>
                </c:pt>
                <c:pt idx="12" formatCode="0%">
                  <c:v>0.17868547984684213</c:v>
                </c:pt>
                <c:pt idx="14" formatCode="0%">
                  <c:v>0.14156406284147682</c:v>
                </c:pt>
                <c:pt idx="15" formatCode="0%">
                  <c:v>0.156298184940621</c:v>
                </c:pt>
                <c:pt idx="16" formatCode="0%">
                  <c:v>8.9120269238536831E-2</c:v>
                </c:pt>
                <c:pt idx="17" formatCode="0%">
                  <c:v>6.4024120336296925E-2</c:v>
                </c:pt>
                <c:pt idx="19" formatCode="0%">
                  <c:v>0.14915218390318979</c:v>
                </c:pt>
                <c:pt idx="20" formatCode="0%">
                  <c:v>0.14082903190673451</c:v>
                </c:pt>
                <c:pt idx="21" formatCode="0%">
                  <c:v>6.7258496346477306E-2</c:v>
                </c:pt>
                <c:pt idx="22" formatCode="0%">
                  <c:v>0.12647575467248218</c:v>
                </c:pt>
                <c:pt idx="24" formatCode="0%">
                  <c:v>0.13933524273518091</c:v>
                </c:pt>
                <c:pt idx="25" formatCode="0%">
                  <c:v>0.133669148579314</c:v>
                </c:pt>
                <c:pt idx="27" formatCode="0%">
                  <c:v>0.13103727747625554</c:v>
                </c:pt>
                <c:pt idx="28" formatCode="0%">
                  <c:v>9.1888134531299598E-2</c:v>
                </c:pt>
                <c:pt idx="29" formatCode="0%">
                  <c:v>0.21588147661254251</c:v>
                </c:pt>
                <c:pt idx="30" formatCode="0%">
                  <c:v>0.11594807631106104</c:v>
                </c:pt>
                <c:pt idx="31" formatCode="0%">
                  <c:v>0.15512800915486852</c:v>
                </c:pt>
                <c:pt idx="32" formatCode="0%">
                  <c:v>0.14764648579850373</c:v>
                </c:pt>
                <c:pt idx="33" formatCode="0%">
                  <c:v>0.11682261357133857</c:v>
                </c:pt>
                <c:pt idx="35" formatCode="0%">
                  <c:v>4.4709882098405138E-2</c:v>
                </c:pt>
                <c:pt idx="36" formatCode="0%">
                  <c:v>0.21290228568816069</c:v>
                </c:pt>
                <c:pt idx="38" formatCode="0%">
                  <c:v>4.0413723985882735E-2</c:v>
                </c:pt>
                <c:pt idx="39" formatCode="0%">
                  <c:v>0.21836416714036302</c:v>
                </c:pt>
                <c:pt idx="40" formatCode="0%">
                  <c:v>0.19758211918652599</c:v>
                </c:pt>
                <c:pt idx="41" formatCode="0%">
                  <c:v>4.0193930936984049E-2</c:v>
                </c:pt>
                <c:pt idx="42" formatCode="0%">
                  <c:v>0.20156334210411167</c:v>
                </c:pt>
                <c:pt idx="43" formatCode="0%">
                  <c:v>1.1668359016714228E-3</c:v>
                </c:pt>
                <c:pt idx="44" formatCode="0%">
                  <c:v>5.6649666750436777E-2</c:v>
                </c:pt>
                <c:pt idx="45" formatCode="0%">
                  <c:v>0.21073651854416675</c:v>
                </c:pt>
                <c:pt idx="46" formatCode="0%">
                  <c:v>0.15260449508200999</c:v>
                </c:pt>
                <c:pt idx="48" formatCode="0%">
                  <c:v>3.1169034640787751E-2</c:v>
                </c:pt>
                <c:pt idx="49" formatCode="0%">
                  <c:v>3.6347531203239344E-2</c:v>
                </c:pt>
                <c:pt idx="50" formatCode="0%">
                  <c:v>0.19692826403204142</c:v>
                </c:pt>
                <c:pt idx="51" formatCode="0%">
                  <c:v>0.20369401738127238</c:v>
                </c:pt>
                <c:pt idx="53" formatCode="0%">
                  <c:v>0.1880650265261824</c:v>
                </c:pt>
                <c:pt idx="54" formatCode="0%">
                  <c:v>0.23560869251091482</c:v>
                </c:pt>
                <c:pt idx="55" formatCode="0%">
                  <c:v>0.12592596732635544</c:v>
                </c:pt>
                <c:pt idx="56" formatCode="0%">
                  <c:v>6.0295389421242761E-2</c:v>
                </c:pt>
                <c:pt idx="58" formatCode="0%">
                  <c:v>0.25333745141932806</c:v>
                </c:pt>
                <c:pt idx="59" formatCode="0%">
                  <c:v>0.19047856861951529</c:v>
                </c:pt>
                <c:pt idx="60" formatCode="0%">
                  <c:v>4.9256213659073851E-2</c:v>
                </c:pt>
                <c:pt idx="61" formatCode="0%">
                  <c:v>0.12534954746396335</c:v>
                </c:pt>
                <c:pt idx="62" formatCode="0%">
                  <c:v>5.6447040060519003E-2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Sheet1!$B$279</c:f>
              <c:strCache>
                <c:ptCount val="1"/>
                <c:pt idx="0">
                  <c:v>Muy en desacuerdo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Sheet1!$C$275:$BM$275</c:f>
              <c:strCache>
                <c:ptCount val="63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1er Cordon</c:v>
                </c:pt>
                <c:pt idx="20">
                  <c:v>2do Cordon</c:v>
                </c:pt>
                <c:pt idx="21">
                  <c:v>3er Cordon</c:v>
                </c:pt>
                <c:pt idx="22">
                  <c:v>La Matanza</c:v>
                </c:pt>
                <c:pt idx="24">
                  <c:v>CFK</c:v>
                </c:pt>
                <c:pt idx="25">
                  <c:v>AK</c:v>
                </c:pt>
                <c:pt idx="27">
                  <c:v>Almirante Brown</c:v>
                </c:pt>
                <c:pt idx="28">
                  <c:v>Avellaneda</c:v>
                </c:pt>
                <c:pt idx="29">
                  <c:v>Florencio Varela</c:v>
                </c:pt>
                <c:pt idx="30">
                  <c:v>La Matanza</c:v>
                </c:pt>
                <c:pt idx="31">
                  <c:v>Lanús</c:v>
                </c:pt>
                <c:pt idx="32">
                  <c:v>Lomas de Zamora</c:v>
                </c:pt>
                <c:pt idx="33">
                  <c:v>Quilmes</c:v>
                </c:pt>
                <c:pt idx="35">
                  <c:v>Javier Milei</c:v>
                </c:pt>
                <c:pt idx="36">
                  <c:v>Sergio Massa</c:v>
                </c:pt>
                <c:pt idx="38">
                  <c:v>LLA</c:v>
                </c:pt>
                <c:pt idx="39">
                  <c:v>Candidato CFK</c:v>
                </c:pt>
                <c:pt idx="40">
                  <c:v>Candidato AK</c:v>
                </c:pt>
                <c:pt idx="41">
                  <c:v>Candidato PRO </c:v>
                </c:pt>
                <c:pt idx="42">
                  <c:v>Peronismo Federal</c:v>
                </c:pt>
                <c:pt idx="43">
                  <c:v>Candidato Radicalismo</c:v>
                </c:pt>
                <c:pt idx="44">
                  <c:v>Candidato Izquierda</c:v>
                </c:pt>
                <c:pt idx="45">
                  <c:v>Otro</c:v>
                </c:pt>
                <c:pt idx="46">
                  <c:v>No sabe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  <c:pt idx="53">
                  <c:v>Muy buena</c:v>
                </c:pt>
                <c:pt idx="54">
                  <c:v>Buena</c:v>
                </c:pt>
                <c:pt idx="55">
                  <c:v>Mala</c:v>
                </c:pt>
                <c:pt idx="56">
                  <c:v>Muy mala</c:v>
                </c:pt>
                <c:pt idx="58">
                  <c:v>Muy probable</c:v>
                </c:pt>
                <c:pt idx="59">
                  <c:v>Bastante probable</c:v>
                </c:pt>
                <c:pt idx="60">
                  <c:v>No sabe</c:v>
                </c:pt>
                <c:pt idx="61">
                  <c:v>Poco probable</c:v>
                </c:pt>
                <c:pt idx="62">
                  <c:v>Nunca lo votaría</c:v>
                </c:pt>
              </c:strCache>
            </c:strRef>
          </c:cat>
          <c:val>
            <c:numRef>
              <c:f>Sheet1!$C$279:$BM$279</c:f>
              <c:numCache>
                <c:formatCode>General</c:formatCode>
                <c:ptCount val="63"/>
                <c:pt idx="0" formatCode="0%">
                  <c:v>4.3539335402196719E-2</c:v>
                </c:pt>
                <c:pt idx="2" formatCode="0%">
                  <c:v>2.2022604828830138E-2</c:v>
                </c:pt>
                <c:pt idx="3" formatCode="0%">
                  <c:v>6.4732562442813599E-2</c:v>
                </c:pt>
                <c:pt idx="5" formatCode="0%">
                  <c:v>6.8784828149525176E-2</c:v>
                </c:pt>
                <c:pt idx="6" formatCode="0%">
                  <c:v>3.0896041400864344E-2</c:v>
                </c:pt>
                <c:pt idx="7" formatCode="0%">
                  <c:v>3.3185080768836299E-2</c:v>
                </c:pt>
                <c:pt idx="8" formatCode="0%">
                  <c:v>4.840808204625717E-2</c:v>
                </c:pt>
                <c:pt idx="10" formatCode="0%">
                  <c:v>4.1192134692833268E-2</c:v>
                </c:pt>
                <c:pt idx="11" formatCode="0%">
                  <c:v>3.9384894587493238E-2</c:v>
                </c:pt>
                <c:pt idx="12" formatCode="0%">
                  <c:v>5.1354675185644856E-2</c:v>
                </c:pt>
                <c:pt idx="14" formatCode="0%">
                  <c:v>3.4518631452740096E-2</c:v>
                </c:pt>
                <c:pt idx="15" formatCode="0%">
                  <c:v>6.013863609451512E-2</c:v>
                </c:pt>
                <c:pt idx="16" formatCode="0%">
                  <c:v>1.9565281211968034E-2</c:v>
                </c:pt>
                <c:pt idx="17" formatCode="0%">
                  <c:v>6.4064213899941602E-2</c:v>
                </c:pt>
                <c:pt idx="19" formatCode="0%">
                  <c:v>3.8864407186162048E-2</c:v>
                </c:pt>
                <c:pt idx="20" formatCode="0%">
                  <c:v>5.1993672273232747E-2</c:v>
                </c:pt>
                <c:pt idx="21" formatCode="0%">
                  <c:v>6.6856836834900221E-2</c:v>
                </c:pt>
                <c:pt idx="22" formatCode="0%">
                  <c:v>2.905924912459306E-2</c:v>
                </c:pt>
                <c:pt idx="24" formatCode="0%">
                  <c:v>6.1715498821040243E-2</c:v>
                </c:pt>
                <c:pt idx="25" formatCode="0%">
                  <c:v>3.0538456672058577E-2</c:v>
                </c:pt>
                <c:pt idx="27" formatCode="0%">
                  <c:v>6.5936038691287282E-3</c:v>
                </c:pt>
                <c:pt idx="28" formatCode="0%">
                  <c:v>2.9284632091251098E-2</c:v>
                </c:pt>
                <c:pt idx="29" formatCode="0%">
                  <c:v>5.2885911671499593E-3</c:v>
                </c:pt>
                <c:pt idx="30" formatCode="0%">
                  <c:v>3.3831527127514735E-2</c:v>
                </c:pt>
                <c:pt idx="31" formatCode="0%">
                  <c:v>4.6892200106741243E-2</c:v>
                </c:pt>
                <c:pt idx="32" formatCode="0%">
                  <c:v>3.4353997060971947E-2</c:v>
                </c:pt>
                <c:pt idx="33" formatCode="0%">
                  <c:v>8.8649832020188335E-2</c:v>
                </c:pt>
                <c:pt idx="35" formatCode="0%">
                  <c:v>1.5908072471870354E-2</c:v>
                </c:pt>
                <c:pt idx="36" formatCode="0%">
                  <c:v>5.0103260335938364E-2</c:v>
                </c:pt>
                <c:pt idx="38" formatCode="0%">
                  <c:v>2.2062845229065368E-2</c:v>
                </c:pt>
                <c:pt idx="39" formatCode="0%">
                  <c:v>4.629773576242447E-2</c:v>
                </c:pt>
                <c:pt idx="40" formatCode="0%">
                  <c:v>7.4717971288767213E-2</c:v>
                </c:pt>
                <c:pt idx="41" formatCode="0%">
                  <c:v>1.3047108266776089E-2</c:v>
                </c:pt>
                <c:pt idx="42" formatCode="0%">
                  <c:v>1.3774699558184384E-2</c:v>
                </c:pt>
                <c:pt idx="43" formatCode="0%">
                  <c:v>0</c:v>
                </c:pt>
                <c:pt idx="44" formatCode="0%">
                  <c:v>6.941747440932039E-2</c:v>
                </c:pt>
                <c:pt idx="45" formatCode="0%">
                  <c:v>0.11051522665087141</c:v>
                </c:pt>
                <c:pt idx="46" formatCode="0%">
                  <c:v>3.2420539111509293E-2</c:v>
                </c:pt>
                <c:pt idx="48" formatCode="0%">
                  <c:v>1.3769628265199459E-2</c:v>
                </c:pt>
                <c:pt idx="49" formatCode="0%">
                  <c:v>6.262286177244566E-3</c:v>
                </c:pt>
                <c:pt idx="50" formatCode="0%">
                  <c:v>4.7420136002436664E-2</c:v>
                </c:pt>
                <c:pt idx="51" formatCode="0%">
                  <c:v>7.1617865048852591E-2</c:v>
                </c:pt>
                <c:pt idx="53" formatCode="0%">
                  <c:v>2.8949485939157915E-2</c:v>
                </c:pt>
                <c:pt idx="54" formatCode="0%">
                  <c:v>4.5533971578822739E-2</c:v>
                </c:pt>
                <c:pt idx="55" formatCode="0%">
                  <c:v>7.684420293861928E-2</c:v>
                </c:pt>
                <c:pt idx="56" formatCode="0%">
                  <c:v>2.1136694584647956E-2</c:v>
                </c:pt>
                <c:pt idx="58" formatCode="0%">
                  <c:v>5.4225539085787595E-2</c:v>
                </c:pt>
                <c:pt idx="59" formatCode="0%">
                  <c:v>4.8937269692496628E-2</c:v>
                </c:pt>
                <c:pt idx="60" formatCode="0%">
                  <c:v>7.2063231034238534E-2</c:v>
                </c:pt>
                <c:pt idx="61" formatCode="0%">
                  <c:v>7.1817083274036603E-2</c:v>
                </c:pt>
                <c:pt idx="62" formatCode="0%">
                  <c:v>2.8446696249315315E-2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Sheet1!$B$280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Sheet1!$C$275:$BM$275</c:f>
              <c:strCache>
                <c:ptCount val="63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1er Cordon</c:v>
                </c:pt>
                <c:pt idx="20">
                  <c:v>2do Cordon</c:v>
                </c:pt>
                <c:pt idx="21">
                  <c:v>3er Cordon</c:v>
                </c:pt>
                <c:pt idx="22">
                  <c:v>La Matanza</c:v>
                </c:pt>
                <c:pt idx="24">
                  <c:v>CFK</c:v>
                </c:pt>
                <c:pt idx="25">
                  <c:v>AK</c:v>
                </c:pt>
                <c:pt idx="27">
                  <c:v>Almirante Brown</c:v>
                </c:pt>
                <c:pt idx="28">
                  <c:v>Avellaneda</c:v>
                </c:pt>
                <c:pt idx="29">
                  <c:v>Florencio Varela</c:v>
                </c:pt>
                <c:pt idx="30">
                  <c:v>La Matanza</c:v>
                </c:pt>
                <c:pt idx="31">
                  <c:v>Lanús</c:v>
                </c:pt>
                <c:pt idx="32">
                  <c:v>Lomas de Zamora</c:v>
                </c:pt>
                <c:pt idx="33">
                  <c:v>Quilmes</c:v>
                </c:pt>
                <c:pt idx="35">
                  <c:v>Javier Milei</c:v>
                </c:pt>
                <c:pt idx="36">
                  <c:v>Sergio Massa</c:v>
                </c:pt>
                <c:pt idx="38">
                  <c:v>LLA</c:v>
                </c:pt>
                <c:pt idx="39">
                  <c:v>Candidato CFK</c:v>
                </c:pt>
                <c:pt idx="40">
                  <c:v>Candidato AK</c:v>
                </c:pt>
                <c:pt idx="41">
                  <c:v>Candidato PRO </c:v>
                </c:pt>
                <c:pt idx="42">
                  <c:v>Peronismo Federal</c:v>
                </c:pt>
                <c:pt idx="43">
                  <c:v>Candidato Radicalismo</c:v>
                </c:pt>
                <c:pt idx="44">
                  <c:v>Candidato Izquierda</c:v>
                </c:pt>
                <c:pt idx="45">
                  <c:v>Otro</c:v>
                </c:pt>
                <c:pt idx="46">
                  <c:v>No sabe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  <c:pt idx="53">
                  <c:v>Muy buena</c:v>
                </c:pt>
                <c:pt idx="54">
                  <c:v>Buena</c:v>
                </c:pt>
                <c:pt idx="55">
                  <c:v>Mala</c:v>
                </c:pt>
                <c:pt idx="56">
                  <c:v>Muy mala</c:v>
                </c:pt>
                <c:pt idx="58">
                  <c:v>Muy probable</c:v>
                </c:pt>
                <c:pt idx="59">
                  <c:v>Bastante probable</c:v>
                </c:pt>
                <c:pt idx="60">
                  <c:v>No sabe</c:v>
                </c:pt>
                <c:pt idx="61">
                  <c:v>Poco probable</c:v>
                </c:pt>
                <c:pt idx="62">
                  <c:v>Nunca lo votaría</c:v>
                </c:pt>
              </c:strCache>
            </c:strRef>
          </c:cat>
          <c:val>
            <c:numRef>
              <c:f>Sheet1!$C$280:$BM$280</c:f>
              <c:numCache>
                <c:formatCode>General</c:formatCode>
                <c:ptCount val="63"/>
                <c:pt idx="0" formatCode="0%">
                  <c:v>0.20781763555190527</c:v>
                </c:pt>
                <c:pt idx="2" formatCode="0%">
                  <c:v>0.14727285651876962</c:v>
                </c:pt>
                <c:pt idx="3" formatCode="0%">
                  <c:v>0.26724461883986728</c:v>
                </c:pt>
                <c:pt idx="5" formatCode="0%">
                  <c:v>0.27154836599187537</c:v>
                </c:pt>
                <c:pt idx="6" formatCode="0%">
                  <c:v>0.15802230560751029</c:v>
                </c:pt>
                <c:pt idx="7" formatCode="0%">
                  <c:v>0.19207543155436141</c:v>
                </c:pt>
                <c:pt idx="8" formatCode="0%">
                  <c:v>0.23008224952561673</c:v>
                </c:pt>
                <c:pt idx="10" formatCode="0%">
                  <c:v>0.31613705755415561</c:v>
                </c:pt>
                <c:pt idx="11" formatCode="0%">
                  <c:v>0.16804819967144277</c:v>
                </c:pt>
                <c:pt idx="12" formatCode="0%">
                  <c:v>0.17542900935469841</c:v>
                </c:pt>
                <c:pt idx="14" formatCode="0%">
                  <c:v>0.28084224596903085</c:v>
                </c:pt>
                <c:pt idx="15" formatCode="0%">
                  <c:v>0.15708380993141444</c:v>
                </c:pt>
                <c:pt idx="16" formatCode="0%">
                  <c:v>0.15894118690391837</c:v>
                </c:pt>
                <c:pt idx="17" formatCode="0%">
                  <c:v>0.19928352394051582</c:v>
                </c:pt>
                <c:pt idx="19" formatCode="0%">
                  <c:v>0.17941402756466318</c:v>
                </c:pt>
                <c:pt idx="20" formatCode="0%">
                  <c:v>0.24535145389757648</c:v>
                </c:pt>
                <c:pt idx="21" formatCode="0%">
                  <c:v>0.27535766087442998</c:v>
                </c:pt>
                <c:pt idx="22" formatCode="0%">
                  <c:v>0.16157184272117461</c:v>
                </c:pt>
                <c:pt idx="24" formatCode="0%">
                  <c:v>0.23668159833380131</c:v>
                </c:pt>
                <c:pt idx="25" formatCode="0%">
                  <c:v>0.1956387906308725</c:v>
                </c:pt>
                <c:pt idx="27" formatCode="0%">
                  <c:v>0.2244540584864691</c:v>
                </c:pt>
                <c:pt idx="28" formatCode="0%">
                  <c:v>0.18750111008136119</c:v>
                </c:pt>
                <c:pt idx="29" formatCode="0%">
                  <c:v>0.1770568604683308</c:v>
                </c:pt>
                <c:pt idx="30" formatCode="0%">
                  <c:v>0.14361413098036913</c:v>
                </c:pt>
                <c:pt idx="31" formatCode="0%">
                  <c:v>0.21722345071779217</c:v>
                </c:pt>
                <c:pt idx="32" formatCode="0%">
                  <c:v>0.15149824871170542</c:v>
                </c:pt>
                <c:pt idx="33" formatCode="0%">
                  <c:v>0.25760010665899175</c:v>
                </c:pt>
                <c:pt idx="35" formatCode="0%">
                  <c:v>0.11780084655713212</c:v>
                </c:pt>
                <c:pt idx="36" formatCode="0%">
                  <c:v>0.18510619888912122</c:v>
                </c:pt>
                <c:pt idx="38" formatCode="0%">
                  <c:v>0.13740637974727885</c:v>
                </c:pt>
                <c:pt idx="39" formatCode="0%">
                  <c:v>0.24885399622934964</c:v>
                </c:pt>
                <c:pt idx="40" formatCode="0%">
                  <c:v>0.17295960997302529</c:v>
                </c:pt>
                <c:pt idx="41" formatCode="0%">
                  <c:v>0.1397705634169891</c:v>
                </c:pt>
                <c:pt idx="42" formatCode="0%">
                  <c:v>2.6645478070325003E-2</c:v>
                </c:pt>
                <c:pt idx="43" formatCode="0%">
                  <c:v>4.6610167691991361E-2</c:v>
                </c:pt>
                <c:pt idx="44" formatCode="0%">
                  <c:v>0.17771044599621419</c:v>
                </c:pt>
                <c:pt idx="45" formatCode="0%">
                  <c:v>0.12750244595326463</c:v>
                </c:pt>
                <c:pt idx="46" formatCode="0%">
                  <c:v>0.53282202762933062</c:v>
                </c:pt>
                <c:pt idx="48" formatCode="0%">
                  <c:v>0.1238612960805229</c:v>
                </c:pt>
                <c:pt idx="49" formatCode="0%">
                  <c:v>0.17960923748161439</c:v>
                </c:pt>
                <c:pt idx="50" formatCode="0%">
                  <c:v>0.32408413348417475</c:v>
                </c:pt>
                <c:pt idx="51" formatCode="0%">
                  <c:v>0.20847271074820586</c:v>
                </c:pt>
                <c:pt idx="53" formatCode="0%">
                  <c:v>0.21326076913727501</c:v>
                </c:pt>
                <c:pt idx="54" formatCode="0%">
                  <c:v>0.22248848952020683</c:v>
                </c:pt>
                <c:pt idx="55" formatCode="0%">
                  <c:v>0.2551357965591633</c:v>
                </c:pt>
                <c:pt idx="56" formatCode="0%">
                  <c:v>0.14104651785759031</c:v>
                </c:pt>
                <c:pt idx="58" formatCode="0%">
                  <c:v>0.15795680609020182</c:v>
                </c:pt>
                <c:pt idx="59" formatCode="0%">
                  <c:v>0.30070326957022114</c:v>
                </c:pt>
                <c:pt idx="60" formatCode="0%">
                  <c:v>0.67110820202333599</c:v>
                </c:pt>
                <c:pt idx="61" formatCode="0%">
                  <c:v>0.34111235779250015</c:v>
                </c:pt>
                <c:pt idx="62" formatCode="0%">
                  <c:v>0.14979191499834194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26656528"/>
        <c:axId val="1626642928"/>
      </c:barChart>
      <c:catAx>
        <c:axId val="1626656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n-US"/>
          </a:p>
        </c:txPr>
        <c:crossAx val="1626642928"/>
        <c:crosses val="autoZero"/>
        <c:auto val="1"/>
        <c:lblAlgn val="ctr"/>
        <c:lblOffset val="100"/>
        <c:noMultiLvlLbl val="0"/>
      </c:catAx>
      <c:valAx>
        <c:axId val="162664292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26656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8.8154355530778827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Sheet1!$B$27</c:f>
              <c:strCache>
                <c:ptCount val="1"/>
                <c:pt idx="0">
                  <c:v>Muy probable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Sheet1!$C$26:$BL$26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Menos de Bs. 1000</c:v>
                </c:pt>
                <c:pt idx="20">
                  <c:v>Entre Bs. 1000 y Bs. 2500</c:v>
                </c:pt>
                <c:pt idx="21">
                  <c:v>Entre Bs. 2500 y Bs. 4000</c:v>
                </c:pt>
                <c:pt idx="22">
                  <c:v>Entre Bs. 4000 y Bs. 7000</c:v>
                </c:pt>
                <c:pt idx="23">
                  <c:v>Más de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Movimiento al Socialismo (MAS)</c:v>
                </c:pt>
                <c:pt idx="57">
                  <c:v>EVO Pueblo</c:v>
                </c:pt>
                <c:pt idx="58">
                  <c:v>Alianza opositora (UN-AL-CC-Creemos)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Sheet1!$C$27:$BL$27</c:f>
              <c:numCache>
                <c:formatCode>General</c:formatCode>
                <c:ptCount val="62"/>
                <c:pt idx="0" formatCode="0%">
                  <c:v>0.1182995277218674</c:v>
                </c:pt>
                <c:pt idx="2" formatCode="0%">
                  <c:v>0.1244170967548129</c:v>
                </c:pt>
                <c:pt idx="3" formatCode="0%">
                  <c:v>0.1146747517773337</c:v>
                </c:pt>
                <c:pt idx="5" formatCode="0%">
                  <c:v>8.9631630742126975E-2</c:v>
                </c:pt>
                <c:pt idx="6" formatCode="0%">
                  <c:v>0.15150157728364899</c:v>
                </c:pt>
                <c:pt idx="7" formatCode="0%">
                  <c:v>8.9328807095285387E-2</c:v>
                </c:pt>
                <c:pt idx="8" formatCode="0%">
                  <c:v>0.16550559149801039</c:v>
                </c:pt>
                <c:pt idx="10" formatCode="0%">
                  <c:v>0.1801116708609348</c:v>
                </c:pt>
                <c:pt idx="11" formatCode="0%">
                  <c:v>8.3134292450421796E-2</c:v>
                </c:pt>
                <c:pt idx="12" formatCode="0%">
                  <c:v>0.1424723442646752</c:v>
                </c:pt>
                <c:pt idx="14" formatCode="0%">
                  <c:v>0.24225575963027801</c:v>
                </c:pt>
                <c:pt idx="15" formatCode="0%">
                  <c:v>6.8336527340991896E-2</c:v>
                </c:pt>
                <c:pt idx="16" formatCode="0%">
                  <c:v>0.1201246847855223</c:v>
                </c:pt>
                <c:pt idx="17" formatCode="0%">
                  <c:v>4.0468331274410227E-2</c:v>
                </c:pt>
                <c:pt idx="19" formatCode="0%">
                  <c:v>0.16128915379198491</c:v>
                </c:pt>
                <c:pt idx="20" formatCode="0%">
                  <c:v>8.1277547970619632E-2</c:v>
                </c:pt>
                <c:pt idx="21" formatCode="0%">
                  <c:v>0.112110543716247</c:v>
                </c:pt>
                <c:pt idx="22" formatCode="0%">
                  <c:v>8.9056209286047044E-2</c:v>
                </c:pt>
                <c:pt idx="23" formatCode="0%">
                  <c:v>5.8267905693344467E-2</c:v>
                </c:pt>
                <c:pt idx="25" formatCode="0%">
                  <c:v>5.2838437527759033E-2</c:v>
                </c:pt>
                <c:pt idx="26" formatCode="0%">
                  <c:v>7.2533857653278494E-2</c:v>
                </c:pt>
                <c:pt idx="27" formatCode="0%">
                  <c:v>0.23863521370198881</c:v>
                </c:pt>
                <c:pt idx="28" formatCode="0%">
                  <c:v>0.26766427395218018</c:v>
                </c:pt>
                <c:pt idx="29" formatCode="0%">
                  <c:v>6.3661769812709226E-2</c:v>
                </c:pt>
                <c:pt idx="31" formatCode="0%">
                  <c:v>0.15955094901910791</c:v>
                </c:pt>
                <c:pt idx="32" formatCode="0%">
                  <c:v>6.5186138990905793E-2</c:v>
                </c:pt>
                <c:pt idx="33" formatCode="0%">
                  <c:v>0.13164052767677431</c:v>
                </c:pt>
                <c:pt idx="34" formatCode="0%">
                  <c:v>0.1295844110321544</c:v>
                </c:pt>
                <c:pt idx="36" formatCode="0%">
                  <c:v>0.15237931919850251</c:v>
                </c:pt>
                <c:pt idx="37" formatCode="0%">
                  <c:v>0.1529748486993458</c:v>
                </c:pt>
                <c:pt idx="38" formatCode="0%">
                  <c:v>6.0371643686354497E-2</c:v>
                </c:pt>
                <c:pt idx="40" formatCode="0%">
                  <c:v>0.1152924947965152</c:v>
                </c:pt>
                <c:pt idx="41" formatCode="0%">
                  <c:v>0.16444460192146801</c:v>
                </c:pt>
                <c:pt idx="43" formatCode="0%">
                  <c:v>3.018392513885429E-2</c:v>
                </c:pt>
                <c:pt idx="44" formatCode="0%">
                  <c:v>0</c:v>
                </c:pt>
                <c:pt idx="45" formatCode="0%">
                  <c:v>3.6343527047315201E-2</c:v>
                </c:pt>
                <c:pt idx="46" formatCode="0%">
                  <c:v>0.17318687124248419</c:v>
                </c:pt>
                <c:pt idx="47" formatCode="0%">
                  <c:v>0.44547202573228101</c:v>
                </c:pt>
                <c:pt idx="49" formatCode="0%">
                  <c:v>0.1019908506785291</c:v>
                </c:pt>
                <c:pt idx="50" formatCode="0%">
                  <c:v>0.19150562675126609</c:v>
                </c:pt>
                <c:pt idx="51" formatCode="0%">
                  <c:v>0.39487723426580518</c:v>
                </c:pt>
                <c:pt idx="52" formatCode="0%">
                  <c:v>0</c:v>
                </c:pt>
                <c:pt idx="53" formatCode="0%">
                  <c:v>0.35200365914453419</c:v>
                </c:pt>
                <c:pt idx="54" formatCode="0%">
                  <c:v>0.10942616605408841</c:v>
                </c:pt>
                <c:pt idx="56" formatCode="0%">
                  <c:v>1.3063959935773349E-2</c:v>
                </c:pt>
                <c:pt idx="57" formatCode="0%">
                  <c:v>0.70351852003008442</c:v>
                </c:pt>
                <c:pt idx="58" formatCode="0%">
                  <c:v>2.3404280399948001E-4</c:v>
                </c:pt>
                <c:pt idx="59" formatCode="0%">
                  <c:v>0</c:v>
                </c:pt>
                <c:pt idx="60" formatCode="0%">
                  <c:v>8.1382655257144741E-3</c:v>
                </c:pt>
                <c:pt idx="61" formatCode="0%">
                  <c:v>1.06312358598249E-2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Bastante probable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Sheet1!$C$26:$BL$26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Menos de Bs. 1000</c:v>
                </c:pt>
                <c:pt idx="20">
                  <c:v>Entre Bs. 1000 y Bs. 2500</c:v>
                </c:pt>
                <c:pt idx="21">
                  <c:v>Entre Bs. 2500 y Bs. 4000</c:v>
                </c:pt>
                <c:pt idx="22">
                  <c:v>Entre Bs. 4000 y Bs. 7000</c:v>
                </c:pt>
                <c:pt idx="23">
                  <c:v>Más de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Movimiento al Socialismo (MAS)</c:v>
                </c:pt>
                <c:pt idx="57">
                  <c:v>EVO Pueblo</c:v>
                </c:pt>
                <c:pt idx="58">
                  <c:v>Alianza opositora (UN-AL-CC-Creemos)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Sheet1!$C$28:$BL$28</c:f>
              <c:numCache>
                <c:formatCode>General</c:formatCode>
                <c:ptCount val="62"/>
                <c:pt idx="0" formatCode="0%">
                  <c:v>4.4333539823624542E-2</c:v>
                </c:pt>
                <c:pt idx="2" formatCode="0%">
                  <c:v>5.3092442831804691E-2</c:v>
                </c:pt>
                <c:pt idx="3" formatCode="0%">
                  <c:v>3.6233346352528423E-2</c:v>
                </c:pt>
                <c:pt idx="5" formatCode="0%">
                  <c:v>8.8324417966120106E-3</c:v>
                </c:pt>
                <c:pt idx="6" formatCode="0%">
                  <c:v>3.5980784127273797E-2</c:v>
                </c:pt>
                <c:pt idx="7" formatCode="0%">
                  <c:v>7.7479383615370837E-2</c:v>
                </c:pt>
                <c:pt idx="8" formatCode="0%">
                  <c:v>9.8768727005804968E-2</c:v>
                </c:pt>
                <c:pt idx="10" formatCode="0%">
                  <c:v>4.1553986127076711E-2</c:v>
                </c:pt>
                <c:pt idx="11" formatCode="0%">
                  <c:v>5.4547693233440608E-2</c:v>
                </c:pt>
                <c:pt idx="12" formatCode="0%">
                  <c:v>3.2839927052836039E-2</c:v>
                </c:pt>
                <c:pt idx="14" formatCode="0%">
                  <c:v>7.0624058716330873E-2</c:v>
                </c:pt>
                <c:pt idx="15" formatCode="0%">
                  <c:v>1.9044574035074209E-2</c:v>
                </c:pt>
                <c:pt idx="16" formatCode="0%">
                  <c:v>4.2546920701684997E-2</c:v>
                </c:pt>
                <c:pt idx="17" formatCode="0%">
                  <c:v>9.6628172631299664E-3</c:v>
                </c:pt>
                <c:pt idx="19" formatCode="0%">
                  <c:v>9.7548037244299918E-2</c:v>
                </c:pt>
                <c:pt idx="20" formatCode="0%">
                  <c:v>4.5057384247908817E-2</c:v>
                </c:pt>
                <c:pt idx="21" formatCode="0%">
                  <c:v>4.6373994362172571E-2</c:v>
                </c:pt>
                <c:pt idx="22" formatCode="0%">
                  <c:v>1.707299315073563E-2</c:v>
                </c:pt>
                <c:pt idx="23" formatCode="0%">
                  <c:v>6.7239664922355682E-2</c:v>
                </c:pt>
                <c:pt idx="25" formatCode="0%">
                  <c:v>5.2894887397860932E-4</c:v>
                </c:pt>
                <c:pt idx="26" formatCode="0%">
                  <c:v>2.5783212600598689E-2</c:v>
                </c:pt>
                <c:pt idx="27" formatCode="0%">
                  <c:v>7.2575444657089705E-2</c:v>
                </c:pt>
                <c:pt idx="28" formatCode="0%">
                  <c:v>0.1226426600195</c:v>
                </c:pt>
                <c:pt idx="29" formatCode="0%">
                  <c:v>3.6564109854576581E-2</c:v>
                </c:pt>
                <c:pt idx="31" formatCode="0%">
                  <c:v>4.1343886116131177E-2</c:v>
                </c:pt>
                <c:pt idx="32" formatCode="0%">
                  <c:v>1.9125267357955059E-2</c:v>
                </c:pt>
                <c:pt idx="33" formatCode="0%">
                  <c:v>5.7107168740346381E-2</c:v>
                </c:pt>
                <c:pt idx="34" formatCode="0%">
                  <c:v>6.7186385240611685E-2</c:v>
                </c:pt>
                <c:pt idx="36" formatCode="0%">
                  <c:v>6.3014764583061753E-2</c:v>
                </c:pt>
                <c:pt idx="37" formatCode="0%">
                  <c:v>5.6336219889313789E-2</c:v>
                </c:pt>
                <c:pt idx="38" formatCode="0%">
                  <c:v>1.7757526588194308E-2</c:v>
                </c:pt>
                <c:pt idx="40" formatCode="0%">
                  <c:v>4.0042369226292687E-2</c:v>
                </c:pt>
                <c:pt idx="41" formatCode="0%">
                  <c:v>6.8994221540415526E-2</c:v>
                </c:pt>
                <c:pt idx="43" formatCode="0%">
                  <c:v>1.430972564319109E-4</c:v>
                </c:pt>
                <c:pt idx="44" formatCode="0%">
                  <c:v>0</c:v>
                </c:pt>
                <c:pt idx="45" formatCode="0%">
                  <c:v>9.5108606765653659E-4</c:v>
                </c:pt>
                <c:pt idx="46" formatCode="0%">
                  <c:v>8.456424646357201E-2</c:v>
                </c:pt>
                <c:pt idx="47" formatCode="0%">
                  <c:v>0.12868925512450549</c:v>
                </c:pt>
                <c:pt idx="49" formatCode="0%">
                  <c:v>1.8750423678034551E-2</c:v>
                </c:pt>
                <c:pt idx="50" formatCode="0%">
                  <c:v>6.5133208117796701E-2</c:v>
                </c:pt>
                <c:pt idx="51" formatCode="0%">
                  <c:v>0</c:v>
                </c:pt>
                <c:pt idx="52" formatCode="0%">
                  <c:v>0</c:v>
                </c:pt>
                <c:pt idx="53" formatCode="0%">
                  <c:v>6.9602739645349618E-3</c:v>
                </c:pt>
                <c:pt idx="54" formatCode="0%">
                  <c:v>9.3187551133737626E-2</c:v>
                </c:pt>
                <c:pt idx="56" formatCode="0%">
                  <c:v>2.2903808491079002E-2</c:v>
                </c:pt>
                <c:pt idx="57" formatCode="0%">
                  <c:v>0.23813853967195439</c:v>
                </c:pt>
                <c:pt idx="58" formatCode="0%">
                  <c:v>1.805400483024237E-4</c:v>
                </c:pt>
                <c:pt idx="59" formatCode="0%">
                  <c:v>4.8704196462352268E-4</c:v>
                </c:pt>
                <c:pt idx="60" formatCode="0%">
                  <c:v>1.7698279801561319E-3</c:v>
                </c:pt>
                <c:pt idx="61" formatCode="0%">
                  <c:v>2.0617788748269909E-2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Sheet1!$B$29</c:f>
              <c:strCache>
                <c:ptCount val="1"/>
                <c:pt idx="0">
                  <c:v>Poco probable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Sheet1!$C$26:$BL$26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Menos de Bs. 1000</c:v>
                </c:pt>
                <c:pt idx="20">
                  <c:v>Entre Bs. 1000 y Bs. 2500</c:v>
                </c:pt>
                <c:pt idx="21">
                  <c:v>Entre Bs. 2500 y Bs. 4000</c:v>
                </c:pt>
                <c:pt idx="22">
                  <c:v>Entre Bs. 4000 y Bs. 7000</c:v>
                </c:pt>
                <c:pt idx="23">
                  <c:v>Más de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Movimiento al Socialismo (MAS)</c:v>
                </c:pt>
                <c:pt idx="57">
                  <c:v>EVO Pueblo</c:v>
                </c:pt>
                <c:pt idx="58">
                  <c:v>Alianza opositora (UN-AL-CC-Creemos)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Sheet1!$C$29:$BL$29</c:f>
              <c:numCache>
                <c:formatCode>General</c:formatCode>
                <c:ptCount val="62"/>
                <c:pt idx="0" formatCode="0%">
                  <c:v>7.2925657146174841E-2</c:v>
                </c:pt>
                <c:pt idx="2" formatCode="0%">
                  <c:v>6.1808370280025247E-2</c:v>
                </c:pt>
                <c:pt idx="3" formatCode="0%">
                  <c:v>8.6213911577032398E-2</c:v>
                </c:pt>
                <c:pt idx="5" formatCode="0%">
                  <c:v>0.1153787152674581</c:v>
                </c:pt>
                <c:pt idx="6" formatCode="0%">
                  <c:v>7.6750240694405683E-2</c:v>
                </c:pt>
                <c:pt idx="7" formatCode="0%">
                  <c:v>3.5183677709013109E-2</c:v>
                </c:pt>
                <c:pt idx="8" formatCode="0%">
                  <c:v>1.590504440769178E-2</c:v>
                </c:pt>
                <c:pt idx="10" formatCode="0%">
                  <c:v>0</c:v>
                </c:pt>
                <c:pt idx="11" formatCode="0%">
                  <c:v>9.2022417806726681E-2</c:v>
                </c:pt>
                <c:pt idx="12" formatCode="0%">
                  <c:v>7.1398304410543151E-2</c:v>
                </c:pt>
                <c:pt idx="14" formatCode="0%">
                  <c:v>6.0720861218913062E-2</c:v>
                </c:pt>
                <c:pt idx="15" formatCode="0%">
                  <c:v>6.3186491583366047E-2</c:v>
                </c:pt>
                <c:pt idx="16" formatCode="0%">
                  <c:v>8.0530683654991442E-2</c:v>
                </c:pt>
                <c:pt idx="17" formatCode="0%">
                  <c:v>8.9993982387678487E-2</c:v>
                </c:pt>
                <c:pt idx="19" formatCode="0%">
                  <c:v>4.3999609694693798E-2</c:v>
                </c:pt>
                <c:pt idx="20" formatCode="0%">
                  <c:v>8.9360848988818908E-2</c:v>
                </c:pt>
                <c:pt idx="21" formatCode="0%">
                  <c:v>7.5856803839822309E-2</c:v>
                </c:pt>
                <c:pt idx="22" formatCode="0%">
                  <c:v>8.8127674235642856E-2</c:v>
                </c:pt>
                <c:pt idx="23" formatCode="0%">
                  <c:v>3.830795068289488E-2</c:v>
                </c:pt>
                <c:pt idx="25" formatCode="0%">
                  <c:v>3.3386195159398092E-2</c:v>
                </c:pt>
                <c:pt idx="26" formatCode="0%">
                  <c:v>7.4518422225005695E-2</c:v>
                </c:pt>
                <c:pt idx="27" formatCode="0%">
                  <c:v>0.12673645772367009</c:v>
                </c:pt>
                <c:pt idx="28" formatCode="0%">
                  <c:v>7.5918640594895725E-2</c:v>
                </c:pt>
                <c:pt idx="29" formatCode="0%">
                  <c:v>3.9752127593383459E-2</c:v>
                </c:pt>
                <c:pt idx="31" formatCode="0%">
                  <c:v>0.1078580542608701</c:v>
                </c:pt>
                <c:pt idx="32" formatCode="0%">
                  <c:v>4.0674560281586981E-2</c:v>
                </c:pt>
                <c:pt idx="33" formatCode="0%">
                  <c:v>0.1083787023629101</c:v>
                </c:pt>
                <c:pt idx="34" formatCode="0%">
                  <c:v>5.1913981382236282E-2</c:v>
                </c:pt>
                <c:pt idx="36" formatCode="0%">
                  <c:v>9.1415985242728898E-2</c:v>
                </c:pt>
                <c:pt idx="37" formatCode="0%">
                  <c:v>8.5194592133198299E-2</c:v>
                </c:pt>
                <c:pt idx="38" formatCode="0%">
                  <c:v>4.6333750538568093E-2</c:v>
                </c:pt>
                <c:pt idx="40" formatCode="0%">
                  <c:v>8.8445339076821769E-2</c:v>
                </c:pt>
                <c:pt idx="41" formatCode="0%">
                  <c:v>2.382168389720583E-2</c:v>
                </c:pt>
                <c:pt idx="43" formatCode="0%">
                  <c:v>3.1686197450487751E-2</c:v>
                </c:pt>
                <c:pt idx="44" formatCode="0%">
                  <c:v>1.2783911153137959E-2</c:v>
                </c:pt>
                <c:pt idx="45" formatCode="0%">
                  <c:v>0.1720743177698521</c:v>
                </c:pt>
                <c:pt idx="46" formatCode="0%">
                  <c:v>7.4379753359571338E-2</c:v>
                </c:pt>
                <c:pt idx="47" formatCode="0%">
                  <c:v>0.1023698401049123</c:v>
                </c:pt>
                <c:pt idx="49" formatCode="0%">
                  <c:v>7.7982779878573286E-2</c:v>
                </c:pt>
                <c:pt idx="50" formatCode="0%">
                  <c:v>0.1974460330979747</c:v>
                </c:pt>
                <c:pt idx="51" formatCode="0%">
                  <c:v>0</c:v>
                </c:pt>
                <c:pt idx="52" formatCode="0%">
                  <c:v>0</c:v>
                </c:pt>
                <c:pt idx="53" formatCode="0%">
                  <c:v>4.4699087200664157E-2</c:v>
                </c:pt>
                <c:pt idx="54" formatCode="0%">
                  <c:v>5.1529155630274777E-2</c:v>
                </c:pt>
                <c:pt idx="56" formatCode="0%">
                  <c:v>0.34308399778598953</c:v>
                </c:pt>
                <c:pt idx="57" formatCode="0%">
                  <c:v>5.0724086580777303E-2</c:v>
                </c:pt>
                <c:pt idx="58" formatCode="0%">
                  <c:v>1.7342752287671771E-2</c:v>
                </c:pt>
                <c:pt idx="59" formatCode="0%">
                  <c:v>2.8333203688860661E-2</c:v>
                </c:pt>
                <c:pt idx="60" formatCode="0%">
                  <c:v>0.1039481088615706</c:v>
                </c:pt>
                <c:pt idx="61" formatCode="0%">
                  <c:v>6.3205627351654275E-2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26653264"/>
        <c:axId val="1626645104"/>
      </c:barChart>
      <c:catAx>
        <c:axId val="1626653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n-US"/>
          </a:p>
        </c:txPr>
        <c:crossAx val="1626645104"/>
        <c:crosses val="autoZero"/>
        <c:auto val="1"/>
        <c:lblAlgn val="ctr"/>
        <c:lblOffset val="100"/>
        <c:noMultiLvlLbl val="0"/>
      </c:catAx>
      <c:valAx>
        <c:axId val="162664510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26653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8.8154355530778827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Sheet1!$B$170</c:f>
              <c:strCache>
                <c:ptCount val="1"/>
                <c:pt idx="0">
                  <c:v>Muy probable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Sheet1!$C$169:$BM$169</c:f>
              <c:strCache>
                <c:ptCount val="63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1er Cordon</c:v>
                </c:pt>
                <c:pt idx="20">
                  <c:v>2do Cordon</c:v>
                </c:pt>
                <c:pt idx="21">
                  <c:v>3er Cordon</c:v>
                </c:pt>
                <c:pt idx="22">
                  <c:v>La Matanza</c:v>
                </c:pt>
                <c:pt idx="24">
                  <c:v>CFK</c:v>
                </c:pt>
                <c:pt idx="25">
                  <c:v>AK</c:v>
                </c:pt>
                <c:pt idx="27">
                  <c:v>Almirante Brown</c:v>
                </c:pt>
                <c:pt idx="28">
                  <c:v>Avellaneda</c:v>
                </c:pt>
                <c:pt idx="29">
                  <c:v>Florencio Varela</c:v>
                </c:pt>
                <c:pt idx="30">
                  <c:v>La Matanza</c:v>
                </c:pt>
                <c:pt idx="31">
                  <c:v>Lanús</c:v>
                </c:pt>
                <c:pt idx="32">
                  <c:v>Lomas de Zamora</c:v>
                </c:pt>
                <c:pt idx="33">
                  <c:v>Quilmes</c:v>
                </c:pt>
                <c:pt idx="35">
                  <c:v>Javier Milei</c:v>
                </c:pt>
                <c:pt idx="36">
                  <c:v>Sergio Massa</c:v>
                </c:pt>
                <c:pt idx="38">
                  <c:v>LLA</c:v>
                </c:pt>
                <c:pt idx="39">
                  <c:v>Candidato CFK</c:v>
                </c:pt>
                <c:pt idx="40">
                  <c:v>Candidato AK</c:v>
                </c:pt>
                <c:pt idx="41">
                  <c:v>Candidato PRO </c:v>
                </c:pt>
                <c:pt idx="42">
                  <c:v>Peronismo Federal</c:v>
                </c:pt>
                <c:pt idx="43">
                  <c:v>Candidato Radicalismo</c:v>
                </c:pt>
                <c:pt idx="44">
                  <c:v>Candidato Izquierda</c:v>
                </c:pt>
                <c:pt idx="45">
                  <c:v>Otro</c:v>
                </c:pt>
                <c:pt idx="46">
                  <c:v>No sabe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  <c:pt idx="53">
                  <c:v>Muy buena</c:v>
                </c:pt>
                <c:pt idx="54">
                  <c:v>Buena</c:v>
                </c:pt>
                <c:pt idx="55">
                  <c:v>Mala</c:v>
                </c:pt>
                <c:pt idx="56">
                  <c:v>Muy mala</c:v>
                </c:pt>
                <c:pt idx="58">
                  <c:v>Muy probable</c:v>
                </c:pt>
                <c:pt idx="59">
                  <c:v>Bastante probable</c:v>
                </c:pt>
                <c:pt idx="60">
                  <c:v>No sabe</c:v>
                </c:pt>
                <c:pt idx="61">
                  <c:v>Poco probable</c:v>
                </c:pt>
                <c:pt idx="62">
                  <c:v>Nunca lo votaría</c:v>
                </c:pt>
              </c:strCache>
            </c:strRef>
          </c:cat>
          <c:val>
            <c:numRef>
              <c:f>Sheet1!$C$170:$BM$170</c:f>
              <c:numCache>
                <c:formatCode>General</c:formatCode>
                <c:ptCount val="63"/>
                <c:pt idx="0" formatCode="0%">
                  <c:v>9.2356038357313264E-2</c:v>
                </c:pt>
                <c:pt idx="2" formatCode="0%">
                  <c:v>6.8343474080756555E-2</c:v>
                </c:pt>
                <c:pt idx="3" formatCode="0%">
                  <c:v>0.11539895590210199</c:v>
                </c:pt>
                <c:pt idx="5" formatCode="0%">
                  <c:v>8.1510676801605508E-2</c:v>
                </c:pt>
                <c:pt idx="6" formatCode="0%">
                  <c:v>6.943670419692774E-2</c:v>
                </c:pt>
                <c:pt idx="7" formatCode="0%">
                  <c:v>7.4292882151446749E-2</c:v>
                </c:pt>
                <c:pt idx="8" formatCode="0%">
                  <c:v>0.1524725801897503</c:v>
                </c:pt>
                <c:pt idx="10" formatCode="0%">
                  <c:v>8.3826791581913251E-2</c:v>
                </c:pt>
                <c:pt idx="11" formatCode="0%">
                  <c:v>7.9878427896950349E-2</c:v>
                </c:pt>
                <c:pt idx="12" formatCode="0%">
                  <c:v>0.11794350245011892</c:v>
                </c:pt>
                <c:pt idx="14" formatCode="0%">
                  <c:v>5.8434315154585754E-2</c:v>
                </c:pt>
                <c:pt idx="15" formatCode="0%">
                  <c:v>8.0419184722784684E-2</c:v>
                </c:pt>
                <c:pt idx="16" formatCode="0%">
                  <c:v>0.13207979083660951</c:v>
                </c:pt>
                <c:pt idx="17" formatCode="0%">
                  <c:v>0.33039464843294558</c:v>
                </c:pt>
                <c:pt idx="19" formatCode="0%">
                  <c:v>6.8817880188371941E-2</c:v>
                </c:pt>
                <c:pt idx="20" formatCode="0%">
                  <c:v>8.3643212493550903E-2</c:v>
                </c:pt>
                <c:pt idx="21" formatCode="0%">
                  <c:v>4.6546874482149642E-2</c:v>
                </c:pt>
                <c:pt idx="22" formatCode="0%">
                  <c:v>0.13972971890003758</c:v>
                </c:pt>
                <c:pt idx="24" formatCode="0%">
                  <c:v>6.8335819802459813E-2</c:v>
                </c:pt>
                <c:pt idx="25" formatCode="0%">
                  <c:v>0.11000007481327252</c:v>
                </c:pt>
                <c:pt idx="27" formatCode="0%">
                  <c:v>9.4385931609389004E-2</c:v>
                </c:pt>
                <c:pt idx="28" formatCode="0%">
                  <c:v>6.7295189627891633E-2</c:v>
                </c:pt>
                <c:pt idx="29" formatCode="0%">
                  <c:v>8.3732832532149762E-2</c:v>
                </c:pt>
                <c:pt idx="30" formatCode="0%">
                  <c:v>0.13063501230097607</c:v>
                </c:pt>
                <c:pt idx="31" formatCode="0%">
                  <c:v>3.0692744106806589E-2</c:v>
                </c:pt>
                <c:pt idx="32" formatCode="0%">
                  <c:v>9.16821431264844E-2</c:v>
                </c:pt>
                <c:pt idx="33" formatCode="0%">
                  <c:v>6.4848676091020352E-2</c:v>
                </c:pt>
                <c:pt idx="35" formatCode="0%">
                  <c:v>0.20330388993467705</c:v>
                </c:pt>
                <c:pt idx="36" formatCode="0%">
                  <c:v>1.0219152444365522E-2</c:v>
                </c:pt>
                <c:pt idx="38" formatCode="0%">
                  <c:v>7.5777216039171119E-2</c:v>
                </c:pt>
                <c:pt idx="39" formatCode="0%">
                  <c:v>8.1701200909391446E-3</c:v>
                </c:pt>
                <c:pt idx="40" formatCode="0%">
                  <c:v>2.5037959792091079E-2</c:v>
                </c:pt>
                <c:pt idx="41" formatCode="0%">
                  <c:v>0.69516141743429916</c:v>
                </c:pt>
                <c:pt idx="42" formatCode="0%">
                  <c:v>8.2842210043219844E-2</c:v>
                </c:pt>
                <c:pt idx="43" formatCode="0%">
                  <c:v>1.7756362198955156E-2</c:v>
                </c:pt>
                <c:pt idx="44" formatCode="0%">
                  <c:v>0</c:v>
                </c:pt>
                <c:pt idx="45" formatCode="0%">
                  <c:v>1.9906459195332869E-2</c:v>
                </c:pt>
                <c:pt idx="46" formatCode="0%">
                  <c:v>9.7913633312442967E-3</c:v>
                </c:pt>
                <c:pt idx="48" formatCode="0%">
                  <c:v>0.13406913442289539</c:v>
                </c:pt>
                <c:pt idx="49" formatCode="0%">
                  <c:v>0.23116587708222666</c:v>
                </c:pt>
                <c:pt idx="50" formatCode="0%">
                  <c:v>0.11726152870867274</c:v>
                </c:pt>
                <c:pt idx="51" formatCode="0%">
                  <c:v>7.1362569433256031E-3</c:v>
                </c:pt>
                <c:pt idx="53" formatCode="0%">
                  <c:v>1.0184776786870459E-2</c:v>
                </c:pt>
                <c:pt idx="54" formatCode="0%">
                  <c:v>2.9271599865896641E-2</c:v>
                </c:pt>
                <c:pt idx="55" formatCode="0%">
                  <c:v>9.740310471542378E-2</c:v>
                </c:pt>
                <c:pt idx="56" formatCode="0%">
                  <c:v>0.1684638338712193</c:v>
                </c:pt>
                <c:pt idx="58" formatCode="0%">
                  <c:v>1.8392961612805559E-2</c:v>
                </c:pt>
                <c:pt idx="59" formatCode="0%">
                  <c:v>8.7937613410062777E-3</c:v>
                </c:pt>
                <c:pt idx="60" formatCode="0%">
                  <c:v>1.2775831626983883E-3</c:v>
                </c:pt>
                <c:pt idx="61" formatCode="0%">
                  <c:v>6.3104706034268862E-2</c:v>
                </c:pt>
                <c:pt idx="62" formatCode="0%">
                  <c:v>0.17247208905339267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Sheet1!$B$171</c:f>
              <c:strCache>
                <c:ptCount val="1"/>
                <c:pt idx="0">
                  <c:v>Bastante probable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Sheet1!$C$169:$BM$169</c:f>
              <c:strCache>
                <c:ptCount val="63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1er Cordon</c:v>
                </c:pt>
                <c:pt idx="20">
                  <c:v>2do Cordon</c:v>
                </c:pt>
                <c:pt idx="21">
                  <c:v>3er Cordon</c:v>
                </c:pt>
                <c:pt idx="22">
                  <c:v>La Matanza</c:v>
                </c:pt>
                <c:pt idx="24">
                  <c:v>CFK</c:v>
                </c:pt>
                <c:pt idx="25">
                  <c:v>AK</c:v>
                </c:pt>
                <c:pt idx="27">
                  <c:v>Almirante Brown</c:v>
                </c:pt>
                <c:pt idx="28">
                  <c:v>Avellaneda</c:v>
                </c:pt>
                <c:pt idx="29">
                  <c:v>Florencio Varela</c:v>
                </c:pt>
                <c:pt idx="30">
                  <c:v>La Matanza</c:v>
                </c:pt>
                <c:pt idx="31">
                  <c:v>Lanús</c:v>
                </c:pt>
                <c:pt idx="32">
                  <c:v>Lomas de Zamora</c:v>
                </c:pt>
                <c:pt idx="33">
                  <c:v>Quilmes</c:v>
                </c:pt>
                <c:pt idx="35">
                  <c:v>Javier Milei</c:v>
                </c:pt>
                <c:pt idx="36">
                  <c:v>Sergio Massa</c:v>
                </c:pt>
                <c:pt idx="38">
                  <c:v>LLA</c:v>
                </c:pt>
                <c:pt idx="39">
                  <c:v>Candidato CFK</c:v>
                </c:pt>
                <c:pt idx="40">
                  <c:v>Candidato AK</c:v>
                </c:pt>
                <c:pt idx="41">
                  <c:v>Candidato PRO </c:v>
                </c:pt>
                <c:pt idx="42">
                  <c:v>Peronismo Federal</c:v>
                </c:pt>
                <c:pt idx="43">
                  <c:v>Candidato Radicalismo</c:v>
                </c:pt>
                <c:pt idx="44">
                  <c:v>Candidato Izquierda</c:v>
                </c:pt>
                <c:pt idx="45">
                  <c:v>Otro</c:v>
                </c:pt>
                <c:pt idx="46">
                  <c:v>No sabe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  <c:pt idx="53">
                  <c:v>Muy buena</c:v>
                </c:pt>
                <c:pt idx="54">
                  <c:v>Buena</c:v>
                </c:pt>
                <c:pt idx="55">
                  <c:v>Mala</c:v>
                </c:pt>
                <c:pt idx="56">
                  <c:v>Muy mala</c:v>
                </c:pt>
                <c:pt idx="58">
                  <c:v>Muy probable</c:v>
                </c:pt>
                <c:pt idx="59">
                  <c:v>Bastante probable</c:v>
                </c:pt>
                <c:pt idx="60">
                  <c:v>No sabe</c:v>
                </c:pt>
                <c:pt idx="61">
                  <c:v>Poco probable</c:v>
                </c:pt>
                <c:pt idx="62">
                  <c:v>Nunca lo votaría</c:v>
                </c:pt>
              </c:strCache>
            </c:strRef>
          </c:cat>
          <c:val>
            <c:numRef>
              <c:f>Sheet1!$C$171:$BM$171</c:f>
              <c:numCache>
                <c:formatCode>General</c:formatCode>
                <c:ptCount val="63"/>
                <c:pt idx="0" formatCode="0%">
                  <c:v>0.10143835031008981</c:v>
                </c:pt>
                <c:pt idx="2" formatCode="0%">
                  <c:v>0.12215271490311604</c:v>
                </c:pt>
                <c:pt idx="3" formatCode="0%">
                  <c:v>8.1520487896782914E-2</c:v>
                </c:pt>
                <c:pt idx="5" formatCode="0%">
                  <c:v>0.11033296276367847</c:v>
                </c:pt>
                <c:pt idx="6" formatCode="0%">
                  <c:v>7.94586894372033E-2</c:v>
                </c:pt>
                <c:pt idx="7" formatCode="0%">
                  <c:v>0.10497642541972847</c:v>
                </c:pt>
                <c:pt idx="8" formatCode="0%">
                  <c:v>0.11684373553967838</c:v>
                </c:pt>
                <c:pt idx="10" formatCode="0%">
                  <c:v>9.0734412227357814E-2</c:v>
                </c:pt>
                <c:pt idx="11" formatCode="0%">
                  <c:v>0.11577573045929226</c:v>
                </c:pt>
                <c:pt idx="12" formatCode="0%">
                  <c:v>8.9682815969666235E-2</c:v>
                </c:pt>
                <c:pt idx="14" formatCode="0%">
                  <c:v>7.5070112105443551E-2</c:v>
                </c:pt>
                <c:pt idx="15" formatCode="0%">
                  <c:v>8.7466520841548601E-2</c:v>
                </c:pt>
                <c:pt idx="16" formatCode="0%">
                  <c:v>0.17399688460115714</c:v>
                </c:pt>
                <c:pt idx="17" formatCode="0%">
                  <c:v>6.1798988727286959E-2</c:v>
                </c:pt>
                <c:pt idx="19" formatCode="0%">
                  <c:v>0.11001385870859748</c:v>
                </c:pt>
                <c:pt idx="20" formatCode="0%">
                  <c:v>0.10874215104652593</c:v>
                </c:pt>
                <c:pt idx="21" formatCode="0%">
                  <c:v>1.8900165751086512E-2</c:v>
                </c:pt>
                <c:pt idx="22" formatCode="0%">
                  <c:v>0.10723278951748288</c:v>
                </c:pt>
                <c:pt idx="24" formatCode="0%">
                  <c:v>0.1125666190005707</c:v>
                </c:pt>
                <c:pt idx="25" formatCode="0%">
                  <c:v>9.6542587531522395E-2</c:v>
                </c:pt>
                <c:pt idx="27" formatCode="0%">
                  <c:v>8.7690396140500851E-2</c:v>
                </c:pt>
                <c:pt idx="28" formatCode="0%">
                  <c:v>0.11536400257192662</c:v>
                </c:pt>
                <c:pt idx="29" formatCode="0%">
                  <c:v>8.7414087706269794E-2</c:v>
                </c:pt>
                <c:pt idx="30" formatCode="0%">
                  <c:v>0.10169141311117016</c:v>
                </c:pt>
                <c:pt idx="31" formatCode="0%">
                  <c:v>5.589917149925238E-2</c:v>
                </c:pt>
                <c:pt idx="32" formatCode="0%">
                  <c:v>0.13909540863049843</c:v>
                </c:pt>
                <c:pt idx="33" formatCode="0%">
                  <c:v>0.18435892975334953</c:v>
                </c:pt>
                <c:pt idx="35" formatCode="0%">
                  <c:v>0.17915944692467115</c:v>
                </c:pt>
                <c:pt idx="36" formatCode="0%">
                  <c:v>3.4089145171846399E-2</c:v>
                </c:pt>
                <c:pt idx="38" formatCode="0%">
                  <c:v>0.19929298151690616</c:v>
                </c:pt>
                <c:pt idx="39" formatCode="0%">
                  <c:v>2.1187356812649626E-2</c:v>
                </c:pt>
                <c:pt idx="40" formatCode="0%">
                  <c:v>9.1768109306560579E-3</c:v>
                </c:pt>
                <c:pt idx="41" formatCode="0%">
                  <c:v>0.21240276500597394</c:v>
                </c:pt>
                <c:pt idx="42" formatCode="0%">
                  <c:v>2.9247345230817824E-2</c:v>
                </c:pt>
                <c:pt idx="43" formatCode="0%">
                  <c:v>9.8475669897366738E-2</c:v>
                </c:pt>
                <c:pt idx="44" formatCode="0%">
                  <c:v>0.14319826217344392</c:v>
                </c:pt>
                <c:pt idx="45" formatCode="0%">
                  <c:v>9.4257912120129142E-2</c:v>
                </c:pt>
                <c:pt idx="46" formatCode="0%">
                  <c:v>7.1044040728582086E-2</c:v>
                </c:pt>
                <c:pt idx="48" formatCode="0%">
                  <c:v>0.17678677596737866</c:v>
                </c:pt>
                <c:pt idx="49" formatCode="0%">
                  <c:v>0.24122590547281547</c:v>
                </c:pt>
                <c:pt idx="50" formatCode="0%">
                  <c:v>4.8495394155968367E-2</c:v>
                </c:pt>
                <c:pt idx="51" formatCode="0%">
                  <c:v>1.3613581461909118E-2</c:v>
                </c:pt>
                <c:pt idx="53" formatCode="0%">
                  <c:v>1.0201994125562825E-2</c:v>
                </c:pt>
                <c:pt idx="54" formatCode="0%">
                  <c:v>1.9016137671767758E-2</c:v>
                </c:pt>
                <c:pt idx="55" formatCode="0%">
                  <c:v>8.5644072496808304E-2</c:v>
                </c:pt>
                <c:pt idx="56" formatCode="0%">
                  <c:v>0.20762189128716893</c:v>
                </c:pt>
                <c:pt idx="58" formatCode="0%">
                  <c:v>1.5854225140018798E-2</c:v>
                </c:pt>
                <c:pt idx="59" formatCode="0%">
                  <c:v>3.7454794861182985E-4</c:v>
                </c:pt>
                <c:pt idx="60" formatCode="0%">
                  <c:v>6.721955342099707E-3</c:v>
                </c:pt>
                <c:pt idx="61" formatCode="0%">
                  <c:v>9.4210506740847688E-2</c:v>
                </c:pt>
                <c:pt idx="62" formatCode="0%">
                  <c:v>0.18976065400459169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Sheet1!$B$172</c:f>
              <c:strCache>
                <c:ptCount val="1"/>
                <c:pt idx="0">
                  <c:v>Poco probable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Sheet1!$C$169:$BM$169</c:f>
              <c:strCache>
                <c:ptCount val="63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1er Cordon</c:v>
                </c:pt>
                <c:pt idx="20">
                  <c:v>2do Cordon</c:v>
                </c:pt>
                <c:pt idx="21">
                  <c:v>3er Cordon</c:v>
                </c:pt>
                <c:pt idx="22">
                  <c:v>La Matanza</c:v>
                </c:pt>
                <c:pt idx="24">
                  <c:v>CFK</c:v>
                </c:pt>
                <c:pt idx="25">
                  <c:v>AK</c:v>
                </c:pt>
                <c:pt idx="27">
                  <c:v>Almirante Brown</c:v>
                </c:pt>
                <c:pt idx="28">
                  <c:v>Avellaneda</c:v>
                </c:pt>
                <c:pt idx="29">
                  <c:v>Florencio Varela</c:v>
                </c:pt>
                <c:pt idx="30">
                  <c:v>La Matanza</c:v>
                </c:pt>
                <c:pt idx="31">
                  <c:v>Lanús</c:v>
                </c:pt>
                <c:pt idx="32">
                  <c:v>Lomas de Zamora</c:v>
                </c:pt>
                <c:pt idx="33">
                  <c:v>Quilmes</c:v>
                </c:pt>
                <c:pt idx="35">
                  <c:v>Javier Milei</c:v>
                </c:pt>
                <c:pt idx="36">
                  <c:v>Sergio Massa</c:v>
                </c:pt>
                <c:pt idx="38">
                  <c:v>LLA</c:v>
                </c:pt>
                <c:pt idx="39">
                  <c:v>Candidato CFK</c:v>
                </c:pt>
                <c:pt idx="40">
                  <c:v>Candidato AK</c:v>
                </c:pt>
                <c:pt idx="41">
                  <c:v>Candidato PRO </c:v>
                </c:pt>
                <c:pt idx="42">
                  <c:v>Peronismo Federal</c:v>
                </c:pt>
                <c:pt idx="43">
                  <c:v>Candidato Radicalismo</c:v>
                </c:pt>
                <c:pt idx="44">
                  <c:v>Candidato Izquierda</c:v>
                </c:pt>
                <c:pt idx="45">
                  <c:v>Otro</c:v>
                </c:pt>
                <c:pt idx="46">
                  <c:v>No sabe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  <c:pt idx="53">
                  <c:v>Muy buena</c:v>
                </c:pt>
                <c:pt idx="54">
                  <c:v>Buena</c:v>
                </c:pt>
                <c:pt idx="55">
                  <c:v>Mala</c:v>
                </c:pt>
                <c:pt idx="56">
                  <c:v>Muy mala</c:v>
                </c:pt>
                <c:pt idx="58">
                  <c:v>Muy probable</c:v>
                </c:pt>
                <c:pt idx="59">
                  <c:v>Bastante probable</c:v>
                </c:pt>
                <c:pt idx="60">
                  <c:v>No sabe</c:v>
                </c:pt>
                <c:pt idx="61">
                  <c:v>Poco probable</c:v>
                </c:pt>
                <c:pt idx="62">
                  <c:v>Nunca lo votaría</c:v>
                </c:pt>
              </c:strCache>
            </c:strRef>
          </c:cat>
          <c:val>
            <c:numRef>
              <c:f>Sheet1!$C$172:$BM$172</c:f>
              <c:numCache>
                <c:formatCode>General</c:formatCode>
                <c:ptCount val="63"/>
                <c:pt idx="0" formatCode="0%">
                  <c:v>0.18577218746313762</c:v>
                </c:pt>
                <c:pt idx="2" formatCode="0%">
                  <c:v>0.22205872737254809</c:v>
                </c:pt>
                <c:pt idx="3" formatCode="0%">
                  <c:v>0.15088307087742162</c:v>
                </c:pt>
                <c:pt idx="5" formatCode="0%">
                  <c:v>0.2239104116703553</c:v>
                </c:pt>
                <c:pt idx="6" formatCode="0%">
                  <c:v>0.18578980124194019</c:v>
                </c:pt>
                <c:pt idx="7" formatCode="0%">
                  <c:v>0.22203870221210573</c:v>
                </c:pt>
                <c:pt idx="8" formatCode="0%">
                  <c:v>0.10785109186868129</c:v>
                </c:pt>
                <c:pt idx="10" formatCode="0%">
                  <c:v>0.1424292737077332</c:v>
                </c:pt>
                <c:pt idx="11" formatCode="0%">
                  <c:v>0.21698248823336466</c:v>
                </c:pt>
                <c:pt idx="12" formatCode="0%">
                  <c:v>0.17742995266778511</c:v>
                </c:pt>
                <c:pt idx="14" formatCode="0%">
                  <c:v>0.17496530833311166</c:v>
                </c:pt>
                <c:pt idx="15" formatCode="0%">
                  <c:v>0.21672707693907614</c:v>
                </c:pt>
                <c:pt idx="16" formatCode="0%">
                  <c:v>0.15870604916582587</c:v>
                </c:pt>
                <c:pt idx="17" formatCode="0%">
                  <c:v>0.1755046048298631</c:v>
                </c:pt>
                <c:pt idx="19" formatCode="0%">
                  <c:v>0.17264603470587661</c:v>
                </c:pt>
                <c:pt idx="20" formatCode="0%">
                  <c:v>0.17987399878769542</c:v>
                </c:pt>
                <c:pt idx="21" formatCode="0%">
                  <c:v>0.14585457908503585</c:v>
                </c:pt>
                <c:pt idx="22" formatCode="0%">
                  <c:v>0.21783096458307352</c:v>
                </c:pt>
                <c:pt idx="24" formatCode="0%">
                  <c:v>0.158531299456842</c:v>
                </c:pt>
                <c:pt idx="25" formatCode="0%">
                  <c:v>0.1935900882494512</c:v>
                </c:pt>
                <c:pt idx="27" formatCode="0%">
                  <c:v>0.11982071253920293</c:v>
                </c:pt>
                <c:pt idx="28" formatCode="0%">
                  <c:v>0.13413032845880765</c:v>
                </c:pt>
                <c:pt idx="29" formatCode="0%">
                  <c:v>0.27535566579690829</c:v>
                </c:pt>
                <c:pt idx="30" formatCode="0%">
                  <c:v>0.22353467205656805</c:v>
                </c:pt>
                <c:pt idx="31" formatCode="0%">
                  <c:v>0.20166019080477843</c:v>
                </c:pt>
                <c:pt idx="32" formatCode="0%">
                  <c:v>0.17929329439659472</c:v>
                </c:pt>
                <c:pt idx="33" formatCode="0%">
                  <c:v>0.1427803236642714</c:v>
                </c:pt>
                <c:pt idx="35" formatCode="0%">
                  <c:v>0.3233018339934472</c:v>
                </c:pt>
                <c:pt idx="36" formatCode="0%">
                  <c:v>7.5555956279261482E-2</c:v>
                </c:pt>
                <c:pt idx="38" formatCode="0%">
                  <c:v>0.37263327548871156</c:v>
                </c:pt>
                <c:pt idx="39" formatCode="0%">
                  <c:v>5.6073356609192077E-2</c:v>
                </c:pt>
                <c:pt idx="40" formatCode="0%">
                  <c:v>2.9682527128629746E-2</c:v>
                </c:pt>
                <c:pt idx="41" formatCode="0%">
                  <c:v>1.1000661091423841E-2</c:v>
                </c:pt>
                <c:pt idx="42" formatCode="0%">
                  <c:v>0.45053440698946445</c:v>
                </c:pt>
                <c:pt idx="43" formatCode="0%">
                  <c:v>0.66397975687059141</c:v>
                </c:pt>
                <c:pt idx="44" formatCode="0%">
                  <c:v>2.1281424558509274E-2</c:v>
                </c:pt>
                <c:pt idx="45" formatCode="0%">
                  <c:v>0.24510982418823107</c:v>
                </c:pt>
                <c:pt idx="46" formatCode="0%">
                  <c:v>0.21430003267613182</c:v>
                </c:pt>
                <c:pt idx="48" formatCode="0%">
                  <c:v>0.32408077756481452</c:v>
                </c:pt>
                <c:pt idx="49" formatCode="0%">
                  <c:v>0.28978437567398818</c:v>
                </c:pt>
                <c:pt idx="50" formatCode="0%">
                  <c:v>0.20782809531818291</c:v>
                </c:pt>
                <c:pt idx="51" formatCode="0%">
                  <c:v>5.8198371983330957E-2</c:v>
                </c:pt>
                <c:pt idx="53" formatCode="0%">
                  <c:v>4.4242287172354386E-2</c:v>
                </c:pt>
                <c:pt idx="54" formatCode="0%">
                  <c:v>8.2229431475820874E-2</c:v>
                </c:pt>
                <c:pt idx="55" formatCode="0%">
                  <c:v>0.2293255413843783</c:v>
                </c:pt>
                <c:pt idx="56" formatCode="0%">
                  <c:v>0.28628636822151365</c:v>
                </c:pt>
                <c:pt idx="58" formatCode="0%">
                  <c:v>4.4681432473943163E-2</c:v>
                </c:pt>
                <c:pt idx="59" formatCode="0%">
                  <c:v>0.13232848218412846</c:v>
                </c:pt>
                <c:pt idx="60" formatCode="0%">
                  <c:v>6.6509261322471078E-2</c:v>
                </c:pt>
                <c:pt idx="61" formatCode="0%">
                  <c:v>0.22486590325689071</c:v>
                </c:pt>
                <c:pt idx="62" formatCode="0%">
                  <c:v>0.285720483111983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Sheet1!$B$173</c:f>
              <c:strCache>
                <c:ptCount val="1"/>
                <c:pt idx="0">
                  <c:v>Nunca lo votaría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Sheet1!$C$169:$BM$169</c:f>
              <c:strCache>
                <c:ptCount val="63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1er Cordon</c:v>
                </c:pt>
                <c:pt idx="20">
                  <c:v>2do Cordon</c:v>
                </c:pt>
                <c:pt idx="21">
                  <c:v>3er Cordon</c:v>
                </c:pt>
                <c:pt idx="22">
                  <c:v>La Matanza</c:v>
                </c:pt>
                <c:pt idx="24">
                  <c:v>CFK</c:v>
                </c:pt>
                <c:pt idx="25">
                  <c:v>AK</c:v>
                </c:pt>
                <c:pt idx="27">
                  <c:v>Almirante Brown</c:v>
                </c:pt>
                <c:pt idx="28">
                  <c:v>Avellaneda</c:v>
                </c:pt>
                <c:pt idx="29">
                  <c:v>Florencio Varela</c:v>
                </c:pt>
                <c:pt idx="30">
                  <c:v>La Matanza</c:v>
                </c:pt>
                <c:pt idx="31">
                  <c:v>Lanús</c:v>
                </c:pt>
                <c:pt idx="32">
                  <c:v>Lomas de Zamora</c:v>
                </c:pt>
                <c:pt idx="33">
                  <c:v>Quilmes</c:v>
                </c:pt>
                <c:pt idx="35">
                  <c:v>Javier Milei</c:v>
                </c:pt>
                <c:pt idx="36">
                  <c:v>Sergio Massa</c:v>
                </c:pt>
                <c:pt idx="38">
                  <c:v>LLA</c:v>
                </c:pt>
                <c:pt idx="39">
                  <c:v>Candidato CFK</c:v>
                </c:pt>
                <c:pt idx="40">
                  <c:v>Candidato AK</c:v>
                </c:pt>
                <c:pt idx="41">
                  <c:v>Candidato PRO </c:v>
                </c:pt>
                <c:pt idx="42">
                  <c:v>Peronismo Federal</c:v>
                </c:pt>
                <c:pt idx="43">
                  <c:v>Candidato Radicalismo</c:v>
                </c:pt>
                <c:pt idx="44">
                  <c:v>Candidato Izquierda</c:v>
                </c:pt>
                <c:pt idx="45">
                  <c:v>Otro</c:v>
                </c:pt>
                <c:pt idx="46">
                  <c:v>No sabe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  <c:pt idx="53">
                  <c:v>Muy buena</c:v>
                </c:pt>
                <c:pt idx="54">
                  <c:v>Buena</c:v>
                </c:pt>
                <c:pt idx="55">
                  <c:v>Mala</c:v>
                </c:pt>
                <c:pt idx="56">
                  <c:v>Muy mala</c:v>
                </c:pt>
                <c:pt idx="58">
                  <c:v>Muy probable</c:v>
                </c:pt>
                <c:pt idx="59">
                  <c:v>Bastante probable</c:v>
                </c:pt>
                <c:pt idx="60">
                  <c:v>No sabe</c:v>
                </c:pt>
                <c:pt idx="61">
                  <c:v>Poco probable</c:v>
                </c:pt>
                <c:pt idx="62">
                  <c:v>Nunca lo votaría</c:v>
                </c:pt>
              </c:strCache>
            </c:strRef>
          </c:cat>
          <c:val>
            <c:numRef>
              <c:f>Sheet1!$C$173:$BM$173</c:f>
              <c:numCache>
                <c:formatCode>General</c:formatCode>
                <c:ptCount val="63"/>
                <c:pt idx="0" formatCode="0%">
                  <c:v>0.54604377718891017</c:v>
                </c:pt>
                <c:pt idx="2" formatCode="0%">
                  <c:v>0.54419661705977007</c:v>
                </c:pt>
                <c:pt idx="3" formatCode="0%">
                  <c:v>0.54787819039280516</c:v>
                </c:pt>
                <c:pt idx="5" formatCode="0%">
                  <c:v>0.50632851761042863</c:v>
                </c:pt>
                <c:pt idx="6" formatCode="0%">
                  <c:v>0.61140228899042948</c:v>
                </c:pt>
                <c:pt idx="7" formatCode="0%">
                  <c:v>0.53437977422629801</c:v>
                </c:pt>
                <c:pt idx="8" formatCode="0%">
                  <c:v>0.51438545249197065</c:v>
                </c:pt>
                <c:pt idx="10" formatCode="0%">
                  <c:v>0.56414025966215098</c:v>
                </c:pt>
                <c:pt idx="11" formatCode="0%">
                  <c:v>0.51135747048028157</c:v>
                </c:pt>
                <c:pt idx="12" formatCode="0%">
                  <c:v>0.58119590307898561</c:v>
                </c:pt>
                <c:pt idx="14" formatCode="0%">
                  <c:v>0.57162758170863792</c:v>
                </c:pt>
                <c:pt idx="15" formatCode="0%">
                  <c:v>0.58026760978158864</c:v>
                </c:pt>
                <c:pt idx="16" formatCode="0%">
                  <c:v>0.46156670012941187</c:v>
                </c:pt>
                <c:pt idx="17" formatCode="0%">
                  <c:v>0.39715085882024909</c:v>
                </c:pt>
                <c:pt idx="19" formatCode="0%">
                  <c:v>0.61147849714699221</c:v>
                </c:pt>
                <c:pt idx="20" formatCode="0%">
                  <c:v>0.52384275494836041</c:v>
                </c:pt>
                <c:pt idx="21" formatCode="0%">
                  <c:v>0.71444682914408519</c:v>
                </c:pt>
                <c:pt idx="22" formatCode="0%">
                  <c:v>0.46765365855279567</c:v>
                </c:pt>
                <c:pt idx="24" formatCode="0%">
                  <c:v>0.57992919613532512</c:v>
                </c:pt>
                <c:pt idx="25" formatCode="0%">
                  <c:v>0.5286729929252707</c:v>
                </c:pt>
                <c:pt idx="27" formatCode="0%">
                  <c:v>0.60898454145954939</c:v>
                </c:pt>
                <c:pt idx="28" formatCode="0%">
                  <c:v>0.64645347208113213</c:v>
                </c:pt>
                <c:pt idx="29" formatCode="0%">
                  <c:v>0.48359926183075402</c:v>
                </c:pt>
                <c:pt idx="30" formatCode="0%">
                  <c:v>0.48200774315373218</c:v>
                </c:pt>
                <c:pt idx="31" formatCode="0%">
                  <c:v>0.66649408525347387</c:v>
                </c:pt>
                <c:pt idx="32" formatCode="0%">
                  <c:v>0.54698330184591337</c:v>
                </c:pt>
                <c:pt idx="33" formatCode="0%">
                  <c:v>0.48592366066202552</c:v>
                </c:pt>
                <c:pt idx="35" formatCode="0%">
                  <c:v>0.23383463834494772</c:v>
                </c:pt>
                <c:pt idx="36" formatCode="0%">
                  <c:v>0.87577731525550151</c:v>
                </c:pt>
                <c:pt idx="38" formatCode="0%">
                  <c:v>0.27265281224064547</c:v>
                </c:pt>
                <c:pt idx="39" formatCode="0%">
                  <c:v>0.91255060290994816</c:v>
                </c:pt>
                <c:pt idx="40" formatCode="0%">
                  <c:v>0.89051415158762892</c:v>
                </c:pt>
                <c:pt idx="41" formatCode="0%">
                  <c:v>6.9323842928866106E-2</c:v>
                </c:pt>
                <c:pt idx="42" formatCode="0%">
                  <c:v>0.42996167247812778</c:v>
                </c:pt>
                <c:pt idx="43" formatCode="0%">
                  <c:v>0.20612599307389071</c:v>
                </c:pt>
                <c:pt idx="44" formatCode="0%">
                  <c:v>0.76125084884245497</c:v>
                </c:pt>
                <c:pt idx="45" formatCode="0%">
                  <c:v>0.51484254824501552</c:v>
                </c:pt>
                <c:pt idx="46" formatCode="0%">
                  <c:v>0.43325534812339661</c:v>
                </c:pt>
                <c:pt idx="48" formatCode="0%">
                  <c:v>0.27481756663359497</c:v>
                </c:pt>
                <c:pt idx="49" formatCode="0%">
                  <c:v>0.16141466845715213</c:v>
                </c:pt>
                <c:pt idx="50" formatCode="0%">
                  <c:v>0.46470442812476553</c:v>
                </c:pt>
                <c:pt idx="51" formatCode="0%">
                  <c:v>0.90437632523751366</c:v>
                </c:pt>
                <c:pt idx="53" formatCode="0%">
                  <c:v>0.92621954622296288</c:v>
                </c:pt>
                <c:pt idx="54" formatCode="0%">
                  <c:v>0.83082424627511064</c:v>
                </c:pt>
                <c:pt idx="55" formatCode="0%">
                  <c:v>0.45396630872926513</c:v>
                </c:pt>
                <c:pt idx="56" formatCode="0%">
                  <c:v>0.25646545103124979</c:v>
                </c:pt>
                <c:pt idx="58" formatCode="0%">
                  <c:v>0.9168650781514196</c:v>
                </c:pt>
                <c:pt idx="59" formatCode="0%">
                  <c:v>0.85204461665028963</c:v>
                </c:pt>
                <c:pt idx="60" formatCode="0%">
                  <c:v>0.40363136798238758</c:v>
                </c:pt>
                <c:pt idx="61" formatCode="0%">
                  <c:v>0.53180919812340077</c:v>
                </c:pt>
                <c:pt idx="62" formatCode="0%">
                  <c:v>0.25884022535276402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Sheet1!$B$174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Sheet1!$C$169:$BM$169</c:f>
              <c:strCache>
                <c:ptCount val="63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1er Cordon</c:v>
                </c:pt>
                <c:pt idx="20">
                  <c:v>2do Cordon</c:v>
                </c:pt>
                <c:pt idx="21">
                  <c:v>3er Cordon</c:v>
                </c:pt>
                <c:pt idx="22">
                  <c:v>La Matanza</c:v>
                </c:pt>
                <c:pt idx="24">
                  <c:v>CFK</c:v>
                </c:pt>
                <c:pt idx="25">
                  <c:v>AK</c:v>
                </c:pt>
                <c:pt idx="27">
                  <c:v>Almirante Brown</c:v>
                </c:pt>
                <c:pt idx="28">
                  <c:v>Avellaneda</c:v>
                </c:pt>
                <c:pt idx="29">
                  <c:v>Florencio Varela</c:v>
                </c:pt>
                <c:pt idx="30">
                  <c:v>La Matanza</c:v>
                </c:pt>
                <c:pt idx="31">
                  <c:v>Lanús</c:v>
                </c:pt>
                <c:pt idx="32">
                  <c:v>Lomas de Zamora</c:v>
                </c:pt>
                <c:pt idx="33">
                  <c:v>Quilmes</c:v>
                </c:pt>
                <c:pt idx="35">
                  <c:v>Javier Milei</c:v>
                </c:pt>
                <c:pt idx="36">
                  <c:v>Sergio Massa</c:v>
                </c:pt>
                <c:pt idx="38">
                  <c:v>LLA</c:v>
                </c:pt>
                <c:pt idx="39">
                  <c:v>Candidato CFK</c:v>
                </c:pt>
                <c:pt idx="40">
                  <c:v>Candidato AK</c:v>
                </c:pt>
                <c:pt idx="41">
                  <c:v>Candidato PRO </c:v>
                </c:pt>
                <c:pt idx="42">
                  <c:v>Peronismo Federal</c:v>
                </c:pt>
                <c:pt idx="43">
                  <c:v>Candidato Radicalismo</c:v>
                </c:pt>
                <c:pt idx="44">
                  <c:v>Candidato Izquierda</c:v>
                </c:pt>
                <c:pt idx="45">
                  <c:v>Otro</c:v>
                </c:pt>
                <c:pt idx="46">
                  <c:v>No sabe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  <c:pt idx="53">
                  <c:v>Muy buena</c:v>
                </c:pt>
                <c:pt idx="54">
                  <c:v>Buena</c:v>
                </c:pt>
                <c:pt idx="55">
                  <c:v>Mala</c:v>
                </c:pt>
                <c:pt idx="56">
                  <c:v>Muy mala</c:v>
                </c:pt>
                <c:pt idx="58">
                  <c:v>Muy probable</c:v>
                </c:pt>
                <c:pt idx="59">
                  <c:v>Bastante probable</c:v>
                </c:pt>
                <c:pt idx="60">
                  <c:v>No sabe</c:v>
                </c:pt>
                <c:pt idx="61">
                  <c:v>Poco probable</c:v>
                </c:pt>
                <c:pt idx="62">
                  <c:v>Nunca lo votaría</c:v>
                </c:pt>
              </c:strCache>
            </c:strRef>
          </c:cat>
          <c:val>
            <c:numRef>
              <c:f>Sheet1!$C$174:$BM$174</c:f>
              <c:numCache>
                <c:formatCode>General</c:formatCode>
                <c:ptCount val="63"/>
                <c:pt idx="0" formatCode="0%">
                  <c:v>7.4389646680549579E-2</c:v>
                </c:pt>
                <c:pt idx="2" formatCode="0%">
                  <c:v>4.3248466583808674E-2</c:v>
                </c:pt>
                <c:pt idx="3" formatCode="0%">
                  <c:v>0.10431929493088798</c:v>
                </c:pt>
                <c:pt idx="5" formatCode="0%">
                  <c:v>7.7917431153931474E-2</c:v>
                </c:pt>
                <c:pt idx="6" formatCode="0%">
                  <c:v>5.3912516133499358E-2</c:v>
                </c:pt>
                <c:pt idx="7" formatCode="0%">
                  <c:v>6.4312215990421709E-2</c:v>
                </c:pt>
                <c:pt idx="8" formatCode="0%">
                  <c:v>0.10844713990991824</c:v>
                </c:pt>
                <c:pt idx="10" formatCode="0%">
                  <c:v>0.11886926282084448</c:v>
                </c:pt>
                <c:pt idx="11" formatCode="0%">
                  <c:v>7.6005882930112623E-2</c:v>
                </c:pt>
                <c:pt idx="12" formatCode="0%">
                  <c:v>3.3747825833441922E-2</c:v>
                </c:pt>
                <c:pt idx="14" formatCode="0%">
                  <c:v>0.11990268269822169</c:v>
                </c:pt>
                <c:pt idx="15" formatCode="0%">
                  <c:v>3.5119607715001881E-2</c:v>
                </c:pt>
                <c:pt idx="16" formatCode="0%">
                  <c:v>7.3650575266994048E-2</c:v>
                </c:pt>
                <c:pt idx="17" formatCode="0%">
                  <c:v>3.5150899189655221E-2</c:v>
                </c:pt>
                <c:pt idx="19" formatCode="0%">
                  <c:v>3.7043729250161903E-2</c:v>
                </c:pt>
                <c:pt idx="20" formatCode="0%">
                  <c:v>0.10389788272386781</c:v>
                </c:pt>
                <c:pt idx="21" formatCode="0%">
                  <c:v>7.4251551537643276E-2</c:v>
                </c:pt>
                <c:pt idx="22" formatCode="0%">
                  <c:v>6.7552868446608738E-2</c:v>
                </c:pt>
                <c:pt idx="24" formatCode="0%">
                  <c:v>8.0637065604802535E-2</c:v>
                </c:pt>
                <c:pt idx="25" formatCode="0%">
                  <c:v>7.1194256480485232E-2</c:v>
                </c:pt>
                <c:pt idx="27" formatCode="0%">
                  <c:v>8.9118418251357953E-2</c:v>
                </c:pt>
                <c:pt idx="28" formatCode="0%">
                  <c:v>3.6757007260241496E-2</c:v>
                </c:pt>
                <c:pt idx="29" formatCode="0%">
                  <c:v>6.9898152133918409E-2</c:v>
                </c:pt>
                <c:pt idx="30" formatCode="0%">
                  <c:v>6.2131159377554118E-2</c:v>
                </c:pt>
                <c:pt idx="31" formatCode="0%">
                  <c:v>4.5253808335687137E-2</c:v>
                </c:pt>
                <c:pt idx="32" formatCode="0%">
                  <c:v>4.2945852000509606E-2</c:v>
                </c:pt>
                <c:pt idx="33" formatCode="0%">
                  <c:v>0.12208840982933224</c:v>
                </c:pt>
                <c:pt idx="35" formatCode="0%">
                  <c:v>6.0400190802256934E-2</c:v>
                </c:pt>
                <c:pt idx="36" formatCode="0%">
                  <c:v>4.3584308490253465E-3</c:v>
                </c:pt>
                <c:pt idx="38" formatCode="0%">
                  <c:v>7.9643714714564592E-2</c:v>
                </c:pt>
                <c:pt idx="39" formatCode="0%">
                  <c:v>2.0185635772713519E-3</c:v>
                </c:pt>
                <c:pt idx="40" formatCode="0%">
                  <c:v>4.5588550560994479E-2</c:v>
                </c:pt>
                <c:pt idx="41" formatCode="0%">
                  <c:v>1.2111313539437167E-2</c:v>
                </c:pt>
                <c:pt idx="42" formatCode="0%">
                  <c:v>7.4143652583699418E-3</c:v>
                </c:pt>
                <c:pt idx="43" formatCode="0%">
                  <c:v>1.3662217959195821E-2</c:v>
                </c:pt>
                <c:pt idx="44" formatCode="0%">
                  <c:v>7.4269464425591805E-2</c:v>
                </c:pt>
                <c:pt idx="45" formatCode="0%">
                  <c:v>0.12588325625129185</c:v>
                </c:pt>
                <c:pt idx="46" formatCode="0%">
                  <c:v>0.27160921514064573</c:v>
                </c:pt>
                <c:pt idx="48" formatCode="0%">
                  <c:v>9.0245745411315109E-2</c:v>
                </c:pt>
                <c:pt idx="49" formatCode="0%">
                  <c:v>7.6409173313817302E-2</c:v>
                </c:pt>
                <c:pt idx="50" formatCode="0%">
                  <c:v>0.16171055369240961</c:v>
                </c:pt>
                <c:pt idx="51" formatCode="0%">
                  <c:v>1.6675464373920725E-2</c:v>
                </c:pt>
                <c:pt idx="53" formatCode="0%">
                  <c:v>9.1513956922499376E-3</c:v>
                </c:pt>
                <c:pt idx="54" formatCode="0%">
                  <c:v>3.8658584711403481E-2</c:v>
                </c:pt>
                <c:pt idx="55" formatCode="0%">
                  <c:v>0.13366097267412452</c:v>
                </c:pt>
                <c:pt idx="56" formatCode="0%">
                  <c:v>8.1162455588847285E-2</c:v>
                </c:pt>
                <c:pt idx="58" formatCode="0%">
                  <c:v>4.2063026218128611E-3</c:v>
                </c:pt>
                <c:pt idx="59" formatCode="0%">
                  <c:v>6.4585918759639009E-3</c:v>
                </c:pt>
                <c:pt idx="60" formatCode="0%">
                  <c:v>0.52185983219034371</c:v>
                </c:pt>
                <c:pt idx="61" formatCode="0%">
                  <c:v>8.6009685844592176E-2</c:v>
                </c:pt>
                <c:pt idx="62" formatCode="0%">
                  <c:v>9.3206548477268822E-2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26654896"/>
        <c:axId val="1626658160"/>
      </c:barChart>
      <c:catAx>
        <c:axId val="162665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n-US"/>
          </a:p>
        </c:txPr>
        <c:crossAx val="1626658160"/>
        <c:crosses val="autoZero"/>
        <c:auto val="1"/>
        <c:lblAlgn val="ctr"/>
        <c:lblOffset val="100"/>
        <c:noMultiLvlLbl val="0"/>
      </c:catAx>
      <c:valAx>
        <c:axId val="162665816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26654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8.815681128094281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Sheet1!$B$42</c:f>
              <c:strCache>
                <c:ptCount val="1"/>
                <c:pt idx="0">
                  <c:v>Clase baja</c:v>
                </c:pt>
              </c:strCache>
            </c:strRef>
          </c:tx>
          <c:spPr>
            <a:solidFill>
              <a:srgbClr val="00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Sheet1!$C$41:$BL$41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&lt; Bs. 1000</c:v>
                </c:pt>
                <c:pt idx="20">
                  <c:v>Bs. 1000 a Bs. 2500</c:v>
                </c:pt>
                <c:pt idx="21">
                  <c:v>Bs. 2500 a Bs. 4000</c:v>
                </c:pt>
                <c:pt idx="22">
                  <c:v>Bs. 4000 a Bs. 7000</c:v>
                </c:pt>
                <c:pt idx="23">
                  <c:v>&gt;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MAS</c:v>
                </c:pt>
                <c:pt idx="57">
                  <c:v>EVO Pueblo</c:v>
                </c:pt>
                <c:pt idx="58">
                  <c:v>Alianza opositora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Sheet1!$C$42:$BL$42</c:f>
              <c:numCache>
                <c:formatCode>General</c:formatCode>
                <c:ptCount val="62"/>
                <c:pt idx="0" formatCode="0%">
                  <c:v>8.3303070207606245E-2</c:v>
                </c:pt>
                <c:pt idx="2" formatCode="0%">
                  <c:v>7.8157726707019703E-2</c:v>
                </c:pt>
                <c:pt idx="3" formatCode="0%">
                  <c:v>9.074170981040286E-2</c:v>
                </c:pt>
                <c:pt idx="5" formatCode="0%">
                  <c:v>3.0206921380470639E-2</c:v>
                </c:pt>
                <c:pt idx="6" formatCode="0%">
                  <c:v>0.15623369198248399</c:v>
                </c:pt>
                <c:pt idx="7" formatCode="0%">
                  <c:v>0.12966830259715401</c:v>
                </c:pt>
                <c:pt idx="8" formatCode="0%">
                  <c:v>2.8238064416130169E-2</c:v>
                </c:pt>
                <c:pt idx="10" formatCode="0%">
                  <c:v>0.16584915692657079</c:v>
                </c:pt>
                <c:pt idx="11" formatCode="0%">
                  <c:v>0.1001805429560076</c:v>
                </c:pt>
                <c:pt idx="12" formatCode="0%">
                  <c:v>3.4868395492049141E-2</c:v>
                </c:pt>
                <c:pt idx="14" formatCode="0%">
                  <c:v>1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</c:v>
                </c:pt>
                <c:pt idx="19" formatCode="0%">
                  <c:v>0.37602978874959059</c:v>
                </c:pt>
                <c:pt idx="20" formatCode="0%">
                  <c:v>9.52564065967553E-2</c:v>
                </c:pt>
                <c:pt idx="21" formatCode="0%">
                  <c:v>2.0325956233757349E-2</c:v>
                </c:pt>
                <c:pt idx="22" formatCode="0%">
                  <c:v>2.7512372884727972E-2</c:v>
                </c:pt>
                <c:pt idx="23" formatCode="0%">
                  <c:v>2.656338787639323E-3</c:v>
                </c:pt>
                <c:pt idx="25" formatCode="0%">
                  <c:v>4.2500869910077649E-2</c:v>
                </c:pt>
                <c:pt idx="26" formatCode="0%">
                  <c:v>4.8838732363429047E-2</c:v>
                </c:pt>
                <c:pt idx="27" formatCode="0%">
                  <c:v>0.1690201190170243</c:v>
                </c:pt>
                <c:pt idx="28" formatCode="0%">
                  <c:v>0.1656266591265938</c:v>
                </c:pt>
                <c:pt idx="29" formatCode="0%">
                  <c:v>6.0746471098008847E-2</c:v>
                </c:pt>
                <c:pt idx="31" formatCode="0%">
                  <c:v>5.0267198568756957E-2</c:v>
                </c:pt>
                <c:pt idx="32" formatCode="0%">
                  <c:v>0.1007535970495201</c:v>
                </c:pt>
                <c:pt idx="33" formatCode="0%">
                  <c:v>5.4648016479828247E-2</c:v>
                </c:pt>
                <c:pt idx="34" formatCode="0%">
                  <c:v>0.1169523708258102</c:v>
                </c:pt>
                <c:pt idx="36" formatCode="0%">
                  <c:v>8.1529916334973598E-2</c:v>
                </c:pt>
                <c:pt idx="37" formatCode="0%">
                  <c:v>7.6258678888063425E-2</c:v>
                </c:pt>
                <c:pt idx="38" formatCode="0%">
                  <c:v>9.0471386109522947E-2</c:v>
                </c:pt>
                <c:pt idx="40" formatCode="0%">
                  <c:v>6.5541205370357E-2</c:v>
                </c:pt>
                <c:pt idx="41" formatCode="0%">
                  <c:v>0.15746216782161199</c:v>
                </c:pt>
                <c:pt idx="43" formatCode="0%">
                  <c:v>4.2043266734342458E-2</c:v>
                </c:pt>
                <c:pt idx="44" formatCode="0%">
                  <c:v>4.7343423482576101E-3</c:v>
                </c:pt>
                <c:pt idx="45" formatCode="0%">
                  <c:v>0.1052434670326519</c:v>
                </c:pt>
                <c:pt idx="46" formatCode="0%">
                  <c:v>9.6881375299050027E-2</c:v>
                </c:pt>
                <c:pt idx="47" formatCode="0%">
                  <c:v>0.1418784978268538</c:v>
                </c:pt>
                <c:pt idx="49" formatCode="0%">
                  <c:v>0.1057842734003677</c:v>
                </c:pt>
                <c:pt idx="50" formatCode="0%">
                  <c:v>8.7271220646334288E-2</c:v>
                </c:pt>
                <c:pt idx="51" formatCode="0%">
                  <c:v>0</c:v>
                </c:pt>
                <c:pt idx="52" formatCode="0%">
                  <c:v>9.6121811818601008E-3</c:v>
                </c:pt>
                <c:pt idx="53" formatCode="0%">
                  <c:v>3.8088306832329027E-2</c:v>
                </c:pt>
                <c:pt idx="54" formatCode="0%">
                  <c:v>7.0049839389644125E-2</c:v>
                </c:pt>
                <c:pt idx="56" formatCode="0%">
                  <c:v>0.1100402721556672</c:v>
                </c:pt>
                <c:pt idx="57" formatCode="0%">
                  <c:v>0.12561091505683469</c:v>
                </c:pt>
                <c:pt idx="58" formatCode="0%">
                  <c:v>2.0482571471869319E-2</c:v>
                </c:pt>
                <c:pt idx="59" formatCode="0%">
                  <c:v>1.59938389085756E-2</c:v>
                </c:pt>
                <c:pt idx="60" formatCode="0%">
                  <c:v>9.0681446557262124E-2</c:v>
                </c:pt>
                <c:pt idx="61" formatCode="0%">
                  <c:v>0.1184472285540271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471-4877-9C25-94C78B8BE14F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Clase media baja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Sheet1!$C$41:$BL$41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&lt; Bs. 1000</c:v>
                </c:pt>
                <c:pt idx="20">
                  <c:v>Bs. 1000 a Bs. 2500</c:v>
                </c:pt>
                <c:pt idx="21">
                  <c:v>Bs. 2500 a Bs. 4000</c:v>
                </c:pt>
                <c:pt idx="22">
                  <c:v>Bs. 4000 a Bs. 7000</c:v>
                </c:pt>
                <c:pt idx="23">
                  <c:v>&gt;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MAS</c:v>
                </c:pt>
                <c:pt idx="57">
                  <c:v>EVO Pueblo</c:v>
                </c:pt>
                <c:pt idx="58">
                  <c:v>Alianza opositora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Sheet1!$C$43:$BL$43</c:f>
              <c:numCache>
                <c:formatCode>General</c:formatCode>
                <c:ptCount val="62"/>
                <c:pt idx="0" formatCode="0%">
                  <c:v>0.21619940776425231</c:v>
                </c:pt>
                <c:pt idx="2" formatCode="0%">
                  <c:v>0.26699707833186198</c:v>
                </c:pt>
                <c:pt idx="3" formatCode="0%">
                  <c:v>0.1668376077711041</c:v>
                </c:pt>
                <c:pt idx="5" formatCode="0%">
                  <c:v>0.22555037547064741</c:v>
                </c:pt>
                <c:pt idx="6" formatCode="0%">
                  <c:v>0.23729121738854719</c:v>
                </c:pt>
                <c:pt idx="7" formatCode="0%">
                  <c:v>0.25751432322793211</c:v>
                </c:pt>
                <c:pt idx="8" formatCode="0%">
                  <c:v>0.1015619899351556</c:v>
                </c:pt>
                <c:pt idx="10" formatCode="0%">
                  <c:v>0.28105234207912377</c:v>
                </c:pt>
                <c:pt idx="11" formatCode="0%">
                  <c:v>0.20572384764170051</c:v>
                </c:pt>
                <c:pt idx="12" formatCode="0%">
                  <c:v>0.20762971776840969</c:v>
                </c:pt>
                <c:pt idx="14" formatCode="0%">
                  <c:v>0</c:v>
                </c:pt>
                <c:pt idx="15" formatCode="0%">
                  <c:v>1</c:v>
                </c:pt>
                <c:pt idx="16" formatCode="0%">
                  <c:v>0</c:v>
                </c:pt>
                <c:pt idx="17" formatCode="0%">
                  <c:v>0</c:v>
                </c:pt>
                <c:pt idx="19" formatCode="0%">
                  <c:v>0.1780283172159571</c:v>
                </c:pt>
                <c:pt idx="20" formatCode="0%">
                  <c:v>0.30281989985479629</c:v>
                </c:pt>
                <c:pt idx="21" formatCode="0%">
                  <c:v>0.35445294189772431</c:v>
                </c:pt>
                <c:pt idx="22" formatCode="0%">
                  <c:v>0.117032042914424</c:v>
                </c:pt>
                <c:pt idx="23" formatCode="0%">
                  <c:v>3.6238679219766569E-2</c:v>
                </c:pt>
                <c:pt idx="25" formatCode="0%">
                  <c:v>6.1930270748556768E-2</c:v>
                </c:pt>
                <c:pt idx="26" formatCode="0%">
                  <c:v>0.23070776631364559</c:v>
                </c:pt>
                <c:pt idx="27" formatCode="0%">
                  <c:v>0.23038224364281201</c:v>
                </c:pt>
                <c:pt idx="28" formatCode="0%">
                  <c:v>0.27471441523340939</c:v>
                </c:pt>
                <c:pt idx="29" formatCode="0%">
                  <c:v>0.2108184236815325</c:v>
                </c:pt>
                <c:pt idx="31" formatCode="0%">
                  <c:v>0.21439786730362839</c:v>
                </c:pt>
                <c:pt idx="32" formatCode="0%">
                  <c:v>0.27337774631663042</c:v>
                </c:pt>
                <c:pt idx="33" formatCode="0%">
                  <c:v>0.1330894853269349</c:v>
                </c:pt>
                <c:pt idx="34" formatCode="0%">
                  <c:v>0.21025219114560709</c:v>
                </c:pt>
                <c:pt idx="36" formatCode="0%">
                  <c:v>0.2303740731373238</c:v>
                </c:pt>
                <c:pt idx="37" formatCode="0%">
                  <c:v>0.14099697840282349</c:v>
                </c:pt>
                <c:pt idx="38" formatCode="0%">
                  <c:v>0.25972297766416319</c:v>
                </c:pt>
                <c:pt idx="40" formatCode="0%">
                  <c:v>0.20225658988723411</c:v>
                </c:pt>
                <c:pt idx="41" formatCode="0%">
                  <c:v>0.27720092132808682</c:v>
                </c:pt>
                <c:pt idx="43" formatCode="0%">
                  <c:v>0.2365733612176471</c:v>
                </c:pt>
                <c:pt idx="44" formatCode="0%">
                  <c:v>0.2405396464360029</c:v>
                </c:pt>
                <c:pt idx="45" formatCode="0%">
                  <c:v>0.27561942225576858</c:v>
                </c:pt>
                <c:pt idx="46" formatCode="0%">
                  <c:v>0.18243924128816141</c:v>
                </c:pt>
                <c:pt idx="47" formatCode="0%">
                  <c:v>0.1185466367934814</c:v>
                </c:pt>
                <c:pt idx="49" formatCode="0%">
                  <c:v>0.20134764327887561</c:v>
                </c:pt>
                <c:pt idx="50" formatCode="0%">
                  <c:v>8.6664241728209551E-2</c:v>
                </c:pt>
                <c:pt idx="51" formatCode="0%">
                  <c:v>0.17886825442628421</c:v>
                </c:pt>
                <c:pt idx="52" formatCode="0%">
                  <c:v>0.52157491745747209</c:v>
                </c:pt>
                <c:pt idx="53" formatCode="0%">
                  <c:v>0.28778577024186558</c:v>
                </c:pt>
                <c:pt idx="54" formatCode="0%">
                  <c:v>0.21932332780314159</c:v>
                </c:pt>
                <c:pt idx="56" formatCode="0%">
                  <c:v>0.21364381376474159</c:v>
                </c:pt>
                <c:pt idx="57" formatCode="0%">
                  <c:v>9.5804307916835155E-2</c:v>
                </c:pt>
                <c:pt idx="58" formatCode="0%">
                  <c:v>0.27082794037799318</c:v>
                </c:pt>
                <c:pt idx="59" formatCode="0%">
                  <c:v>0.18927891465033131</c:v>
                </c:pt>
                <c:pt idx="60" formatCode="0%">
                  <c:v>0.26892962001267517</c:v>
                </c:pt>
                <c:pt idx="61" formatCode="0%">
                  <c:v>0.19716360787370241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471-4877-9C25-94C78B8BE14F}"/>
            </c:ext>
          </c:extLst>
        </c:ser>
        <c:ser>
          <c:idx val="2"/>
          <c:order val="2"/>
          <c:tx>
            <c:strRef>
              <c:f>Sheet1!$B$44</c:f>
              <c:strCache>
                <c:ptCount val="1"/>
                <c:pt idx="0">
                  <c:v>Clase media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Sheet1!$C$41:$BL$41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&lt; Bs. 1000</c:v>
                </c:pt>
                <c:pt idx="20">
                  <c:v>Bs. 1000 a Bs. 2500</c:v>
                </c:pt>
                <c:pt idx="21">
                  <c:v>Bs. 2500 a Bs. 4000</c:v>
                </c:pt>
                <c:pt idx="22">
                  <c:v>Bs. 4000 a Bs. 7000</c:v>
                </c:pt>
                <c:pt idx="23">
                  <c:v>&gt;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MAS</c:v>
                </c:pt>
                <c:pt idx="57">
                  <c:v>EVO Pueblo</c:v>
                </c:pt>
                <c:pt idx="58">
                  <c:v>Alianza opositora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Sheet1!$C$44:$BL$44</c:f>
              <c:numCache>
                <c:formatCode>General</c:formatCode>
                <c:ptCount val="62"/>
                <c:pt idx="0" formatCode="0%">
                  <c:v>0.48252729212867052</c:v>
                </c:pt>
                <c:pt idx="2" formatCode="0%">
                  <c:v>0.45887971314076409</c:v>
                </c:pt>
                <c:pt idx="3" formatCode="0%">
                  <c:v>0.51502159228991451</c:v>
                </c:pt>
                <c:pt idx="5" formatCode="0%">
                  <c:v>0.4665242144895308</c:v>
                </c:pt>
                <c:pt idx="6" formatCode="0%">
                  <c:v>0.45478302562490669</c:v>
                </c:pt>
                <c:pt idx="7" formatCode="0%">
                  <c:v>0.47672162885675079</c:v>
                </c:pt>
                <c:pt idx="8" formatCode="0%">
                  <c:v>0.57960490569449463</c:v>
                </c:pt>
                <c:pt idx="10" formatCode="0%">
                  <c:v>0.26862906245883139</c:v>
                </c:pt>
                <c:pt idx="11" formatCode="0%">
                  <c:v>0.47957193042120932</c:v>
                </c:pt>
                <c:pt idx="12" formatCode="0%">
                  <c:v>0.55738038957276226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1</c:v>
                </c:pt>
                <c:pt idx="17" formatCode="0%">
                  <c:v>0</c:v>
                </c:pt>
                <c:pt idx="19" formatCode="0%">
                  <c:v>0.17955607504369861</c:v>
                </c:pt>
                <c:pt idx="20" formatCode="0%">
                  <c:v>0.40929292766010872</c:v>
                </c:pt>
                <c:pt idx="21" formatCode="0%">
                  <c:v>0.55505725453458077</c:v>
                </c:pt>
                <c:pt idx="22" formatCode="0%">
                  <c:v>0.72485876636394242</c:v>
                </c:pt>
                <c:pt idx="23" formatCode="0%">
                  <c:v>0.50373369125023648</c:v>
                </c:pt>
                <c:pt idx="25" formatCode="0%">
                  <c:v>0.47800531664169682</c:v>
                </c:pt>
                <c:pt idx="26" formatCode="0%">
                  <c:v>0.55262303572401628</c:v>
                </c:pt>
                <c:pt idx="27" formatCode="0%">
                  <c:v>0.36823143032214578</c:v>
                </c:pt>
                <c:pt idx="28" formatCode="0%">
                  <c:v>0.38611030622414722</c:v>
                </c:pt>
                <c:pt idx="29" formatCode="0%">
                  <c:v>0.46753237258118302</c:v>
                </c:pt>
                <c:pt idx="31" formatCode="0%">
                  <c:v>0.54166227197786376</c:v>
                </c:pt>
                <c:pt idx="32" formatCode="0%">
                  <c:v>0.46163685847985653</c:v>
                </c:pt>
                <c:pt idx="33" formatCode="0%">
                  <c:v>0.55878922702031941</c:v>
                </c:pt>
                <c:pt idx="34" formatCode="0%">
                  <c:v>0.39437370614445821</c:v>
                </c:pt>
                <c:pt idx="36" formatCode="0%">
                  <c:v>0.4825590841153431</c:v>
                </c:pt>
                <c:pt idx="37" formatCode="0%">
                  <c:v>0.50035286426089198</c:v>
                </c:pt>
                <c:pt idx="38" formatCode="0%">
                  <c:v>0.46882949319294631</c:v>
                </c:pt>
                <c:pt idx="40" formatCode="0%">
                  <c:v>0.53340289652233863</c:v>
                </c:pt>
                <c:pt idx="41" formatCode="0%">
                  <c:v>0.34352423088771261</c:v>
                </c:pt>
                <c:pt idx="43" formatCode="0%">
                  <c:v>0.45811156604301911</c:v>
                </c:pt>
                <c:pt idx="44" formatCode="0%">
                  <c:v>0.58323427897336289</c:v>
                </c:pt>
                <c:pt idx="45" formatCode="0%">
                  <c:v>0.49973095812035428</c:v>
                </c:pt>
                <c:pt idx="46" formatCode="0%">
                  <c:v>0.52487160922805187</c:v>
                </c:pt>
                <c:pt idx="47" formatCode="0%">
                  <c:v>0.61988108783568996</c:v>
                </c:pt>
                <c:pt idx="49" formatCode="0%">
                  <c:v>0.45272039234374672</c:v>
                </c:pt>
                <c:pt idx="50" formatCode="0%">
                  <c:v>0.57680372672460012</c:v>
                </c:pt>
                <c:pt idx="51" formatCode="0%">
                  <c:v>0.41320686178899729</c:v>
                </c:pt>
                <c:pt idx="52" formatCode="0%">
                  <c:v>0.29885096516314952</c:v>
                </c:pt>
                <c:pt idx="53" formatCode="0%">
                  <c:v>0.33978293366697149</c:v>
                </c:pt>
                <c:pt idx="54" formatCode="0%">
                  <c:v>0.56502821898109434</c:v>
                </c:pt>
                <c:pt idx="56" formatCode="0%">
                  <c:v>0.59172650650989533</c:v>
                </c:pt>
                <c:pt idx="57" formatCode="0%">
                  <c:v>0.49838810139111872</c:v>
                </c:pt>
                <c:pt idx="58" formatCode="0%">
                  <c:v>0.508735501596141</c:v>
                </c:pt>
                <c:pt idx="59" formatCode="0%">
                  <c:v>0.57204773920365348</c:v>
                </c:pt>
                <c:pt idx="60" formatCode="0%">
                  <c:v>0.44221278803527692</c:v>
                </c:pt>
                <c:pt idx="61" formatCode="0%">
                  <c:v>0.43773031064096413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471-4877-9C25-94C78B8BE14F}"/>
            </c:ext>
          </c:extLst>
        </c:ser>
        <c:ser>
          <c:idx val="3"/>
          <c:order val="3"/>
          <c:tx>
            <c:strRef>
              <c:f>Sheet1!$B$45</c:f>
              <c:strCache>
                <c:ptCount val="1"/>
                <c:pt idx="0">
                  <c:v>Clase media alta</c:v>
                </c:pt>
              </c:strCache>
            </c:strRef>
          </c:tx>
          <c:spPr>
            <a:solidFill>
              <a:srgbClr val="BF203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Sheet1!$C$41:$BL$41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&lt; Bs. 1000</c:v>
                </c:pt>
                <c:pt idx="20">
                  <c:v>Bs. 1000 a Bs. 2500</c:v>
                </c:pt>
                <c:pt idx="21">
                  <c:v>Bs. 2500 a Bs. 4000</c:v>
                </c:pt>
                <c:pt idx="22">
                  <c:v>Bs. 4000 a Bs. 7000</c:v>
                </c:pt>
                <c:pt idx="23">
                  <c:v>&gt;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MAS</c:v>
                </c:pt>
                <c:pt idx="57">
                  <c:v>EVO Pueblo</c:v>
                </c:pt>
                <c:pt idx="58">
                  <c:v>Alianza opositora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Sheet1!$C$45:$BL$45</c:f>
              <c:numCache>
                <c:formatCode>General</c:formatCode>
                <c:ptCount val="62"/>
                <c:pt idx="0" formatCode="0%">
                  <c:v>0.1160007701500966</c:v>
                </c:pt>
                <c:pt idx="2" formatCode="0%">
                  <c:v>0.1066652740693991</c:v>
                </c:pt>
                <c:pt idx="3" formatCode="0%">
                  <c:v>0.12902374320903259</c:v>
                </c:pt>
                <c:pt idx="5" formatCode="0%">
                  <c:v>0.16255485720609231</c:v>
                </c:pt>
                <c:pt idx="6" formatCode="0%">
                  <c:v>6.5316043841163546E-2</c:v>
                </c:pt>
                <c:pt idx="7" formatCode="0%">
                  <c:v>9.0991319985402636E-2</c:v>
                </c:pt>
                <c:pt idx="8" formatCode="0%">
                  <c:v>0.1204948979596657</c:v>
                </c:pt>
                <c:pt idx="10" formatCode="0%">
                  <c:v>0</c:v>
                </c:pt>
                <c:pt idx="11" formatCode="0%">
                  <c:v>0.1132240471996178</c:v>
                </c:pt>
                <c:pt idx="12" formatCode="0%">
                  <c:v>0.15805319535162199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0.7977489757888242</c:v>
                </c:pt>
                <c:pt idx="19" formatCode="0%">
                  <c:v>3.6614049389358201E-2</c:v>
                </c:pt>
                <c:pt idx="20" formatCode="0%">
                  <c:v>7.1727673578301052E-2</c:v>
                </c:pt>
                <c:pt idx="21" formatCode="0%">
                  <c:v>5.0213121800450088E-2</c:v>
                </c:pt>
                <c:pt idx="22" formatCode="0%">
                  <c:v>0.106790899623368</c:v>
                </c:pt>
                <c:pt idx="23" formatCode="0%">
                  <c:v>0.40137309210571032</c:v>
                </c:pt>
                <c:pt idx="25" formatCode="0%">
                  <c:v>0.2705477238644427</c:v>
                </c:pt>
                <c:pt idx="26" formatCode="0%">
                  <c:v>0.11912557963975</c:v>
                </c:pt>
                <c:pt idx="27" formatCode="0%">
                  <c:v>9.9095905096447112E-2</c:v>
                </c:pt>
                <c:pt idx="28" formatCode="0%">
                  <c:v>5.2159720141259899E-2</c:v>
                </c:pt>
                <c:pt idx="29" formatCode="0%">
                  <c:v>7.5389835304472491E-2</c:v>
                </c:pt>
                <c:pt idx="31" formatCode="0%">
                  <c:v>0.14561692293392511</c:v>
                </c:pt>
                <c:pt idx="32" formatCode="0%">
                  <c:v>0.10242484200167</c:v>
                </c:pt>
                <c:pt idx="33" formatCode="0%">
                  <c:v>0.15974298015453009</c:v>
                </c:pt>
                <c:pt idx="34" formatCode="0%">
                  <c:v>7.1597962642548127E-2</c:v>
                </c:pt>
                <c:pt idx="36" formatCode="0%">
                  <c:v>0.1143548441366681</c:v>
                </c:pt>
                <c:pt idx="37" formatCode="0%">
                  <c:v>0.14632047216514041</c:v>
                </c:pt>
                <c:pt idx="38" formatCode="0%">
                  <c:v>9.4396795787482599E-2</c:v>
                </c:pt>
                <c:pt idx="40" formatCode="0%">
                  <c:v>0.13701105250055601</c:v>
                </c:pt>
                <c:pt idx="41" formatCode="0%">
                  <c:v>3.6239594682118063E-2</c:v>
                </c:pt>
                <c:pt idx="43" formatCode="0%">
                  <c:v>0.15411683829978831</c:v>
                </c:pt>
                <c:pt idx="44" formatCode="0%">
                  <c:v>0.13688901340124021</c:v>
                </c:pt>
                <c:pt idx="45" formatCode="0%">
                  <c:v>0.1034011994794891</c:v>
                </c:pt>
                <c:pt idx="46" formatCode="0%">
                  <c:v>0.13948133100971261</c:v>
                </c:pt>
                <c:pt idx="47" formatCode="0%">
                  <c:v>5.4088946254086008E-2</c:v>
                </c:pt>
                <c:pt idx="49" formatCode="0%">
                  <c:v>0.13736266579495951</c:v>
                </c:pt>
                <c:pt idx="50" formatCode="0%">
                  <c:v>2.5259271379670139E-2</c:v>
                </c:pt>
                <c:pt idx="51" formatCode="0%">
                  <c:v>9.3978423738350761E-2</c:v>
                </c:pt>
                <c:pt idx="52" formatCode="0%">
                  <c:v>0.16103402398698749</c:v>
                </c:pt>
                <c:pt idx="53" formatCode="0%">
                  <c:v>0.25737784028704103</c:v>
                </c:pt>
                <c:pt idx="54" formatCode="0%">
                  <c:v>8.2266003257267559E-2</c:v>
                </c:pt>
                <c:pt idx="56" formatCode="0%">
                  <c:v>3.4654802717451028E-2</c:v>
                </c:pt>
                <c:pt idx="57" formatCode="0%">
                  <c:v>4.2103105974554383E-2</c:v>
                </c:pt>
                <c:pt idx="58" formatCode="0%">
                  <c:v>0.15224956211230981</c:v>
                </c:pt>
                <c:pt idx="59" formatCode="0%">
                  <c:v>3.6433037324284323E-2</c:v>
                </c:pt>
                <c:pt idx="60" formatCode="0%">
                  <c:v>0.15051592647441711</c:v>
                </c:pt>
                <c:pt idx="61" formatCode="0%">
                  <c:v>0.13285814951255079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471-4877-9C25-94C78B8BE14F}"/>
            </c:ext>
          </c:extLst>
        </c:ser>
        <c:ser>
          <c:idx val="4"/>
          <c:order val="4"/>
          <c:tx>
            <c:strRef>
              <c:f>Sheet1!$B$46</c:f>
              <c:strCache>
                <c:ptCount val="1"/>
                <c:pt idx="0">
                  <c:v>Clase alta</c:v>
                </c:pt>
              </c:strCache>
            </c:strRef>
          </c:tx>
          <c:spPr>
            <a:solidFill>
              <a:srgbClr val="E8563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Sheet1!$C$41:$BL$41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&lt; Bs. 1000</c:v>
                </c:pt>
                <c:pt idx="20">
                  <c:v>Bs. 1000 a Bs. 2500</c:v>
                </c:pt>
                <c:pt idx="21">
                  <c:v>Bs. 2500 a Bs. 4000</c:v>
                </c:pt>
                <c:pt idx="22">
                  <c:v>Bs. 4000 a Bs. 7000</c:v>
                </c:pt>
                <c:pt idx="23">
                  <c:v>&gt;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MAS</c:v>
                </c:pt>
                <c:pt idx="57">
                  <c:v>EVO Pueblo</c:v>
                </c:pt>
                <c:pt idx="58">
                  <c:v>Alianza opositora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Sheet1!$C$46:$BL$46</c:f>
              <c:numCache>
                <c:formatCode>General</c:formatCode>
                <c:ptCount val="62"/>
                <c:pt idx="0" formatCode="0%">
                  <c:v>2.9409344648726621E-2</c:v>
                </c:pt>
                <c:pt idx="2" formatCode="0%">
                  <c:v>1.5314121136931961E-2</c:v>
                </c:pt>
                <c:pt idx="3" formatCode="0%">
                  <c:v>2.8001105154041351E-2</c:v>
                </c:pt>
                <c:pt idx="5" formatCode="0%">
                  <c:v>3.84859510486322E-2</c:v>
                </c:pt>
                <c:pt idx="6" formatCode="0%">
                  <c:v>2.0125038697001228E-3</c:v>
                </c:pt>
                <c:pt idx="7" formatCode="0%">
                  <c:v>5.8423561340809468E-3</c:v>
                </c:pt>
                <c:pt idx="8" formatCode="0%">
                  <c:v>8.5559840956363875E-2</c:v>
                </c:pt>
                <c:pt idx="10" formatCode="0%">
                  <c:v>6.3858300908055221E-2</c:v>
                </c:pt>
                <c:pt idx="11" formatCode="0%">
                  <c:v>3.2575074712541813E-2</c:v>
                </c:pt>
                <c:pt idx="12" formatCode="0%">
                  <c:v>1.401290172763045E-2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0.20225102421117561</c:v>
                </c:pt>
                <c:pt idx="19" formatCode="0%">
                  <c:v>8.0893732241821545E-2</c:v>
                </c:pt>
                <c:pt idx="20" formatCode="0%">
                  <c:v>4.5305622538663208E-2</c:v>
                </c:pt>
                <c:pt idx="21" formatCode="0%">
                  <c:v>1.2570791056004079E-2</c:v>
                </c:pt>
                <c:pt idx="22" formatCode="0%">
                  <c:v>4.4518383542807389E-3</c:v>
                </c:pt>
                <c:pt idx="23" formatCode="0%">
                  <c:v>4.1154494219562021E-2</c:v>
                </c:pt>
                <c:pt idx="25" formatCode="0%">
                  <c:v>6.2173609582210583E-2</c:v>
                </c:pt>
                <c:pt idx="26" formatCode="0%">
                  <c:v>8.0765414483552067E-3</c:v>
                </c:pt>
                <c:pt idx="27" formatCode="0%">
                  <c:v>6.6056688772506963E-2</c:v>
                </c:pt>
                <c:pt idx="28" formatCode="0%">
                  <c:v>0</c:v>
                </c:pt>
                <c:pt idx="29" formatCode="0%">
                  <c:v>6.0243884607938121E-2</c:v>
                </c:pt>
                <c:pt idx="31" formatCode="0%">
                  <c:v>9.7297231889313153E-4</c:v>
                </c:pt>
                <c:pt idx="32" formatCode="0%">
                  <c:v>1.385923037835448E-2</c:v>
                </c:pt>
                <c:pt idx="33" formatCode="0%">
                  <c:v>8.1165649542561627E-2</c:v>
                </c:pt>
                <c:pt idx="34" formatCode="0%">
                  <c:v>4.1345181489708158E-2</c:v>
                </c:pt>
                <c:pt idx="36" formatCode="0%">
                  <c:v>5.9383423143600598E-3</c:v>
                </c:pt>
                <c:pt idx="37" formatCode="0%">
                  <c:v>5.1608485230929847E-2</c:v>
                </c:pt>
                <c:pt idx="38" formatCode="0%">
                  <c:v>3.5788781286951753E-2</c:v>
                </c:pt>
                <c:pt idx="40" formatCode="0%">
                  <c:v>1.387504967992681E-2</c:v>
                </c:pt>
                <c:pt idx="41" formatCode="0%">
                  <c:v>1.392240097591636E-2</c:v>
                </c:pt>
                <c:pt idx="43" formatCode="0%">
                  <c:v>3.8526225239709319E-2</c:v>
                </c:pt>
                <c:pt idx="44" formatCode="0%">
                  <c:v>3.1263613903590323E-2</c:v>
                </c:pt>
                <c:pt idx="45" formatCode="0%">
                  <c:v>5.8495008073178693E-3</c:v>
                </c:pt>
                <c:pt idx="46" formatCode="0%">
                  <c:v>2.987207641211103E-2</c:v>
                </c:pt>
                <c:pt idx="47" formatCode="0%">
                  <c:v>1.436860829228803E-2</c:v>
                </c:pt>
                <c:pt idx="49" formatCode="0%">
                  <c:v>2.429534560043636E-2</c:v>
                </c:pt>
                <c:pt idx="50" formatCode="0%">
                  <c:v>0.1181046270796912</c:v>
                </c:pt>
                <c:pt idx="51" formatCode="0%">
                  <c:v>1.150521640180038E-2</c:v>
                </c:pt>
                <c:pt idx="52" formatCode="0%">
                  <c:v>0</c:v>
                </c:pt>
                <c:pt idx="53" formatCode="0%">
                  <c:v>7.6965148971792907E-2</c:v>
                </c:pt>
                <c:pt idx="54" formatCode="0%">
                  <c:v>1.239921139885717E-2</c:v>
                </c:pt>
                <c:pt idx="56" formatCode="0%">
                  <c:v>2.7055633558160781E-2</c:v>
                </c:pt>
                <c:pt idx="57" formatCode="0%">
                  <c:v>1.7317641741980808E-2</c:v>
                </c:pt>
                <c:pt idx="58" formatCode="0%">
                  <c:v>2.6703010033927811E-2</c:v>
                </c:pt>
                <c:pt idx="59" formatCode="0%">
                  <c:v>0.1771666263110748</c:v>
                </c:pt>
                <c:pt idx="60" formatCode="0%">
                  <c:v>3.4193528240136712E-3</c:v>
                </c:pt>
                <c:pt idx="61" formatCode="0%">
                  <c:v>3.8050243885767408E-2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471-4877-9C25-94C78B8BE14F}"/>
            </c:ext>
          </c:extLst>
        </c:ser>
        <c:ser>
          <c:idx val="5"/>
          <c:order val="5"/>
          <c:tx>
            <c:strRef>
              <c:f>Sheet1!$B$47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Sheet1!$C$41:$BL$41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&lt; Bs. 1000</c:v>
                </c:pt>
                <c:pt idx="20">
                  <c:v>Bs. 1000 a Bs. 2500</c:v>
                </c:pt>
                <c:pt idx="21">
                  <c:v>Bs. 2500 a Bs. 4000</c:v>
                </c:pt>
                <c:pt idx="22">
                  <c:v>Bs. 4000 a Bs. 7000</c:v>
                </c:pt>
                <c:pt idx="23">
                  <c:v>&gt;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MAS</c:v>
                </c:pt>
                <c:pt idx="57">
                  <c:v>EVO Pueblo</c:v>
                </c:pt>
                <c:pt idx="58">
                  <c:v>Alianza opositora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Sheet1!$C$47:$BL$47</c:f>
              <c:numCache>
                <c:formatCode>General</c:formatCode>
                <c:ptCount val="62"/>
                <c:pt idx="0" formatCode="0%">
                  <c:v>7.2560115100649358E-2</c:v>
                </c:pt>
                <c:pt idx="2" formatCode="0%">
                  <c:v>7.3986086614021701E-2</c:v>
                </c:pt>
                <c:pt idx="3" formatCode="0%">
                  <c:v>7.0374241765504261E-2</c:v>
                </c:pt>
                <c:pt idx="5" formatCode="0%">
                  <c:v>7.6677680404626899E-2</c:v>
                </c:pt>
                <c:pt idx="6" formatCode="0%">
                  <c:v>8.4363517293198825E-2</c:v>
                </c:pt>
                <c:pt idx="7" formatCode="0%">
                  <c:v>3.9262069198677418E-2</c:v>
                </c:pt>
                <c:pt idx="8" formatCode="0%">
                  <c:v>8.454030103819056E-2</c:v>
                </c:pt>
                <c:pt idx="10" formatCode="0%">
                  <c:v>0.22061113762741891</c:v>
                </c:pt>
                <c:pt idx="11" formatCode="0%">
                  <c:v>6.8724557068922471E-2</c:v>
                </c:pt>
                <c:pt idx="12" formatCode="0%">
                  <c:v>2.8055400087524499E-2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</c:v>
                </c:pt>
                <c:pt idx="19" formatCode="0%">
                  <c:v>0.14887803735957419</c:v>
                </c:pt>
                <c:pt idx="20" formatCode="0%">
                  <c:v>7.5597469771375547E-2</c:v>
                </c:pt>
                <c:pt idx="21" formatCode="0%">
                  <c:v>7.3799344774825078E-3</c:v>
                </c:pt>
                <c:pt idx="22" formatCode="0%">
                  <c:v>1.9354079859256221E-2</c:v>
                </c:pt>
                <c:pt idx="23" formatCode="0%">
                  <c:v>1.4843704417084909E-2</c:v>
                </c:pt>
                <c:pt idx="25" formatCode="0%">
                  <c:v>8.4842209253015818E-2</c:v>
                </c:pt>
                <c:pt idx="26" formatCode="0%">
                  <c:v>4.0628344510803688E-2</c:v>
                </c:pt>
                <c:pt idx="27" formatCode="0%">
                  <c:v>6.7213613149064086E-2</c:v>
                </c:pt>
                <c:pt idx="28" formatCode="0%">
                  <c:v>0.12138889927459</c:v>
                </c:pt>
                <c:pt idx="29" formatCode="0%">
                  <c:v>0.12526901272686461</c:v>
                </c:pt>
                <c:pt idx="31" formatCode="0%">
                  <c:v>4.7082766896932783E-2</c:v>
                </c:pt>
                <c:pt idx="32" formatCode="0%">
                  <c:v>4.7947725773967512E-2</c:v>
                </c:pt>
                <c:pt idx="33" formatCode="0%">
                  <c:v>1.256464147582571E-2</c:v>
                </c:pt>
                <c:pt idx="34" formatCode="0%">
                  <c:v>0.1654785877518683</c:v>
                </c:pt>
                <c:pt idx="36" formatCode="0%">
                  <c:v>8.5243739961330306E-2</c:v>
                </c:pt>
                <c:pt idx="37" formatCode="0%">
                  <c:v>8.4462521052151671E-2</c:v>
                </c:pt>
                <c:pt idx="38" formatCode="0%">
                  <c:v>5.0790565958932242E-2</c:v>
                </c:pt>
                <c:pt idx="40" formatCode="0%">
                  <c:v>4.7913206039587382E-2</c:v>
                </c:pt>
                <c:pt idx="41" formatCode="0%">
                  <c:v>0.1716506843045541</c:v>
                </c:pt>
                <c:pt idx="43" formatCode="0%">
                  <c:v>7.0628742465492778E-2</c:v>
                </c:pt>
                <c:pt idx="44" formatCode="0%">
                  <c:v>3.339104937545692E-3</c:v>
                </c:pt>
                <c:pt idx="45" formatCode="0%">
                  <c:v>1.015545230441752E-2</c:v>
                </c:pt>
                <c:pt idx="46" formatCode="0%">
                  <c:v>2.6454366762912691E-2</c:v>
                </c:pt>
                <c:pt idx="47" formatCode="0%">
                  <c:v>5.1236222997600632E-2</c:v>
                </c:pt>
                <c:pt idx="49" formatCode="0%">
                  <c:v>7.8489679581613014E-2</c:v>
                </c:pt>
                <c:pt idx="50" formatCode="0%">
                  <c:v>0.1058969124414945</c:v>
                </c:pt>
                <c:pt idx="51" formatCode="0%">
                  <c:v>0.30244124364456793</c:v>
                </c:pt>
                <c:pt idx="52" formatCode="0%">
                  <c:v>8.9279122105306984E-3</c:v>
                </c:pt>
                <c:pt idx="53" formatCode="0%">
                  <c:v>0</c:v>
                </c:pt>
                <c:pt idx="54" formatCode="0%">
                  <c:v>5.093339916999489E-2</c:v>
                </c:pt>
                <c:pt idx="56" formatCode="0%">
                  <c:v>2.2878971294083901E-2</c:v>
                </c:pt>
                <c:pt idx="57" formatCode="0%">
                  <c:v>0.22077592791867631</c:v>
                </c:pt>
                <c:pt idx="58" formatCode="0%">
                  <c:v>2.1001414407759551E-2</c:v>
                </c:pt>
                <c:pt idx="59" formatCode="0%">
                  <c:v>9.0798436020804504E-3</c:v>
                </c:pt>
                <c:pt idx="60" formatCode="0%">
                  <c:v>4.4240866096355892E-2</c:v>
                </c:pt>
                <c:pt idx="61" formatCode="0%">
                  <c:v>7.5750459532987813E-2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181-4C8A-9279-88B3B5CA47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26646192"/>
        <c:axId val="1626650544"/>
      </c:barChart>
      <c:catAx>
        <c:axId val="162664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n-US"/>
          </a:p>
        </c:txPr>
        <c:crossAx val="1626650544"/>
        <c:crosses val="autoZero"/>
        <c:auto val="1"/>
        <c:lblAlgn val="ctr"/>
        <c:lblOffset val="100"/>
        <c:noMultiLvlLbl val="0"/>
      </c:catAx>
      <c:valAx>
        <c:axId val="16266505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26646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vert="horz"/>
          <a:lstStyle/>
          <a:p>
            <a:pPr>
              <a:defRPr lang="en-US" sz="24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"/>
        <c:txPr>
          <a:bodyPr rot="0" vert="horz"/>
          <a:lstStyle/>
          <a:p>
            <a:pPr>
              <a:defRPr lang="en-US" sz="24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2"/>
        <c:txPr>
          <a:bodyPr rot="0" vert="horz"/>
          <a:lstStyle/>
          <a:p>
            <a:pPr>
              <a:defRPr lang="en-US" sz="24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3"/>
        <c:txPr>
          <a:bodyPr rot="0" vert="horz"/>
          <a:lstStyle/>
          <a:p>
            <a:pPr>
              <a:defRPr lang="en-US" sz="2400" b="0" i="0" baseline="0">
                <a:ln>
                  <a:noFill/>
                </a:ln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4"/>
        <c:txPr>
          <a:bodyPr rot="0" vert="horz"/>
          <a:lstStyle/>
          <a:p>
            <a:pPr>
              <a:defRPr lang="en-US" sz="24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5"/>
        <c:txPr>
          <a:bodyPr rot="0" vert="horz"/>
          <a:lstStyle/>
          <a:p>
            <a:pPr>
              <a:defRPr sz="24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ayout>
        <c:manualLayout>
          <c:xMode val="edge"/>
          <c:yMode val="edge"/>
          <c:x val="0"/>
          <c:y val="1.1820936160953723E-2"/>
          <c:w val="0.99082922890523828"/>
          <c:h val="9.5818537388708769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lang="en-US" sz="2400" b="0" i="0" baseline="0">
              <a:latin typeface="HelveticaNeue Std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50198255146433E-2"/>
          <c:y val="0.24915684940744337"/>
          <c:w val="0.9730446685522145"/>
          <c:h val="0.542470013625552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Sheet1!$B$290</c:f>
              <c:strCache>
                <c:ptCount val="1"/>
                <c:pt idx="0">
                  <c:v>Criação de emprego</c:v>
                </c:pt>
              </c:strCache>
            </c:strRef>
          </c:tx>
          <c:spPr>
            <a:ln w="635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Sheet1!$C$290:$BK$290</c:f>
              <c:numCache>
                <c:formatCode>General</c:formatCode>
                <c:ptCount val="61"/>
                <c:pt idx="0" formatCode="0%">
                  <c:v>0.25959798789812633</c:v>
                </c:pt>
                <c:pt idx="2" formatCode="0%">
                  <c:v>0.2382407775990561</c:v>
                </c:pt>
                <c:pt idx="3" formatCode="0%">
                  <c:v>0.28264483625441328</c:v>
                </c:pt>
                <c:pt idx="5" formatCode="0%">
                  <c:v>0.22544038606718481</c:v>
                </c:pt>
                <c:pt idx="6" formatCode="0%">
                  <c:v>0.25493049064191969</c:v>
                </c:pt>
                <c:pt idx="7" formatCode="0%">
                  <c:v>0.38032799643501869</c:v>
                </c:pt>
                <c:pt idx="8" formatCode="0%">
                  <c:v>0.17322726371254851</c:v>
                </c:pt>
                <c:pt idx="10" formatCode="0%">
                  <c:v>0.2632771413357119</c:v>
                </c:pt>
                <c:pt idx="11" formatCode="0%">
                  <c:v>0.29808875910359878</c:v>
                </c:pt>
                <c:pt idx="12" formatCode="0%">
                  <c:v>0.2023318726874046</c:v>
                </c:pt>
                <c:pt idx="14" formatCode="0%">
                  <c:v>0.35384358062179971</c:v>
                </c:pt>
                <c:pt idx="15" formatCode="0%">
                  <c:v>0.27752949721786507</c:v>
                </c:pt>
                <c:pt idx="16" formatCode="0%">
                  <c:v>0.22071028103554241</c:v>
                </c:pt>
                <c:pt idx="17" formatCode="0%">
                  <c:v>0.19884023400596021</c:v>
                </c:pt>
                <c:pt idx="19" formatCode="0%">
                  <c:v>0.2079551925594981</c:v>
                </c:pt>
                <c:pt idx="20" formatCode="0%">
                  <c:v>0.25407307405795782</c:v>
                </c:pt>
                <c:pt idx="21" formatCode="0%">
                  <c:v>0.29695076351235161</c:v>
                </c:pt>
                <c:pt idx="22" formatCode="0%">
                  <c:v>0.26168254191689427</c:v>
                </c:pt>
                <c:pt idx="23" formatCode="0%">
                  <c:v>0.21324664030433149</c:v>
                </c:pt>
                <c:pt idx="24" formatCode="0%">
                  <c:v>0.33513705793241072</c:v>
                </c:pt>
                <c:pt idx="26" formatCode="0%">
                  <c:v>0.33924537989649273</c:v>
                </c:pt>
                <c:pt idx="27" formatCode="0%">
                  <c:v>0.2392941226592642</c:v>
                </c:pt>
                <c:pt idx="28" formatCode="0%">
                  <c:v>0.15721668690875321</c:v>
                </c:pt>
                <c:pt idx="29" formatCode="0%">
                  <c:v>0.38039219279455339</c:v>
                </c:pt>
                <c:pt idx="30" formatCode="0%">
                  <c:v>0.2189281804528932</c:v>
                </c:pt>
                <c:pt idx="32" formatCode="0%">
                  <c:v>0.23130969163668691</c:v>
                </c:pt>
                <c:pt idx="33" formatCode="0%">
                  <c:v>0.19297537482342789</c:v>
                </c:pt>
                <c:pt idx="34" formatCode="0%">
                  <c:v>0.2426585935503906</c:v>
                </c:pt>
                <c:pt idx="35" formatCode="0%">
                  <c:v>0.2071999755636533</c:v>
                </c:pt>
                <c:pt idx="36" formatCode="0%">
                  <c:v>0.24049063407554089</c:v>
                </c:pt>
                <c:pt idx="38" formatCode="0%">
                  <c:v>0.29508857594874099</c:v>
                </c:pt>
                <c:pt idx="39" formatCode="0%">
                  <c:v>0.15365128648059939</c:v>
                </c:pt>
                <c:pt idx="40" formatCode="0%">
                  <c:v>0.26905882381645418</c:v>
                </c:pt>
                <c:pt idx="41" formatCode="0%">
                  <c:v>0.35938864710691409</c:v>
                </c:pt>
                <c:pt idx="42" formatCode="0%">
                  <c:v>0.26413156740584898</c:v>
                </c:pt>
                <c:pt idx="44" formatCode="0%">
                  <c:v>0.27273443697779531</c:v>
                </c:pt>
                <c:pt idx="45" formatCode="0%">
                  <c:v>0.15387248083104119</c:v>
                </c:pt>
                <c:pt idx="46" formatCode="0%">
                  <c:v>0.3754015149470557</c:v>
                </c:pt>
                <c:pt idx="47" formatCode="0%">
                  <c:v>8.5134450337469331E-2</c:v>
                </c:pt>
                <c:pt idx="48" formatCode="0%">
                  <c:v>0.14778958997399261</c:v>
                </c:pt>
                <c:pt idx="49" formatCode="0%">
                  <c:v>0.39455949880495278</c:v>
                </c:pt>
                <c:pt idx="50" formatCode="0%">
                  <c:v>7.6623232206019742E-2</c:v>
                </c:pt>
                <c:pt idx="51" formatCode="0%">
                  <c:v>0.1709873474715142</c:v>
                </c:pt>
                <c:pt idx="52" formatCode="0%">
                  <c:v>0.35401132145501107</c:v>
                </c:pt>
                <c:pt idx="53" formatCode="0%">
                  <c:v>0.36245573746474241</c:v>
                </c:pt>
                <c:pt idx="54" formatCode="0%">
                  <c:v>0.29819792377228821</c:v>
                </c:pt>
                <c:pt idx="56" formatCode="0%">
                  <c:v>0.2600511634068195</c:v>
                </c:pt>
                <c:pt idx="57" formatCode="0%">
                  <c:v>0.2413026813335932</c:v>
                </c:pt>
                <c:pt idx="58" formatCode="0%">
                  <c:v>0.24490634744477771</c:v>
                </c:pt>
                <c:pt idx="59" formatCode="0%">
                  <c:v>0.28948155824882987</c:v>
                </c:pt>
                <c:pt idx="60" formatCode="0%">
                  <c:v>0.2401319761216569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A1A5-4A6E-92E6-7E2E379DF599}"/>
            </c:ext>
          </c:extLst>
        </c:ser>
        <c:ser>
          <c:idx val="1"/>
          <c:order val="1"/>
          <c:tx>
            <c:strRef>
              <c:f>Sheet1!$B$291</c:f>
              <c:strCache>
                <c:ptCount val="1"/>
                <c:pt idx="0">
                  <c:v>Apoio a empreendedores</c:v>
                </c:pt>
              </c:strCache>
            </c:strRef>
          </c:tx>
          <c:spPr>
            <a:ln w="63500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Sheet1!$C$291:$BK$291</c:f>
              <c:numCache>
                <c:formatCode>General</c:formatCode>
                <c:ptCount val="61"/>
                <c:pt idx="0" formatCode="0%">
                  <c:v>0.21468586563445269</c:v>
                </c:pt>
                <c:pt idx="2" formatCode="0%">
                  <c:v>0.24864959379793419</c:v>
                </c:pt>
                <c:pt idx="3" formatCode="0%">
                  <c:v>0.16967531256323659</c:v>
                </c:pt>
                <c:pt idx="5" formatCode="0%">
                  <c:v>0.27729393086229193</c:v>
                </c:pt>
                <c:pt idx="6" formatCode="0%">
                  <c:v>0.22724836807923829</c:v>
                </c:pt>
                <c:pt idx="7" formatCode="0%">
                  <c:v>0.29932379259136421</c:v>
                </c:pt>
                <c:pt idx="8" formatCode="0%">
                  <c:v>0.11413048487478281</c:v>
                </c:pt>
                <c:pt idx="10" formatCode="0%">
                  <c:v>0.1968927199439614</c:v>
                </c:pt>
                <c:pt idx="11" formatCode="0%">
                  <c:v>0.25646811256481139</c:v>
                </c:pt>
                <c:pt idx="12" formatCode="0%">
                  <c:v>0.17778850924017159</c:v>
                </c:pt>
                <c:pt idx="14" formatCode="0%">
                  <c:v>0.26065153575256172</c:v>
                </c:pt>
                <c:pt idx="15" formatCode="0%">
                  <c:v>0.20900449310689881</c:v>
                </c:pt>
                <c:pt idx="16" formatCode="0%">
                  <c:v>0.17236863510006301</c:v>
                </c:pt>
                <c:pt idx="17" formatCode="0%">
                  <c:v>0.24109027649357839</c:v>
                </c:pt>
                <c:pt idx="19" formatCode="0%">
                  <c:v>0.2231702464715403</c:v>
                </c:pt>
                <c:pt idx="20" formatCode="0%">
                  <c:v>0.21058770646290301</c:v>
                </c:pt>
                <c:pt idx="21" formatCode="0%">
                  <c:v>0.21337976669282679</c:v>
                </c:pt>
                <c:pt idx="22" formatCode="0%">
                  <c:v>0.20266188907823529</c:v>
                </c:pt>
                <c:pt idx="23" formatCode="0%">
                  <c:v>0.23185737757657379</c:v>
                </c:pt>
                <c:pt idx="24" formatCode="0%">
                  <c:v>0.1741602324330439</c:v>
                </c:pt>
                <c:pt idx="26" formatCode="0%">
                  <c:v>0.23974255976329481</c:v>
                </c:pt>
                <c:pt idx="27" formatCode="0%">
                  <c:v>8.1006385733213643E-2</c:v>
                </c:pt>
                <c:pt idx="28" formatCode="0%">
                  <c:v>0.14086014507778791</c:v>
                </c:pt>
                <c:pt idx="29" formatCode="0%">
                  <c:v>0.3859351462052239</c:v>
                </c:pt>
                <c:pt idx="30" formatCode="0%">
                  <c:v>0.26122060136767361</c:v>
                </c:pt>
                <c:pt idx="32" formatCode="0%">
                  <c:v>0.27854346174717359</c:v>
                </c:pt>
                <c:pt idx="33" formatCode="0%">
                  <c:v>0.2739773121528829</c:v>
                </c:pt>
                <c:pt idx="34" formatCode="0%">
                  <c:v>0.1995158058930504</c:v>
                </c:pt>
                <c:pt idx="35" formatCode="0%">
                  <c:v>0.12122350441037449</c:v>
                </c:pt>
                <c:pt idx="36" formatCode="0%">
                  <c:v>0.11887044582325069</c:v>
                </c:pt>
                <c:pt idx="38" formatCode="0%">
                  <c:v>0.30928942828798001</c:v>
                </c:pt>
                <c:pt idx="39" formatCode="0%">
                  <c:v>0.16473479523794399</c:v>
                </c:pt>
                <c:pt idx="40" formatCode="0%">
                  <c:v>0.1021250948889575</c:v>
                </c:pt>
                <c:pt idx="41" formatCode="0%">
                  <c:v>0.37961239498090199</c:v>
                </c:pt>
                <c:pt idx="42" formatCode="0%">
                  <c:v>0.26361827099422919</c:v>
                </c:pt>
                <c:pt idx="44" formatCode="0%">
                  <c:v>0.10175497278389441</c:v>
                </c:pt>
                <c:pt idx="45" formatCode="0%">
                  <c:v>0.1710655972001254</c:v>
                </c:pt>
                <c:pt idx="46" formatCode="0%">
                  <c:v>0.37804735362886749</c:v>
                </c:pt>
                <c:pt idx="47" formatCode="0%">
                  <c:v>0.37449401405465088</c:v>
                </c:pt>
                <c:pt idx="48" formatCode="0%">
                  <c:v>5.5443624670991627E-2</c:v>
                </c:pt>
                <c:pt idx="49" formatCode="0%">
                  <c:v>0.29292005548483863</c:v>
                </c:pt>
                <c:pt idx="50" formatCode="0%">
                  <c:v>0.19815635500518741</c:v>
                </c:pt>
                <c:pt idx="51" formatCode="0%">
                  <c:v>0.1690521815184311</c:v>
                </c:pt>
                <c:pt idx="52" formatCode="0%">
                  <c:v>0.26322952749204931</c:v>
                </c:pt>
                <c:pt idx="53" formatCode="0%">
                  <c:v>0.25243911896525623</c:v>
                </c:pt>
                <c:pt idx="54" formatCode="0%">
                  <c:v>0.13267139815452669</c:v>
                </c:pt>
                <c:pt idx="56" formatCode="0%">
                  <c:v>6.7683203617452087E-2</c:v>
                </c:pt>
                <c:pt idx="57" formatCode="0%">
                  <c:v>0.1849871723002102</c:v>
                </c:pt>
                <c:pt idx="58" formatCode="0%">
                  <c:v>0.24396942011385689</c:v>
                </c:pt>
                <c:pt idx="59" formatCode="0%">
                  <c:v>0.21283459589767439</c:v>
                </c:pt>
                <c:pt idx="60" formatCode="0%">
                  <c:v>0.27289785058599092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A1A5-4A6E-92E6-7E2E379DF599}"/>
            </c:ext>
          </c:extLst>
        </c:ser>
        <c:ser>
          <c:idx val="2"/>
          <c:order val="2"/>
          <c:tx>
            <c:strRef>
              <c:f>Sheet1!$B$292</c:f>
              <c:strCache>
                <c:ptCount val="1"/>
                <c:pt idx="0">
                  <c:v>Condições laborais</c:v>
                </c:pt>
              </c:strCache>
            </c:strRef>
          </c:tx>
          <c:spPr>
            <a:ln w="6350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Sheet1!$C$292:$BK$292</c:f>
              <c:numCache>
                <c:formatCode>General</c:formatCode>
                <c:ptCount val="61"/>
                <c:pt idx="0" formatCode="0%">
                  <c:v>0.29353526363187599</c:v>
                </c:pt>
                <c:pt idx="2" formatCode="0%">
                  <c:v>0.28356868048470268</c:v>
                </c:pt>
                <c:pt idx="3" formatCode="0%">
                  <c:v>0.30390584533641751</c:v>
                </c:pt>
                <c:pt idx="5" formatCode="0%">
                  <c:v>0.26071257003555559</c:v>
                </c:pt>
                <c:pt idx="6" formatCode="0%">
                  <c:v>0.29922924276271962</c:v>
                </c:pt>
                <c:pt idx="7" formatCode="0%">
                  <c:v>0.36167274222675089</c:v>
                </c:pt>
                <c:pt idx="8" formatCode="0%">
                  <c:v>0.24443129901654681</c:v>
                </c:pt>
                <c:pt idx="10" formatCode="0%">
                  <c:v>0.26331804008260468</c:v>
                </c:pt>
                <c:pt idx="11" formatCode="0%">
                  <c:v>0.3319782874209361</c:v>
                </c:pt>
                <c:pt idx="12" formatCode="0%">
                  <c:v>0.27564373043893942</c:v>
                </c:pt>
                <c:pt idx="14" formatCode="0%">
                  <c:v>0.40345997027627351</c:v>
                </c:pt>
                <c:pt idx="15" formatCode="0%">
                  <c:v>0.31352098884977148</c:v>
                </c:pt>
                <c:pt idx="16" formatCode="0%">
                  <c:v>0.2777401620481314</c:v>
                </c:pt>
                <c:pt idx="17" formatCode="0%">
                  <c:v>0.1918532928485098</c:v>
                </c:pt>
                <c:pt idx="19" formatCode="0%">
                  <c:v>0.28372446287623071</c:v>
                </c:pt>
                <c:pt idx="20" formatCode="0%">
                  <c:v>0.220198231061767</c:v>
                </c:pt>
                <c:pt idx="21" formatCode="0%">
                  <c:v>0.3597545477529715</c:v>
                </c:pt>
                <c:pt idx="22" formatCode="0%">
                  <c:v>0.25612889247425058</c:v>
                </c:pt>
                <c:pt idx="23" formatCode="0%">
                  <c:v>0.25096132654533643</c:v>
                </c:pt>
                <c:pt idx="24" formatCode="0%">
                  <c:v>0.39616151863028087</c:v>
                </c:pt>
                <c:pt idx="26" formatCode="0%">
                  <c:v>0.31633043758085932</c:v>
                </c:pt>
                <c:pt idx="27" formatCode="0%">
                  <c:v>0.36318059619232163</c:v>
                </c:pt>
                <c:pt idx="28" formatCode="0%">
                  <c:v>9.3556779226843662E-2</c:v>
                </c:pt>
                <c:pt idx="29" formatCode="0%">
                  <c:v>0.33442901964763211</c:v>
                </c:pt>
                <c:pt idx="30" formatCode="0%">
                  <c:v>0.35351558611735678</c:v>
                </c:pt>
                <c:pt idx="32" formatCode="0%">
                  <c:v>0.19408071613756689</c:v>
                </c:pt>
                <c:pt idx="33" formatCode="0%">
                  <c:v>0.1623883682952833</c:v>
                </c:pt>
                <c:pt idx="34" formatCode="0%">
                  <c:v>0.212856828040661</c:v>
                </c:pt>
                <c:pt idx="35" formatCode="0%">
                  <c:v>0.3494033946464199</c:v>
                </c:pt>
                <c:pt idx="36" formatCode="0%">
                  <c:v>0.41669614904842539</c:v>
                </c:pt>
                <c:pt idx="38" formatCode="0%">
                  <c:v>0.32044462479642988</c:v>
                </c:pt>
                <c:pt idx="39" formatCode="0%">
                  <c:v>0.1155085264642195</c:v>
                </c:pt>
                <c:pt idx="40" formatCode="0%">
                  <c:v>0.36937158426835781</c:v>
                </c:pt>
                <c:pt idx="41" formatCode="0%">
                  <c:v>0.28497811847251392</c:v>
                </c:pt>
                <c:pt idx="42" formatCode="0%">
                  <c:v>0.35956067910099171</c:v>
                </c:pt>
                <c:pt idx="44" formatCode="0%">
                  <c:v>0.36712696130696038</c:v>
                </c:pt>
                <c:pt idx="45" formatCode="0%">
                  <c:v>9.9422857751697721E-2</c:v>
                </c:pt>
                <c:pt idx="46" formatCode="0%">
                  <c:v>0.32862351820403779</c:v>
                </c:pt>
                <c:pt idx="47" formatCode="0%">
                  <c:v>0.19012713586979099</c:v>
                </c:pt>
                <c:pt idx="48" formatCode="0%">
                  <c:v>0.4153901381926679</c:v>
                </c:pt>
                <c:pt idx="49" formatCode="0%">
                  <c:v>0.55362575233506717</c:v>
                </c:pt>
                <c:pt idx="50" formatCode="0%">
                  <c:v>0.37804436789448648</c:v>
                </c:pt>
                <c:pt idx="51" formatCode="0%">
                  <c:v>0.3199080781832398</c:v>
                </c:pt>
                <c:pt idx="52" formatCode="0%">
                  <c:v>0.51096946044507252</c:v>
                </c:pt>
                <c:pt idx="53" formatCode="0%">
                  <c:v>0.2606546402888234</c:v>
                </c:pt>
                <c:pt idx="54" formatCode="0%">
                  <c:v>0.35580694303127958</c:v>
                </c:pt>
                <c:pt idx="56" formatCode="0%">
                  <c:v>0.41106699210460151</c:v>
                </c:pt>
                <c:pt idx="57" formatCode="0%">
                  <c:v>0.28890589957766932</c:v>
                </c:pt>
                <c:pt idx="58" formatCode="0%">
                  <c:v>0.19253950826765509</c:v>
                </c:pt>
                <c:pt idx="59" formatCode="0%">
                  <c:v>0.32218844214186931</c:v>
                </c:pt>
                <c:pt idx="60" formatCode="0%">
                  <c:v>0.24204353726159669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A1A5-4A6E-92E6-7E2E379DF599}"/>
            </c:ext>
          </c:extLst>
        </c:ser>
        <c:ser>
          <c:idx val="3"/>
          <c:order val="3"/>
          <c:tx>
            <c:strRef>
              <c:f>Sheet1!$B$293</c:f>
              <c:strCache>
                <c:ptCount val="1"/>
                <c:pt idx="0">
                  <c:v>Custo de vida</c:v>
                </c:pt>
              </c:strCache>
            </c:strRef>
          </c:tx>
          <c:spPr>
            <a:ln w="635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Sheet1!$C$293:$BK$293</c:f>
              <c:numCache>
                <c:formatCode>General</c:formatCode>
                <c:ptCount val="61"/>
                <c:pt idx="0" formatCode="0%">
                  <c:v>0.64146724189024629</c:v>
                </c:pt>
                <c:pt idx="2" formatCode="0%">
                  <c:v>0.59912250347949225</c:v>
                </c:pt>
                <c:pt idx="3" formatCode="0%">
                  <c:v>0.69123857771986952</c:v>
                </c:pt>
                <c:pt idx="5" formatCode="0%">
                  <c:v>0.71739463558887939</c:v>
                </c:pt>
                <c:pt idx="6" formatCode="0%">
                  <c:v>0.71167647287665803</c:v>
                </c:pt>
                <c:pt idx="7" formatCode="0%">
                  <c:v>0.64077671239037448</c:v>
                </c:pt>
                <c:pt idx="8" formatCode="0%">
                  <c:v>0.57245877211137564</c:v>
                </c:pt>
                <c:pt idx="10" formatCode="0%">
                  <c:v>0.66610906489742416</c:v>
                </c:pt>
                <c:pt idx="11" formatCode="0%">
                  <c:v>0.67519598115784418</c:v>
                </c:pt>
                <c:pt idx="12" formatCode="0%">
                  <c:v>0.56644824119875659</c:v>
                </c:pt>
                <c:pt idx="14" formatCode="0%">
                  <c:v>0.79438541090630166</c:v>
                </c:pt>
                <c:pt idx="15" formatCode="0%">
                  <c:v>0.73082477511230981</c:v>
                </c:pt>
                <c:pt idx="16" formatCode="0%">
                  <c:v>0.59327747478392712</c:v>
                </c:pt>
                <c:pt idx="17" formatCode="0%">
                  <c:v>0.4284721218094269</c:v>
                </c:pt>
                <c:pt idx="19" formatCode="0%">
                  <c:v>0.61197720476197448</c:v>
                </c:pt>
                <c:pt idx="20" formatCode="0%">
                  <c:v>0.61758617644674652</c:v>
                </c:pt>
                <c:pt idx="21" formatCode="0%">
                  <c:v>0.67108263108506738</c:v>
                </c:pt>
                <c:pt idx="22" formatCode="0%">
                  <c:v>0.62247634249507278</c:v>
                </c:pt>
                <c:pt idx="23" formatCode="0%">
                  <c:v>0.60504222143915198</c:v>
                </c:pt>
                <c:pt idx="24" formatCode="0%">
                  <c:v>0.80243102606933803</c:v>
                </c:pt>
                <c:pt idx="26" formatCode="0%">
                  <c:v>0.76765906422444308</c:v>
                </c:pt>
                <c:pt idx="27" formatCode="0%">
                  <c:v>0.64809208686408359</c:v>
                </c:pt>
                <c:pt idx="28" formatCode="0%">
                  <c:v>0.41096045736939629</c:v>
                </c:pt>
                <c:pt idx="29" formatCode="0%">
                  <c:v>0.75607962502263992</c:v>
                </c:pt>
                <c:pt idx="30" formatCode="0%">
                  <c:v>0.66735187712582444</c:v>
                </c:pt>
                <c:pt idx="32" formatCode="0%">
                  <c:v>0.57613814568119881</c:v>
                </c:pt>
                <c:pt idx="33" formatCode="0%">
                  <c:v>0.49489922644254419</c:v>
                </c:pt>
                <c:pt idx="34" formatCode="0%">
                  <c:v>0.54839316062548926</c:v>
                </c:pt>
                <c:pt idx="35" formatCode="0%">
                  <c:v>0.67293232988077833</c:v>
                </c:pt>
                <c:pt idx="36" formatCode="0%">
                  <c:v>0.71071729627885505</c:v>
                </c:pt>
                <c:pt idx="38" formatCode="0%">
                  <c:v>0.73054332051671844</c:v>
                </c:pt>
                <c:pt idx="39" formatCode="0%">
                  <c:v>0.44382977640415539</c:v>
                </c:pt>
                <c:pt idx="40" formatCode="0%">
                  <c:v>0.67483762651940793</c:v>
                </c:pt>
                <c:pt idx="41" formatCode="0%">
                  <c:v>0.74938295583770786</c:v>
                </c:pt>
                <c:pt idx="42" formatCode="0%">
                  <c:v>0.68831668613385899</c:v>
                </c:pt>
                <c:pt idx="44" formatCode="0%">
                  <c:v>0.65864086755022422</c:v>
                </c:pt>
                <c:pt idx="45" formatCode="0%">
                  <c:v>0.46218955436588949</c:v>
                </c:pt>
                <c:pt idx="46" formatCode="0%">
                  <c:v>0.76314650186674526</c:v>
                </c:pt>
                <c:pt idx="47" formatCode="0%">
                  <c:v>0.46323607155197077</c:v>
                </c:pt>
                <c:pt idx="48" formatCode="0%">
                  <c:v>0.65280890097853617</c:v>
                </c:pt>
                <c:pt idx="49" formatCode="0%">
                  <c:v>0.71304699099850144</c:v>
                </c:pt>
                <c:pt idx="50" formatCode="0%">
                  <c:v>0.76519145564447588</c:v>
                </c:pt>
                <c:pt idx="51" formatCode="0%">
                  <c:v>0.6974465227173765</c:v>
                </c:pt>
                <c:pt idx="52" formatCode="0%">
                  <c:v>0.74188039813116713</c:v>
                </c:pt>
                <c:pt idx="53" formatCode="0%">
                  <c:v>0.74902832143118558</c:v>
                </c:pt>
                <c:pt idx="54" formatCode="0%">
                  <c:v>0.7492518749243221</c:v>
                </c:pt>
                <c:pt idx="56" formatCode="0%">
                  <c:v>0.69250057471825888</c:v>
                </c:pt>
                <c:pt idx="57" formatCode="0%">
                  <c:v>0.60240644274358646</c:v>
                </c:pt>
                <c:pt idx="58" formatCode="0%">
                  <c:v>0.76285814099472304</c:v>
                </c:pt>
                <c:pt idx="59" formatCode="0%">
                  <c:v>0.72581314183819157</c:v>
                </c:pt>
                <c:pt idx="60" formatCode="0%">
                  <c:v>0.56871948756594115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3-A1A5-4A6E-92E6-7E2E379DF599}"/>
            </c:ext>
          </c:extLst>
        </c:ser>
        <c:ser>
          <c:idx val="4"/>
          <c:order val="4"/>
          <c:tx>
            <c:strRef>
              <c:f>Sheet1!$B$294</c:f>
              <c:strCache>
                <c:ptCount val="1"/>
                <c:pt idx="0">
                  <c:v>Apoio à economia local</c:v>
                </c:pt>
              </c:strCache>
            </c:strRef>
          </c:tx>
          <c:spPr>
            <a:ln w="63500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Sheet1!$C$294:$BK$294</c:f>
              <c:numCache>
                <c:formatCode>General</c:formatCode>
                <c:ptCount val="61"/>
                <c:pt idx="0" formatCode="0%">
                  <c:v>0.25695184486715911</c:v>
                </c:pt>
                <c:pt idx="2" formatCode="0%">
                  <c:v>0.27303581866317161</c:v>
                </c:pt>
                <c:pt idx="3" formatCode="0%">
                  <c:v>0.23899536559458931</c:v>
                </c:pt>
                <c:pt idx="5" formatCode="0%">
                  <c:v>0.32614239098853659</c:v>
                </c:pt>
                <c:pt idx="6" formatCode="0%">
                  <c:v>0.2585641756693734</c:v>
                </c:pt>
                <c:pt idx="7" formatCode="0%">
                  <c:v>0.31655533350090931</c:v>
                </c:pt>
                <c:pt idx="8" formatCode="0%">
                  <c:v>0.1817809180488974</c:v>
                </c:pt>
                <c:pt idx="10" formatCode="0%">
                  <c:v>0.243369045399321</c:v>
                </c:pt>
                <c:pt idx="11" formatCode="0%">
                  <c:v>0.31388312131207502</c:v>
                </c:pt>
                <c:pt idx="12" formatCode="0%">
                  <c:v>0.19431254186734209</c:v>
                </c:pt>
                <c:pt idx="14" formatCode="0%">
                  <c:v>0.34688133762817341</c:v>
                </c:pt>
                <c:pt idx="15" formatCode="0%">
                  <c:v>0.27389335846891588</c:v>
                </c:pt>
                <c:pt idx="16" formatCode="0%">
                  <c:v>0.2325383475557864</c:v>
                </c:pt>
                <c:pt idx="17" formatCode="0%">
                  <c:v>0.17071293203582549</c:v>
                </c:pt>
                <c:pt idx="19" formatCode="0%">
                  <c:v>0.30994152872345232</c:v>
                </c:pt>
                <c:pt idx="20" formatCode="0%">
                  <c:v>0.26666882307447032</c:v>
                </c:pt>
                <c:pt idx="21" formatCode="0%">
                  <c:v>0.28058957932179901</c:v>
                </c:pt>
                <c:pt idx="22" formatCode="0%">
                  <c:v>0.22856996847709549</c:v>
                </c:pt>
                <c:pt idx="23" formatCode="0%">
                  <c:v>0.22438500564135799</c:v>
                </c:pt>
                <c:pt idx="24" formatCode="0%">
                  <c:v>0.3409983612151033</c:v>
                </c:pt>
                <c:pt idx="26" formatCode="0%">
                  <c:v>0.29308754603279619</c:v>
                </c:pt>
                <c:pt idx="27" formatCode="0%">
                  <c:v>0.21948671508926659</c:v>
                </c:pt>
                <c:pt idx="28" formatCode="0%">
                  <c:v>0.1274193983178987</c:v>
                </c:pt>
                <c:pt idx="29" formatCode="0%">
                  <c:v>0.3933293546596548</c:v>
                </c:pt>
                <c:pt idx="30" formatCode="0%">
                  <c:v>0.27432902045831109</c:v>
                </c:pt>
                <c:pt idx="32" formatCode="0%">
                  <c:v>0.23328691245711419</c:v>
                </c:pt>
                <c:pt idx="33" formatCode="0%">
                  <c:v>0.1954101094241367</c:v>
                </c:pt>
                <c:pt idx="34" formatCode="0%">
                  <c:v>0.18922345434117241</c:v>
                </c:pt>
                <c:pt idx="35" formatCode="0%">
                  <c:v>0.21627526070229799</c:v>
                </c:pt>
                <c:pt idx="36" formatCode="0%">
                  <c:v>0.34063289456302998</c:v>
                </c:pt>
                <c:pt idx="38" formatCode="0%">
                  <c:v>0.28581269179873281</c:v>
                </c:pt>
                <c:pt idx="39" formatCode="0%">
                  <c:v>0.15178115882531151</c:v>
                </c:pt>
                <c:pt idx="40" formatCode="0%">
                  <c:v>0.24644355370535309</c:v>
                </c:pt>
                <c:pt idx="41" formatCode="0%">
                  <c:v>0.40077416767696961</c:v>
                </c:pt>
                <c:pt idx="42" formatCode="0%">
                  <c:v>0.28771064717903172</c:v>
                </c:pt>
                <c:pt idx="44" formatCode="0%">
                  <c:v>0.2498096642504222</c:v>
                </c:pt>
                <c:pt idx="45" formatCode="0%">
                  <c:v>0.13385353388019319</c:v>
                </c:pt>
                <c:pt idx="46" formatCode="0%">
                  <c:v>0.38293906112531673</c:v>
                </c:pt>
                <c:pt idx="47" formatCode="0%">
                  <c:v>0.12257163524017869</c:v>
                </c:pt>
                <c:pt idx="48" formatCode="0%">
                  <c:v>0.3313243703273091</c:v>
                </c:pt>
                <c:pt idx="49" formatCode="0%">
                  <c:v>0.49942912994590588</c:v>
                </c:pt>
                <c:pt idx="50" formatCode="0%">
                  <c:v>0.29129637252245372</c:v>
                </c:pt>
                <c:pt idx="51" formatCode="0%">
                  <c:v>3.4662239527812139E-2</c:v>
                </c:pt>
                <c:pt idx="52" formatCode="0%">
                  <c:v>0.37213629456741543</c:v>
                </c:pt>
                <c:pt idx="53" formatCode="0%">
                  <c:v>0.40713253370180119</c:v>
                </c:pt>
                <c:pt idx="54" formatCode="0%">
                  <c:v>0.17456054435239399</c:v>
                </c:pt>
                <c:pt idx="56" formatCode="0%">
                  <c:v>0.26263908285422588</c:v>
                </c:pt>
                <c:pt idx="57" formatCode="0%">
                  <c:v>0.24425306452119089</c:v>
                </c:pt>
                <c:pt idx="58" formatCode="0%">
                  <c:v>0.16798847025205299</c:v>
                </c:pt>
                <c:pt idx="59" formatCode="0%">
                  <c:v>0.27676789772449151</c:v>
                </c:pt>
                <c:pt idx="60" formatCode="0%">
                  <c:v>0.25503949534968912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4-A1A5-4A6E-92E6-7E2E379DF599}"/>
            </c:ext>
          </c:extLst>
        </c:ser>
        <c:ser>
          <c:idx val="5"/>
          <c:order val="5"/>
          <c:tx>
            <c:strRef>
              <c:f>Sheet1!$B$295</c:f>
              <c:strCache>
                <c:ptCount val="1"/>
                <c:pt idx="0">
                  <c:v>Inclusão social</c:v>
                </c:pt>
              </c:strCache>
            </c:strRef>
          </c:tx>
          <c:spPr>
            <a:ln w="6350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Sheet1!$C$295:$BK$295</c:f>
              <c:numCache>
                <c:formatCode>General</c:formatCode>
                <c:ptCount val="61"/>
                <c:pt idx="0" formatCode="0%">
                  <c:v>0.21586040209917501</c:v>
                </c:pt>
                <c:pt idx="2" formatCode="0%">
                  <c:v>0.23702635045759021</c:v>
                </c:pt>
                <c:pt idx="3" formatCode="0%">
                  <c:v>0.19198380441285329</c:v>
                </c:pt>
                <c:pt idx="5" formatCode="0%">
                  <c:v>0.13616387435167171</c:v>
                </c:pt>
                <c:pt idx="6" formatCode="0%">
                  <c:v>0.15024261481372969</c:v>
                </c:pt>
                <c:pt idx="7" formatCode="0%">
                  <c:v>0.25396985325225158</c:v>
                </c:pt>
                <c:pt idx="8" formatCode="0%">
                  <c:v>0.25201387147178061</c:v>
                </c:pt>
                <c:pt idx="10" formatCode="0%">
                  <c:v>0.23803920718199251</c:v>
                </c:pt>
                <c:pt idx="11" formatCode="0%">
                  <c:v>0.21476435243178721</c:v>
                </c:pt>
                <c:pt idx="12" formatCode="0%">
                  <c:v>0.19164935462217511</c:v>
                </c:pt>
                <c:pt idx="14" formatCode="0%">
                  <c:v>0.2602780348949767</c:v>
                </c:pt>
                <c:pt idx="15" formatCode="0%">
                  <c:v>0.22354720776717549</c:v>
                </c:pt>
                <c:pt idx="16" formatCode="0%">
                  <c:v>0.20387426738066691</c:v>
                </c:pt>
                <c:pt idx="17" formatCode="0%">
                  <c:v>0.19831684722471629</c:v>
                </c:pt>
                <c:pt idx="19" formatCode="0%">
                  <c:v>0.2351456370696787</c:v>
                </c:pt>
                <c:pt idx="20" formatCode="0%">
                  <c:v>0.1636310492149208</c:v>
                </c:pt>
                <c:pt idx="21" formatCode="0%">
                  <c:v>0.2304984756058629</c:v>
                </c:pt>
                <c:pt idx="22" formatCode="0%">
                  <c:v>0.17798965744126219</c:v>
                </c:pt>
                <c:pt idx="23" formatCode="0%">
                  <c:v>0.23611903461013439</c:v>
                </c:pt>
                <c:pt idx="24" formatCode="0%">
                  <c:v>0.22926132484797351</c:v>
                </c:pt>
                <c:pt idx="26" formatCode="0%">
                  <c:v>0.24929595353537581</c:v>
                </c:pt>
                <c:pt idx="27" formatCode="0%">
                  <c:v>0.366768106151801</c:v>
                </c:pt>
                <c:pt idx="28" formatCode="0%">
                  <c:v>5.1264672424633222E-2</c:v>
                </c:pt>
                <c:pt idx="29" formatCode="0%">
                  <c:v>0.20639514606470569</c:v>
                </c:pt>
                <c:pt idx="30" formatCode="0%">
                  <c:v>0.19180183964344399</c:v>
                </c:pt>
                <c:pt idx="32" formatCode="0%">
                  <c:v>9.2631609229093859E-2</c:v>
                </c:pt>
                <c:pt idx="33" formatCode="0%">
                  <c:v>0.11806016937439121</c:v>
                </c:pt>
                <c:pt idx="34" formatCode="0%">
                  <c:v>0.1334018109507058</c:v>
                </c:pt>
                <c:pt idx="35" formatCode="0%">
                  <c:v>0.32234191454655092</c:v>
                </c:pt>
                <c:pt idx="36" formatCode="0%">
                  <c:v>0.35969624056863592</c:v>
                </c:pt>
                <c:pt idx="38" formatCode="0%">
                  <c:v>0.19458612058932301</c:v>
                </c:pt>
                <c:pt idx="39" formatCode="0%">
                  <c:v>6.5192598344479907E-2</c:v>
                </c:pt>
                <c:pt idx="40" formatCode="0%">
                  <c:v>0.35687329451430461</c:v>
                </c:pt>
                <c:pt idx="41" formatCode="0%">
                  <c:v>0.1342277324429737</c:v>
                </c:pt>
                <c:pt idx="42" formatCode="0%">
                  <c:v>0.26740819845112662</c:v>
                </c:pt>
                <c:pt idx="44" formatCode="0%">
                  <c:v>0.37084998977832567</c:v>
                </c:pt>
                <c:pt idx="45" formatCode="0%">
                  <c:v>7.3475414681345469E-2</c:v>
                </c:pt>
                <c:pt idx="46" formatCode="0%">
                  <c:v>0.2081689994983702</c:v>
                </c:pt>
                <c:pt idx="47" formatCode="0%">
                  <c:v>0.1110880568821149</c:v>
                </c:pt>
                <c:pt idx="48" formatCode="0%">
                  <c:v>0.35238842583135199</c:v>
                </c:pt>
                <c:pt idx="49" formatCode="0%">
                  <c:v>0.30896810426760329</c:v>
                </c:pt>
                <c:pt idx="50" formatCode="0%">
                  <c:v>0.47460998095230528</c:v>
                </c:pt>
                <c:pt idx="51" formatCode="0%">
                  <c:v>0.22310719290433939</c:v>
                </c:pt>
                <c:pt idx="52" formatCode="0%">
                  <c:v>1.352177927554069E-2</c:v>
                </c:pt>
                <c:pt idx="53" formatCode="0%">
                  <c:v>0.42009098816899398</c:v>
                </c:pt>
                <c:pt idx="54" formatCode="0%">
                  <c:v>5.3626919293379767E-2</c:v>
                </c:pt>
                <c:pt idx="56" formatCode="0%">
                  <c:v>0.36115814651113881</c:v>
                </c:pt>
                <c:pt idx="57" formatCode="0%">
                  <c:v>0.31220299686558078</c:v>
                </c:pt>
                <c:pt idx="58" formatCode="0%">
                  <c:v>0.1394636660695838</c:v>
                </c:pt>
                <c:pt idx="59" formatCode="0%">
                  <c:v>0.25944927675491591</c:v>
                </c:pt>
                <c:pt idx="60" formatCode="0%">
                  <c:v>0.12712953478501141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A1A5-4A6E-92E6-7E2E379DF599}"/>
            </c:ext>
          </c:extLst>
        </c:ser>
        <c:ser>
          <c:idx val="6"/>
          <c:order val="6"/>
          <c:tx>
            <c:strRef>
              <c:f>Sheet1!$B$296</c:f>
              <c:strCache>
                <c:ptCount val="1"/>
                <c:pt idx="0">
                  <c:v>Combate à pobreza</c:v>
                </c:pt>
              </c:strCache>
            </c:strRef>
          </c:tx>
          <c:spPr>
            <a:ln w="63500" cap="rnd">
              <a:solidFill>
                <a:schemeClr val="bg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2"/>
              </a:solidFill>
              <a:ln w="9525">
                <a:solidFill>
                  <a:schemeClr val="bg2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Sheet1!$C$296:$BK$296</c:f>
              <c:numCache>
                <c:formatCode>General</c:formatCode>
                <c:ptCount val="61"/>
                <c:pt idx="0" formatCode="0%">
                  <c:v>0.53397453464784539</c:v>
                </c:pt>
                <c:pt idx="2" formatCode="0%">
                  <c:v>0.53747688988405062</c:v>
                </c:pt>
                <c:pt idx="3" formatCode="0%">
                  <c:v>0.53195549722909485</c:v>
                </c:pt>
                <c:pt idx="5" formatCode="0%">
                  <c:v>0.39448296487322487</c:v>
                </c:pt>
                <c:pt idx="6" formatCode="0%">
                  <c:v>0.41677186410108502</c:v>
                </c:pt>
                <c:pt idx="7" formatCode="0%">
                  <c:v>0.54247253824515274</c:v>
                </c:pt>
                <c:pt idx="8" formatCode="0%">
                  <c:v>0.64747835481392035</c:v>
                </c:pt>
                <c:pt idx="10" formatCode="0%">
                  <c:v>0.63770650894813341</c:v>
                </c:pt>
                <c:pt idx="11" formatCode="0%">
                  <c:v>0.56568888088491132</c:v>
                </c:pt>
                <c:pt idx="12" formatCode="0%">
                  <c:v>0.37001023135485989</c:v>
                </c:pt>
                <c:pt idx="14" formatCode="0%">
                  <c:v>0.68108232879850461</c:v>
                </c:pt>
                <c:pt idx="15" formatCode="0%">
                  <c:v>0.59057206042252264</c:v>
                </c:pt>
                <c:pt idx="16" formatCode="0%">
                  <c:v>0.49264205343764372</c:v>
                </c:pt>
                <c:pt idx="17" formatCode="0%">
                  <c:v>0.36827464195092902</c:v>
                </c:pt>
                <c:pt idx="19" formatCode="0%">
                  <c:v>0.52620617981546658</c:v>
                </c:pt>
                <c:pt idx="20" formatCode="0%">
                  <c:v>0.5856039645353871</c:v>
                </c:pt>
                <c:pt idx="21" formatCode="0%">
                  <c:v>0.62228027887278747</c:v>
                </c:pt>
                <c:pt idx="22" formatCode="0%">
                  <c:v>0.51058630518899262</c:v>
                </c:pt>
                <c:pt idx="23" formatCode="0%">
                  <c:v>0.46069058806589641</c:v>
                </c:pt>
                <c:pt idx="24" formatCode="0%">
                  <c:v>0.41578138729207731</c:v>
                </c:pt>
                <c:pt idx="26" formatCode="0%">
                  <c:v>0.5397815663134079</c:v>
                </c:pt>
                <c:pt idx="27" formatCode="0%">
                  <c:v>0.68036635815871294</c:v>
                </c:pt>
                <c:pt idx="28" formatCode="0%">
                  <c:v>0.29981325342963971</c:v>
                </c:pt>
                <c:pt idx="29" formatCode="0%">
                  <c:v>0.60500538975344864</c:v>
                </c:pt>
                <c:pt idx="30" formatCode="0%">
                  <c:v>0.52555758149905385</c:v>
                </c:pt>
                <c:pt idx="32" formatCode="0%">
                  <c:v>0.42589786665785639</c:v>
                </c:pt>
                <c:pt idx="33" formatCode="0%">
                  <c:v>0.30481985071270712</c:v>
                </c:pt>
                <c:pt idx="34" formatCode="0%">
                  <c:v>0.47783639739066031</c:v>
                </c:pt>
                <c:pt idx="35" formatCode="0%">
                  <c:v>0.64909272213287483</c:v>
                </c:pt>
                <c:pt idx="36" formatCode="0%">
                  <c:v>0.66176823679431473</c:v>
                </c:pt>
                <c:pt idx="38" formatCode="0%">
                  <c:v>0.58735760166551521</c:v>
                </c:pt>
                <c:pt idx="39" formatCode="0%">
                  <c:v>0.31592973305067651</c:v>
                </c:pt>
                <c:pt idx="40" formatCode="0%">
                  <c:v>0.6644587910575781</c:v>
                </c:pt>
                <c:pt idx="41" formatCode="0%">
                  <c:v>0.56486173792027894</c:v>
                </c:pt>
                <c:pt idx="42" formatCode="0%">
                  <c:v>0.55285372775331554</c:v>
                </c:pt>
                <c:pt idx="44" formatCode="0%">
                  <c:v>0.69902221156486122</c:v>
                </c:pt>
                <c:pt idx="45" formatCode="0%">
                  <c:v>0.31332902919220812</c:v>
                </c:pt>
                <c:pt idx="46" formatCode="0%">
                  <c:v>0.61021866672874125</c:v>
                </c:pt>
                <c:pt idx="47" formatCode="0%">
                  <c:v>0.23666994017068879</c:v>
                </c:pt>
                <c:pt idx="48" formatCode="0%">
                  <c:v>0.62863287802953094</c:v>
                </c:pt>
                <c:pt idx="49" formatCode="0%">
                  <c:v>0.92521655780085377</c:v>
                </c:pt>
                <c:pt idx="50" formatCode="0%">
                  <c:v>0.55401897636210118</c:v>
                </c:pt>
                <c:pt idx="51" formatCode="0%">
                  <c:v>0.17498282674933349</c:v>
                </c:pt>
                <c:pt idx="52" formatCode="0%">
                  <c:v>0.61078436600000752</c:v>
                </c:pt>
                <c:pt idx="53" formatCode="0%">
                  <c:v>0.56177858392661773</c:v>
                </c:pt>
                <c:pt idx="54" formatCode="0%">
                  <c:v>0.48816616221255421</c:v>
                </c:pt>
                <c:pt idx="56" formatCode="0%">
                  <c:v>0.74806215161227285</c:v>
                </c:pt>
                <c:pt idx="57" formatCode="0%">
                  <c:v>0.52468688709936262</c:v>
                </c:pt>
                <c:pt idx="58" formatCode="0%">
                  <c:v>0.47747363253323338</c:v>
                </c:pt>
                <c:pt idx="59" formatCode="0%">
                  <c:v>0.51585491474868417</c:v>
                </c:pt>
                <c:pt idx="60" formatCode="0%">
                  <c:v>0.45636703816306579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6-A1A5-4A6E-92E6-7E2E379DF599}"/>
            </c:ext>
          </c:extLst>
        </c:ser>
        <c:ser>
          <c:idx val="7"/>
          <c:order val="7"/>
          <c:tx>
            <c:strRef>
              <c:f>Sheet1!$B$297</c:f>
              <c:strCache>
                <c:ptCount val="1"/>
                <c:pt idx="0">
                  <c:v>Atendimento a pessoas idosas</c:v>
                </c:pt>
              </c:strCache>
            </c:strRef>
          </c:tx>
          <c:spPr>
            <a:ln w="63500" cap="rnd">
              <a:solidFill>
                <a:srgbClr val="007F48"/>
              </a:solidFill>
              <a:prstDash val="solid"/>
              <a:round/>
            </a:ln>
            <a:effectLst/>
          </c:spPr>
          <c:marker>
            <c:symbol val="circle"/>
            <c:size val="15"/>
            <c:spPr>
              <a:solidFill>
                <a:srgbClr val="007F48"/>
              </a:solidFill>
              <a:ln w="9525">
                <a:solidFill>
                  <a:srgbClr val="007F48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Sheet1!$C$297:$BK$297</c:f>
              <c:numCache>
                <c:formatCode>General</c:formatCode>
                <c:ptCount val="61"/>
                <c:pt idx="0" formatCode="0%">
                  <c:v>0.37332719895291561</c:v>
                </c:pt>
                <c:pt idx="2" formatCode="0%">
                  <c:v>0.34808911627257583</c:v>
                </c:pt>
                <c:pt idx="3" formatCode="0%">
                  <c:v>0.40029484858930248</c:v>
                </c:pt>
                <c:pt idx="5" formatCode="0%">
                  <c:v>0.26388275942658712</c:v>
                </c:pt>
                <c:pt idx="6" formatCode="0%">
                  <c:v>0.28999982612659758</c:v>
                </c:pt>
                <c:pt idx="7" formatCode="0%">
                  <c:v>0.4298587477821269</c:v>
                </c:pt>
                <c:pt idx="8" formatCode="0%">
                  <c:v>0.41530306289322733</c:v>
                </c:pt>
                <c:pt idx="10" formatCode="0%">
                  <c:v>0.40244049666200887</c:v>
                </c:pt>
                <c:pt idx="11" formatCode="0%">
                  <c:v>0.4293490835354159</c:v>
                </c:pt>
                <c:pt idx="12" formatCode="0%">
                  <c:v>0.26242640743110851</c:v>
                </c:pt>
                <c:pt idx="14" formatCode="0%">
                  <c:v>0.46575820655948991</c:v>
                </c:pt>
                <c:pt idx="15" formatCode="0%">
                  <c:v>0.35756774121274232</c:v>
                </c:pt>
                <c:pt idx="16" formatCode="0%">
                  <c:v>0.34383490744984158</c:v>
                </c:pt>
                <c:pt idx="17" formatCode="0%">
                  <c:v>0.34817478719477979</c:v>
                </c:pt>
                <c:pt idx="19" formatCode="0%">
                  <c:v>0.28596385394466611</c:v>
                </c:pt>
                <c:pt idx="20" formatCode="0%">
                  <c:v>0.31418653229707411</c:v>
                </c:pt>
                <c:pt idx="21" formatCode="0%">
                  <c:v>0.43193985844309141</c:v>
                </c:pt>
                <c:pt idx="22" formatCode="0%">
                  <c:v>0.36477280963400899</c:v>
                </c:pt>
                <c:pt idx="23" formatCode="0%">
                  <c:v>0.35109087965431279</c:v>
                </c:pt>
                <c:pt idx="24" formatCode="0%">
                  <c:v>0.34429576126891992</c:v>
                </c:pt>
                <c:pt idx="26" formatCode="0%">
                  <c:v>0.39145603102587612</c:v>
                </c:pt>
                <c:pt idx="27" formatCode="0%">
                  <c:v>0.43489217794521839</c:v>
                </c:pt>
                <c:pt idx="28" formatCode="0%">
                  <c:v>0.24410286552544749</c:v>
                </c:pt>
                <c:pt idx="29" formatCode="0%">
                  <c:v>0.46373568885771449</c:v>
                </c:pt>
                <c:pt idx="30" formatCode="0%">
                  <c:v>0.33436910983372831</c:v>
                </c:pt>
                <c:pt idx="32" formatCode="0%">
                  <c:v>0.34012545416250151</c:v>
                </c:pt>
                <c:pt idx="33" formatCode="0%">
                  <c:v>0.28083018884706967</c:v>
                </c:pt>
                <c:pt idx="34" formatCode="0%">
                  <c:v>0.3264834975511503</c:v>
                </c:pt>
                <c:pt idx="35" formatCode="0%">
                  <c:v>0.43020276714803912</c:v>
                </c:pt>
                <c:pt idx="36" formatCode="0%">
                  <c:v>0.36332003205619462</c:v>
                </c:pt>
                <c:pt idx="38" formatCode="0%">
                  <c:v>0.36712078971360962</c:v>
                </c:pt>
                <c:pt idx="39" formatCode="0%">
                  <c:v>0.24053524994723369</c:v>
                </c:pt>
                <c:pt idx="40" formatCode="0%">
                  <c:v>0.4301876512391678</c:v>
                </c:pt>
                <c:pt idx="41" formatCode="0%">
                  <c:v>0.47363120620976529</c:v>
                </c:pt>
                <c:pt idx="42" formatCode="0%">
                  <c:v>0.37966960573635972</c:v>
                </c:pt>
                <c:pt idx="44" formatCode="0%">
                  <c:v>0.46219600397772842</c:v>
                </c:pt>
                <c:pt idx="45" formatCode="0%">
                  <c:v>0.26122169256969557</c:v>
                </c:pt>
                <c:pt idx="46" formatCode="0%">
                  <c:v>0.45184422629729698</c:v>
                </c:pt>
                <c:pt idx="47" formatCode="0%">
                  <c:v>0.1640358497167696</c:v>
                </c:pt>
                <c:pt idx="48" formatCode="0%">
                  <c:v>0.33919158937200938</c:v>
                </c:pt>
                <c:pt idx="49" formatCode="0%">
                  <c:v>0.44911505523690459</c:v>
                </c:pt>
                <c:pt idx="50" formatCode="0%">
                  <c:v>0.180784333334989</c:v>
                </c:pt>
                <c:pt idx="51" formatCode="0%">
                  <c:v>0.15509762106912681</c:v>
                </c:pt>
                <c:pt idx="52" formatCode="0%">
                  <c:v>0.38008988130615151</c:v>
                </c:pt>
                <c:pt idx="53" formatCode="0%">
                  <c:v>0.55684923790857299</c:v>
                </c:pt>
                <c:pt idx="54" formatCode="0%">
                  <c:v>0.36629043057610938</c:v>
                </c:pt>
                <c:pt idx="56" formatCode="0%">
                  <c:v>0.48960837496429122</c:v>
                </c:pt>
                <c:pt idx="57" formatCode="0%">
                  <c:v>0.34002517607407229</c:v>
                </c:pt>
                <c:pt idx="58" formatCode="0%">
                  <c:v>0.31566893503206189</c:v>
                </c:pt>
                <c:pt idx="59" formatCode="0%">
                  <c:v>0.40383143341349909</c:v>
                </c:pt>
                <c:pt idx="60" formatCode="0%">
                  <c:v>0.31729122498413281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7-A1A5-4A6E-92E6-7E2E379DF599}"/>
            </c:ext>
          </c:extLst>
        </c:ser>
        <c:ser>
          <c:idx val="8"/>
          <c:order val="8"/>
          <c:tx>
            <c:strRef>
              <c:f>Sheet1!$B$298</c:f>
              <c:strCache>
                <c:ptCount val="1"/>
                <c:pt idx="0">
                  <c:v>Apoio à saúde mental</c:v>
                </c:pt>
              </c:strCache>
            </c:strRef>
          </c:tx>
          <c:spPr>
            <a:ln w="635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Sheet1!$C$298:$BK$298</c:f>
              <c:numCache>
                <c:formatCode>General</c:formatCode>
                <c:ptCount val="61"/>
                <c:pt idx="0" formatCode="0%">
                  <c:v>0.2767383923326116</c:v>
                </c:pt>
                <c:pt idx="2" formatCode="0%">
                  <c:v>0.2311574945865065</c:v>
                </c:pt>
                <c:pt idx="3" formatCode="0%">
                  <c:v>0.32444808057452718</c:v>
                </c:pt>
                <c:pt idx="5" formatCode="0%">
                  <c:v>0.3340119614328072</c:v>
                </c:pt>
                <c:pt idx="6" formatCode="0%">
                  <c:v>0.25464771073257919</c:v>
                </c:pt>
                <c:pt idx="7" formatCode="0%">
                  <c:v>0.29451435238084939</c:v>
                </c:pt>
                <c:pt idx="8" formatCode="0%">
                  <c:v>0.25531535877542649</c:v>
                </c:pt>
                <c:pt idx="10" formatCode="0%">
                  <c:v>0.25328641746291208</c:v>
                </c:pt>
                <c:pt idx="11" formatCode="0%">
                  <c:v>0.32026864839756081</c:v>
                </c:pt>
                <c:pt idx="12" formatCode="0%">
                  <c:v>0.24399654406845939</c:v>
                </c:pt>
                <c:pt idx="14" formatCode="0%">
                  <c:v>0.35881114689349269</c:v>
                </c:pt>
                <c:pt idx="15" formatCode="0%">
                  <c:v>0.28712852244398901</c:v>
                </c:pt>
                <c:pt idx="16" formatCode="0%">
                  <c:v>0.25913864819688193</c:v>
                </c:pt>
                <c:pt idx="17" formatCode="0%">
                  <c:v>0.195043731573009</c:v>
                </c:pt>
                <c:pt idx="19" formatCode="0%">
                  <c:v>0.17024163766470091</c:v>
                </c:pt>
                <c:pt idx="20" formatCode="0%">
                  <c:v>0.27520712007213138</c:v>
                </c:pt>
                <c:pt idx="21" formatCode="0%">
                  <c:v>0.32087753948607101</c:v>
                </c:pt>
                <c:pt idx="22" formatCode="0%">
                  <c:v>0.3019704144237072</c:v>
                </c:pt>
                <c:pt idx="23" formatCode="0%">
                  <c:v>0.23290953276335799</c:v>
                </c:pt>
                <c:pt idx="24" formatCode="0%">
                  <c:v>0.2484762120529416</c:v>
                </c:pt>
                <c:pt idx="26" formatCode="0%">
                  <c:v>0.375415141868499</c:v>
                </c:pt>
                <c:pt idx="27" formatCode="0%">
                  <c:v>0.35163441537731199</c:v>
                </c:pt>
                <c:pt idx="28" formatCode="0%">
                  <c:v>0.1305162933545736</c:v>
                </c:pt>
                <c:pt idx="29" formatCode="0%">
                  <c:v>0.2818668973875218</c:v>
                </c:pt>
                <c:pt idx="30" formatCode="0%">
                  <c:v>0.26427319327458809</c:v>
                </c:pt>
                <c:pt idx="32" formatCode="0%">
                  <c:v>0.16237290655770051</c:v>
                </c:pt>
                <c:pt idx="33" formatCode="0%">
                  <c:v>0.14536198133854911</c:v>
                </c:pt>
                <c:pt idx="34" formatCode="0%">
                  <c:v>0.19232093383852869</c:v>
                </c:pt>
                <c:pt idx="35" formatCode="0%">
                  <c:v>0.40513459462406598</c:v>
                </c:pt>
                <c:pt idx="36" formatCode="0%">
                  <c:v>0.30739226699225242</c:v>
                </c:pt>
                <c:pt idx="38" formatCode="0%">
                  <c:v>0.33802721919682288</c:v>
                </c:pt>
                <c:pt idx="39" formatCode="0%">
                  <c:v>0.12720377164681501</c:v>
                </c:pt>
                <c:pt idx="40" formatCode="0%">
                  <c:v>0.31968435049920302</c:v>
                </c:pt>
                <c:pt idx="41" formatCode="0%">
                  <c:v>0.27783856779554711</c:v>
                </c:pt>
                <c:pt idx="42" formatCode="0%">
                  <c:v>0.30448956050800879</c:v>
                </c:pt>
                <c:pt idx="44" formatCode="0%">
                  <c:v>0.33363253140630078</c:v>
                </c:pt>
                <c:pt idx="45" formatCode="0%">
                  <c:v>0.14750540635836859</c:v>
                </c:pt>
                <c:pt idx="46" formatCode="0%">
                  <c:v>0.27482624432948749</c:v>
                </c:pt>
                <c:pt idx="47" formatCode="0%">
                  <c:v>0.11784746302863611</c:v>
                </c:pt>
                <c:pt idx="48" formatCode="0%">
                  <c:v>0.25477854083713558</c:v>
                </c:pt>
                <c:pt idx="49" formatCode="0%">
                  <c:v>0.35956582646364432</c:v>
                </c:pt>
                <c:pt idx="50" formatCode="0%">
                  <c:v>0.614355743202181</c:v>
                </c:pt>
                <c:pt idx="51" formatCode="0%">
                  <c:v>0.30944655622393707</c:v>
                </c:pt>
                <c:pt idx="52" formatCode="0%">
                  <c:v>0.20692756175995311</c:v>
                </c:pt>
                <c:pt idx="53" formatCode="0%">
                  <c:v>0.42106595976581168</c:v>
                </c:pt>
                <c:pt idx="54" formatCode="0%">
                  <c:v>0.43517139065053578</c:v>
                </c:pt>
                <c:pt idx="56" formatCode="0%">
                  <c:v>0.36339891831728383</c:v>
                </c:pt>
                <c:pt idx="57" formatCode="0%">
                  <c:v>0.31138845467419513</c:v>
                </c:pt>
                <c:pt idx="58" formatCode="0%">
                  <c:v>0.19562938504799909</c:v>
                </c:pt>
                <c:pt idx="59" formatCode="0%">
                  <c:v>0.37451513168848538</c:v>
                </c:pt>
                <c:pt idx="60" formatCode="0%">
                  <c:v>0.20816743739854149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8-A1A5-4A6E-92E6-7E2E379DF599}"/>
            </c:ext>
          </c:extLst>
        </c:ser>
        <c:ser>
          <c:idx val="9"/>
          <c:order val="9"/>
          <c:tx>
            <c:strRef>
              <c:f>Sheet1!$B$299</c:f>
              <c:strCache>
                <c:ptCount val="1"/>
                <c:pt idx="0">
                  <c:v>Proteção a pessoas com deficiência</c:v>
                </c:pt>
              </c:strCache>
            </c:strRef>
          </c:tx>
          <c:spPr>
            <a:ln w="6350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C000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Sheet1!$C$299:$BK$299</c:f>
              <c:numCache>
                <c:formatCode>General</c:formatCode>
                <c:ptCount val="61"/>
                <c:pt idx="0" formatCode="0%">
                  <c:v>0.2837777242379389</c:v>
                </c:pt>
                <c:pt idx="2" formatCode="0%">
                  <c:v>0.25714204797554863</c:v>
                </c:pt>
                <c:pt idx="3" formatCode="0%">
                  <c:v>0.31095767834539989</c:v>
                </c:pt>
                <c:pt idx="5" formatCode="0%">
                  <c:v>0.16411694147262831</c:v>
                </c:pt>
                <c:pt idx="6" formatCode="0%">
                  <c:v>0.23427334268545161</c:v>
                </c:pt>
                <c:pt idx="7" formatCode="0%">
                  <c:v>0.31429241295191412</c:v>
                </c:pt>
                <c:pt idx="8" formatCode="0%">
                  <c:v>0.3304210117302871</c:v>
                </c:pt>
                <c:pt idx="10" formatCode="0%">
                  <c:v>0.29567336084877421</c:v>
                </c:pt>
                <c:pt idx="11" formatCode="0%">
                  <c:v>0.35002304261950418</c:v>
                </c:pt>
                <c:pt idx="12" formatCode="0%">
                  <c:v>0.17876679604084589</c:v>
                </c:pt>
                <c:pt idx="14" formatCode="0%">
                  <c:v>0.38221090012332531</c:v>
                </c:pt>
                <c:pt idx="15" formatCode="0%">
                  <c:v>0.28487913456802078</c:v>
                </c:pt>
                <c:pt idx="16" formatCode="0%">
                  <c:v>0.24356599221603831</c:v>
                </c:pt>
                <c:pt idx="17" formatCode="0%">
                  <c:v>0.26865559922179078</c:v>
                </c:pt>
                <c:pt idx="19" formatCode="0%">
                  <c:v>0.26140906790826329</c:v>
                </c:pt>
                <c:pt idx="20" formatCode="0%">
                  <c:v>0.246738125415319</c:v>
                </c:pt>
                <c:pt idx="21" formatCode="0%">
                  <c:v>0.35166102967000401</c:v>
                </c:pt>
                <c:pt idx="22" formatCode="0%">
                  <c:v>0.29289953557472642</c:v>
                </c:pt>
                <c:pt idx="23" formatCode="0%">
                  <c:v>0.23785782097071539</c:v>
                </c:pt>
                <c:pt idx="24" formatCode="0%">
                  <c:v>0.16250231229079301</c:v>
                </c:pt>
                <c:pt idx="26" formatCode="0%">
                  <c:v>0.25115653055376602</c:v>
                </c:pt>
                <c:pt idx="27" formatCode="0%">
                  <c:v>0.35134621711099662</c:v>
                </c:pt>
                <c:pt idx="28" formatCode="0%">
                  <c:v>0.16736434161260511</c:v>
                </c:pt>
                <c:pt idx="29" formatCode="0%">
                  <c:v>0.34478770217302313</c:v>
                </c:pt>
                <c:pt idx="30" formatCode="0%">
                  <c:v>0.28488048362673368</c:v>
                </c:pt>
                <c:pt idx="32" formatCode="0%">
                  <c:v>0.17997806869414451</c:v>
                </c:pt>
                <c:pt idx="33" formatCode="0%">
                  <c:v>0.27654542861297399</c:v>
                </c:pt>
                <c:pt idx="34" formatCode="0%">
                  <c:v>0.26381871956081598</c:v>
                </c:pt>
                <c:pt idx="35" formatCode="0%">
                  <c:v>0.3662125567625345</c:v>
                </c:pt>
                <c:pt idx="36" formatCode="0%">
                  <c:v>0.2779416142923975</c:v>
                </c:pt>
                <c:pt idx="38" formatCode="0%">
                  <c:v>0.26244744913372492</c:v>
                </c:pt>
                <c:pt idx="39" formatCode="0%">
                  <c:v>0.17727072956814169</c:v>
                </c:pt>
                <c:pt idx="40" formatCode="0%">
                  <c:v>0.34427677931486361</c:v>
                </c:pt>
                <c:pt idx="41" formatCode="0%">
                  <c:v>0.33056839047146203</c:v>
                </c:pt>
                <c:pt idx="42" formatCode="0%">
                  <c:v>0.31937025971312571</c:v>
                </c:pt>
                <c:pt idx="44" formatCode="0%">
                  <c:v>0.34623292118735249</c:v>
                </c:pt>
                <c:pt idx="45" formatCode="0%">
                  <c:v>0.1770224725856982</c:v>
                </c:pt>
                <c:pt idx="46" formatCode="0%">
                  <c:v>0.3340338953309191</c:v>
                </c:pt>
                <c:pt idx="47" formatCode="0%">
                  <c:v>0.12875947197396759</c:v>
                </c:pt>
                <c:pt idx="48" formatCode="0%">
                  <c:v>0.21520632225350311</c:v>
                </c:pt>
                <c:pt idx="49" formatCode="0%">
                  <c:v>0.48941750663198752</c:v>
                </c:pt>
                <c:pt idx="50" formatCode="0%">
                  <c:v>0.30918102088333821</c:v>
                </c:pt>
                <c:pt idx="51" formatCode="0%">
                  <c:v>0.12356077535558151</c:v>
                </c:pt>
                <c:pt idx="52" formatCode="0%">
                  <c:v>0.33029852509341578</c:v>
                </c:pt>
                <c:pt idx="53" formatCode="0%">
                  <c:v>0.40041494652239801</c:v>
                </c:pt>
                <c:pt idx="54" formatCode="0%">
                  <c:v>0.23702936186314441</c:v>
                </c:pt>
                <c:pt idx="56" formatCode="0%">
                  <c:v>0.36813196350820532</c:v>
                </c:pt>
                <c:pt idx="57" formatCode="0%">
                  <c:v>0.26785919941536479</c:v>
                </c:pt>
                <c:pt idx="58" formatCode="0%">
                  <c:v>0.19214215201103119</c:v>
                </c:pt>
                <c:pt idx="59" formatCode="0%">
                  <c:v>0.28871505757115012</c:v>
                </c:pt>
                <c:pt idx="60" formatCode="0%">
                  <c:v>0.26033108523095783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9-A1A5-4A6E-92E6-7E2E379DF599}"/>
            </c:ext>
          </c:extLst>
        </c:ser>
        <c:ser>
          <c:idx val="10"/>
          <c:order val="10"/>
          <c:tx>
            <c:strRef>
              <c:f>Sheet1!$B$300</c:f>
              <c:strCache>
                <c:ptCount val="1"/>
                <c:pt idx="0">
                  <c:v>Integração de imigrantes</c:v>
                </c:pt>
              </c:strCache>
            </c:strRef>
          </c:tx>
          <c:spPr>
            <a:ln w="63500" cap="rnd">
              <a:solidFill>
                <a:schemeClr val="accent6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chemeClr val="accent6">
                    <a:lumMod val="40000"/>
                    <a:lumOff val="6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Sheet1!$C$300:$BK$300</c:f>
              <c:numCache>
                <c:formatCode>General</c:formatCode>
                <c:ptCount val="61"/>
                <c:pt idx="0" formatCode="0%">
                  <c:v>0.29043592181226491</c:v>
                </c:pt>
                <c:pt idx="2" formatCode="0%">
                  <c:v>0.27240571215817799</c:v>
                </c:pt>
                <c:pt idx="3" formatCode="0%">
                  <c:v>0.31197426496479719</c:v>
                </c:pt>
                <c:pt idx="5" formatCode="0%">
                  <c:v>0.19090004983120451</c:v>
                </c:pt>
                <c:pt idx="6" formatCode="0%">
                  <c:v>0.31582351724358643</c:v>
                </c:pt>
                <c:pt idx="7" formatCode="0%">
                  <c:v>0.28387630289473759</c:v>
                </c:pt>
                <c:pt idx="8" formatCode="0%">
                  <c:v>0.31523673376702771</c:v>
                </c:pt>
                <c:pt idx="10" formatCode="0%">
                  <c:v>0.2716338638385159</c:v>
                </c:pt>
                <c:pt idx="11" formatCode="0%">
                  <c:v>0.26808302948060297</c:v>
                </c:pt>
                <c:pt idx="12" formatCode="0%">
                  <c:v>0.34301882341214213</c:v>
                </c:pt>
                <c:pt idx="14" formatCode="0%">
                  <c:v>0.27776995195604232</c:v>
                </c:pt>
                <c:pt idx="15" formatCode="0%">
                  <c:v>0.28079378989281473</c:v>
                </c:pt>
                <c:pt idx="16" formatCode="0%">
                  <c:v>0.33723365591809101</c:v>
                </c:pt>
                <c:pt idx="17" formatCode="0%">
                  <c:v>0.25848252412125011</c:v>
                </c:pt>
                <c:pt idx="19" formatCode="0%">
                  <c:v>0.31740251471772712</c:v>
                </c:pt>
                <c:pt idx="20" formatCode="0%">
                  <c:v>0.38980331989068878</c:v>
                </c:pt>
                <c:pt idx="21" formatCode="0%">
                  <c:v>0.32475564982894922</c:v>
                </c:pt>
                <c:pt idx="22" formatCode="0%">
                  <c:v>0.30992747889999961</c:v>
                </c:pt>
                <c:pt idx="23" formatCode="0%">
                  <c:v>0.20946170773191791</c:v>
                </c:pt>
                <c:pt idx="24" formatCode="0%">
                  <c:v>0.26833843263642138</c:v>
                </c:pt>
                <c:pt idx="26" formatCode="0%">
                  <c:v>0.32141182036100202</c:v>
                </c:pt>
                <c:pt idx="27" formatCode="0%">
                  <c:v>0.39109227008491593</c:v>
                </c:pt>
                <c:pt idx="28" formatCode="0%">
                  <c:v>0.16190290940051519</c:v>
                </c:pt>
                <c:pt idx="29" formatCode="0%">
                  <c:v>0.26961899300084807</c:v>
                </c:pt>
                <c:pt idx="30" formatCode="0%">
                  <c:v>0.29945925105624038</c:v>
                </c:pt>
                <c:pt idx="32" formatCode="0%">
                  <c:v>0.19832019032199111</c:v>
                </c:pt>
                <c:pt idx="33" formatCode="0%">
                  <c:v>0.19830886272822471</c:v>
                </c:pt>
                <c:pt idx="34" formatCode="0%">
                  <c:v>0.32832660046147227</c:v>
                </c:pt>
                <c:pt idx="35" formatCode="0%">
                  <c:v>0.38104359835096058</c:v>
                </c:pt>
                <c:pt idx="36" formatCode="0%">
                  <c:v>0.40297520760951472</c:v>
                </c:pt>
                <c:pt idx="38" formatCode="0%">
                  <c:v>0.25945987526375741</c:v>
                </c:pt>
                <c:pt idx="39" formatCode="0%">
                  <c:v>0.16751831374784079</c:v>
                </c:pt>
                <c:pt idx="40" formatCode="0%">
                  <c:v>0.4064399492155385</c:v>
                </c:pt>
                <c:pt idx="41" formatCode="0%">
                  <c:v>0.2253290670008645</c:v>
                </c:pt>
                <c:pt idx="42" formatCode="0%">
                  <c:v>0.34146047412409702</c:v>
                </c:pt>
                <c:pt idx="44" formatCode="0%">
                  <c:v>0.39427541080116879</c:v>
                </c:pt>
                <c:pt idx="45" formatCode="0%">
                  <c:v>0.18248947154951231</c:v>
                </c:pt>
                <c:pt idx="46" formatCode="0%">
                  <c:v>0.25473303887502002</c:v>
                </c:pt>
                <c:pt idx="47" formatCode="0%">
                  <c:v>0.22809256168882411</c:v>
                </c:pt>
                <c:pt idx="48" formatCode="0%">
                  <c:v>0.57767609728826286</c:v>
                </c:pt>
                <c:pt idx="49" formatCode="0%">
                  <c:v>0.39035616680191898</c:v>
                </c:pt>
                <c:pt idx="50" formatCode="0%">
                  <c:v>0.44416350430966323</c:v>
                </c:pt>
                <c:pt idx="51" formatCode="0%">
                  <c:v>0.31268686905017778</c:v>
                </c:pt>
                <c:pt idx="52" formatCode="0%">
                  <c:v>0.20265727550340029</c:v>
                </c:pt>
                <c:pt idx="53" formatCode="0%">
                  <c:v>0.48686692072270882</c:v>
                </c:pt>
                <c:pt idx="54" formatCode="0%">
                  <c:v>0.18761741912904281</c:v>
                </c:pt>
                <c:pt idx="56" formatCode="0%">
                  <c:v>0.3923506312529923</c:v>
                </c:pt>
                <c:pt idx="57" formatCode="0%">
                  <c:v>0.39574785213923092</c:v>
                </c:pt>
                <c:pt idx="58" formatCode="0%">
                  <c:v>0.20309835139506779</c:v>
                </c:pt>
                <c:pt idx="59" formatCode="0%">
                  <c:v>0.31830653789702412</c:v>
                </c:pt>
                <c:pt idx="60" formatCode="0%">
                  <c:v>0.23539063789625289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A-A1A5-4A6E-92E6-7E2E379DF599}"/>
            </c:ext>
          </c:extLst>
        </c:ser>
        <c:ser>
          <c:idx val="11"/>
          <c:order val="11"/>
          <c:tx>
            <c:strRef>
              <c:f>Sheet1!$B$301</c:f>
              <c:strCache>
                <c:ptCount val="1"/>
                <c:pt idx="0">
                  <c:v>Gestão de resíduos</c:v>
                </c:pt>
              </c:strCache>
            </c:strRef>
          </c:tx>
          <c:spPr>
            <a:ln w="63500" cap="rnd">
              <a:solidFill>
                <a:schemeClr val="bg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2">
                  <a:lumMod val="60000"/>
                  <a:lumOff val="40000"/>
                </a:schemeClr>
              </a:solidFill>
              <a:ln w="9525">
                <a:solidFill>
                  <a:schemeClr val="bg2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Sheet1!$C$301:$BK$301</c:f>
              <c:numCache>
                <c:formatCode>General</c:formatCode>
                <c:ptCount val="61"/>
                <c:pt idx="0" formatCode="0%">
                  <c:v>9.9983533951824827E-2</c:v>
                </c:pt>
                <c:pt idx="2" formatCode="0%">
                  <c:v>0.1175403544390808</c:v>
                </c:pt>
                <c:pt idx="3" formatCode="0%">
                  <c:v>8.1949124102585855E-2</c:v>
                </c:pt>
                <c:pt idx="5" formatCode="0%">
                  <c:v>8.2985219243448455E-2</c:v>
                </c:pt>
                <c:pt idx="6" formatCode="0%">
                  <c:v>0.12357515442103011</c:v>
                </c:pt>
                <c:pt idx="7" formatCode="0%">
                  <c:v>0.1162863084261761</c:v>
                </c:pt>
                <c:pt idx="8" formatCode="0%">
                  <c:v>7.7821992247454536E-2</c:v>
                </c:pt>
                <c:pt idx="10" formatCode="0%">
                  <c:v>0.1060031227735285</c:v>
                </c:pt>
                <c:pt idx="11" formatCode="0%">
                  <c:v>0.1020697806068455</c:v>
                </c:pt>
                <c:pt idx="12" formatCode="0%">
                  <c:v>9.0130120685356155E-2</c:v>
                </c:pt>
                <c:pt idx="14" formatCode="0%">
                  <c:v>0.162579431974508</c:v>
                </c:pt>
                <c:pt idx="15" formatCode="0%">
                  <c:v>9.7453359696266326E-2</c:v>
                </c:pt>
                <c:pt idx="16" formatCode="0%">
                  <c:v>9.7954017689928105E-2</c:v>
                </c:pt>
                <c:pt idx="17" formatCode="0%">
                  <c:v>6.2501156927815216E-2</c:v>
                </c:pt>
                <c:pt idx="19" formatCode="0%">
                  <c:v>6.6829137169192157E-2</c:v>
                </c:pt>
                <c:pt idx="20" formatCode="0%">
                  <c:v>0.109914976888729</c:v>
                </c:pt>
                <c:pt idx="21" formatCode="0%">
                  <c:v>0.1408688246323366</c:v>
                </c:pt>
                <c:pt idx="22" formatCode="0%">
                  <c:v>0.13277673706181201</c:v>
                </c:pt>
                <c:pt idx="23" formatCode="0%">
                  <c:v>4.115160978696622E-2</c:v>
                </c:pt>
                <c:pt idx="24" formatCode="0%">
                  <c:v>5.8123923664701052E-2</c:v>
                </c:pt>
                <c:pt idx="26" formatCode="0%">
                  <c:v>0.11768095039518001</c:v>
                </c:pt>
                <c:pt idx="27" formatCode="0%">
                  <c:v>8.9335018842860561E-2</c:v>
                </c:pt>
                <c:pt idx="28" formatCode="0%">
                  <c:v>3.4638888829902757E-2</c:v>
                </c:pt>
                <c:pt idx="29" formatCode="0%">
                  <c:v>0.124836144952945</c:v>
                </c:pt>
                <c:pt idx="30" formatCode="0%">
                  <c:v>0.13943194459953751</c:v>
                </c:pt>
                <c:pt idx="32" formatCode="0%">
                  <c:v>6.949873275506066E-2</c:v>
                </c:pt>
                <c:pt idx="33" formatCode="0%">
                  <c:v>7.5877408253792508E-2</c:v>
                </c:pt>
                <c:pt idx="34" formatCode="0%">
                  <c:v>0.1013239154518539</c:v>
                </c:pt>
                <c:pt idx="35" formatCode="0%">
                  <c:v>0.10569438174512601</c:v>
                </c:pt>
                <c:pt idx="36" formatCode="0%">
                  <c:v>0.1111926005000925</c:v>
                </c:pt>
                <c:pt idx="38" formatCode="0%">
                  <c:v>0.1151176363759526</c:v>
                </c:pt>
                <c:pt idx="39" formatCode="0%">
                  <c:v>3.4154682994478942E-2</c:v>
                </c:pt>
                <c:pt idx="40" formatCode="0%">
                  <c:v>9.045372995989677E-2</c:v>
                </c:pt>
                <c:pt idx="41" formatCode="0%">
                  <c:v>0.1142934108317732</c:v>
                </c:pt>
                <c:pt idx="42" formatCode="0%">
                  <c:v>0.15189016932230931</c:v>
                </c:pt>
                <c:pt idx="44" formatCode="0%">
                  <c:v>9.6190540672718733E-2</c:v>
                </c:pt>
                <c:pt idx="45" formatCode="0%">
                  <c:v>3.9390464660407257E-2</c:v>
                </c:pt>
                <c:pt idx="46" formatCode="0%">
                  <c:v>0.1243359944872595</c:v>
                </c:pt>
                <c:pt idx="47" formatCode="0%">
                  <c:v>3.0473184830515389E-2</c:v>
                </c:pt>
                <c:pt idx="48" formatCode="0%">
                  <c:v>7.9482750306262812E-2</c:v>
                </c:pt>
                <c:pt idx="49" formatCode="0%">
                  <c:v>0.34531453494085612</c:v>
                </c:pt>
                <c:pt idx="50" formatCode="0%">
                  <c:v>0.21460658506520791</c:v>
                </c:pt>
                <c:pt idx="51" formatCode="0%">
                  <c:v>0.17400565964133519</c:v>
                </c:pt>
                <c:pt idx="52" formatCode="0%">
                  <c:v>1.650304078494207E-2</c:v>
                </c:pt>
                <c:pt idx="53" formatCode="0%">
                  <c:v>0.1872903264071562</c:v>
                </c:pt>
                <c:pt idx="54" formatCode="0%">
                  <c:v>8.8363213908123614E-2</c:v>
                </c:pt>
                <c:pt idx="56" formatCode="0%">
                  <c:v>8.7615388601817515E-2</c:v>
                </c:pt>
                <c:pt idx="57" formatCode="0%">
                  <c:v>0.14571106464854669</c:v>
                </c:pt>
                <c:pt idx="58" formatCode="0%">
                  <c:v>8.2179617463356003E-2</c:v>
                </c:pt>
                <c:pt idx="59" formatCode="0%">
                  <c:v>9.8516921179396408E-2</c:v>
                </c:pt>
                <c:pt idx="60" formatCode="0%">
                  <c:v>0.1021794932129638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B-A1A5-4A6E-92E6-7E2E379DF599}"/>
            </c:ext>
          </c:extLst>
        </c:ser>
        <c:ser>
          <c:idx val="12"/>
          <c:order val="12"/>
          <c:tx>
            <c:strRef>
              <c:f>Sheet1!$B$302</c:f>
              <c:strCache>
                <c:ptCount val="1"/>
                <c:pt idx="0">
                  <c:v>Proteção das florestas / biodiversidade</c:v>
                </c:pt>
              </c:strCache>
            </c:strRef>
          </c:tx>
          <c:spPr>
            <a:ln w="63500" cap="rnd">
              <a:solidFill>
                <a:schemeClr val="accent3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accent3">
                    <a:lumMod val="40000"/>
                    <a:lumOff val="6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Sheet1!$C$302:$BK$302</c:f>
              <c:numCache>
                <c:formatCode>General</c:formatCode>
                <c:ptCount val="61"/>
                <c:pt idx="0" formatCode="0%">
                  <c:v>0.1964165999485753</c:v>
                </c:pt>
                <c:pt idx="2" formatCode="0%">
                  <c:v>0.19500136332385759</c:v>
                </c:pt>
                <c:pt idx="3" formatCode="0%">
                  <c:v>0.20054935315142089</c:v>
                </c:pt>
                <c:pt idx="5" formatCode="0%">
                  <c:v>0.20262954716378029</c:v>
                </c:pt>
                <c:pt idx="6" formatCode="0%">
                  <c:v>0.20915986217427079</c:v>
                </c:pt>
                <c:pt idx="7" formatCode="0%">
                  <c:v>0.1920841421230933</c:v>
                </c:pt>
                <c:pt idx="8" formatCode="0%">
                  <c:v>0.19006745071730771</c:v>
                </c:pt>
                <c:pt idx="10" formatCode="0%">
                  <c:v>0.16877714681084829</c:v>
                </c:pt>
                <c:pt idx="11" formatCode="0%">
                  <c:v>0.22057624822701999</c:v>
                </c:pt>
                <c:pt idx="12" formatCode="0%">
                  <c:v>0.1952030393252682</c:v>
                </c:pt>
                <c:pt idx="14" formatCode="0%">
                  <c:v>0.30761231530945038</c:v>
                </c:pt>
                <c:pt idx="15" formatCode="0%">
                  <c:v>0.21271374109533869</c:v>
                </c:pt>
                <c:pt idx="16" formatCode="0%">
                  <c:v>0.1708640000841638</c:v>
                </c:pt>
                <c:pt idx="17" formatCode="0%">
                  <c:v>0.13441819871322619</c:v>
                </c:pt>
                <c:pt idx="19" formatCode="0%">
                  <c:v>0.13649864429721811</c:v>
                </c:pt>
                <c:pt idx="20" formatCode="0%">
                  <c:v>0.1769983035569577</c:v>
                </c:pt>
                <c:pt idx="21" formatCode="0%">
                  <c:v>0.26581708972460649</c:v>
                </c:pt>
                <c:pt idx="22" formatCode="0%">
                  <c:v>0.21841465090852119</c:v>
                </c:pt>
                <c:pt idx="23" formatCode="0%">
                  <c:v>0.1354368055881319</c:v>
                </c:pt>
                <c:pt idx="24" formatCode="0%">
                  <c:v>0.1050938398313728</c:v>
                </c:pt>
                <c:pt idx="26" formatCode="0%">
                  <c:v>0.22651720537498829</c:v>
                </c:pt>
                <c:pt idx="27" formatCode="0%">
                  <c:v>0.1800781185986457</c:v>
                </c:pt>
                <c:pt idx="28" formatCode="0%">
                  <c:v>7.853984136741117E-2</c:v>
                </c:pt>
                <c:pt idx="29" formatCode="0%">
                  <c:v>0.2136900669800614</c:v>
                </c:pt>
                <c:pt idx="30" formatCode="0%">
                  <c:v>0.29029855713363839</c:v>
                </c:pt>
                <c:pt idx="32" formatCode="0%">
                  <c:v>9.5560652850639916E-2</c:v>
                </c:pt>
                <c:pt idx="33" formatCode="0%">
                  <c:v>0.14935660819226601</c:v>
                </c:pt>
                <c:pt idx="34" formatCode="0%">
                  <c:v>0.16280844395092151</c:v>
                </c:pt>
                <c:pt idx="35" formatCode="0%">
                  <c:v>0.28999240143254579</c:v>
                </c:pt>
                <c:pt idx="36" formatCode="0%">
                  <c:v>0.23245400306966391</c:v>
                </c:pt>
                <c:pt idx="38" formatCode="0%">
                  <c:v>0.22251974821228659</c:v>
                </c:pt>
                <c:pt idx="39" formatCode="0%">
                  <c:v>7.635230232508082E-2</c:v>
                </c:pt>
                <c:pt idx="40" formatCode="0%">
                  <c:v>0.17826928432774791</c:v>
                </c:pt>
                <c:pt idx="41" formatCode="0%">
                  <c:v>0.20458914102663961</c:v>
                </c:pt>
                <c:pt idx="42" formatCode="0%">
                  <c:v>0.31975969264874782</c:v>
                </c:pt>
                <c:pt idx="44" formatCode="0%">
                  <c:v>0.18279703727689731</c:v>
                </c:pt>
                <c:pt idx="45" formatCode="0%">
                  <c:v>8.3419970058411189E-2</c:v>
                </c:pt>
                <c:pt idx="46" formatCode="0%">
                  <c:v>0.21242025028168571</c:v>
                </c:pt>
                <c:pt idx="47" formatCode="0%">
                  <c:v>6.3411018901303531E-2</c:v>
                </c:pt>
                <c:pt idx="48" formatCode="0%">
                  <c:v>0.24512080175359879</c:v>
                </c:pt>
                <c:pt idx="49" formatCode="0%">
                  <c:v>0.50059918059802033</c:v>
                </c:pt>
                <c:pt idx="50" formatCode="0%">
                  <c:v>0.40582843080276682</c:v>
                </c:pt>
                <c:pt idx="51" formatCode="0%">
                  <c:v>0.51144110353746208</c:v>
                </c:pt>
                <c:pt idx="52" formatCode="0%">
                  <c:v>0.18206697740623171</c:v>
                </c:pt>
                <c:pt idx="53" formatCode="0%">
                  <c:v>0.38060193147211668</c:v>
                </c:pt>
                <c:pt idx="54" formatCode="0%">
                  <c:v>0.21354054469841871</c:v>
                </c:pt>
                <c:pt idx="56" formatCode="0%">
                  <c:v>0.18774517029059831</c:v>
                </c:pt>
                <c:pt idx="57" formatCode="0%">
                  <c:v>0.17633328534585571</c:v>
                </c:pt>
                <c:pt idx="58" formatCode="0%">
                  <c:v>0.20387227739330269</c:v>
                </c:pt>
                <c:pt idx="59" formatCode="0%">
                  <c:v>0.26440178853011509</c:v>
                </c:pt>
                <c:pt idx="60" formatCode="0%">
                  <c:v>0.17756414103991339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C-A1A5-4A6E-92E6-7E2E379DF599}"/>
            </c:ext>
          </c:extLst>
        </c:ser>
        <c:ser>
          <c:idx val="13"/>
          <c:order val="13"/>
          <c:tx>
            <c:strRef>
              <c:f>Sheet1!$B$303</c:f>
              <c:strCache>
                <c:ptCount val="1"/>
                <c:pt idx="0">
                  <c:v>Poluição do ar e da água</c:v>
                </c:pt>
              </c:strCache>
            </c:strRef>
          </c:tx>
          <c:spPr>
            <a:ln w="63500" cap="rnd">
              <a:solidFill>
                <a:schemeClr val="accent5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accent5">
                    <a:lumMod val="40000"/>
                    <a:lumOff val="6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Sheet1!$C$303:$BK$303</c:f>
              <c:numCache>
                <c:formatCode>General</c:formatCode>
                <c:ptCount val="61"/>
                <c:pt idx="0" formatCode="0%">
                  <c:v>0.14103742855132009</c:v>
                </c:pt>
                <c:pt idx="2" formatCode="0%">
                  <c:v>0.12063998373462501</c:v>
                </c:pt>
                <c:pt idx="3" formatCode="0%">
                  <c:v>0.16498889976141279</c:v>
                </c:pt>
                <c:pt idx="5" formatCode="0%">
                  <c:v>0.1490749850388644</c:v>
                </c:pt>
                <c:pt idx="6" formatCode="0%">
                  <c:v>0.1644256857289764</c:v>
                </c:pt>
                <c:pt idx="7" formatCode="0%">
                  <c:v>0.12945625700061139</c:v>
                </c:pt>
                <c:pt idx="8" formatCode="0%">
                  <c:v>0.13360508672935131</c:v>
                </c:pt>
                <c:pt idx="10" formatCode="0%">
                  <c:v>0.1354118542126812</c:v>
                </c:pt>
                <c:pt idx="11" formatCode="0%">
                  <c:v>0.15244253023457999</c:v>
                </c:pt>
                <c:pt idx="12" formatCode="0%">
                  <c:v>0.13185713370209229</c:v>
                </c:pt>
                <c:pt idx="14" formatCode="0%">
                  <c:v>0.20021056811835919</c:v>
                </c:pt>
                <c:pt idx="15" formatCode="0%">
                  <c:v>0.1574278057524422</c:v>
                </c:pt>
                <c:pt idx="16" formatCode="0%">
                  <c:v>0.1377962019460631</c:v>
                </c:pt>
                <c:pt idx="17" formatCode="0%">
                  <c:v>8.3545043164755584E-2</c:v>
                </c:pt>
                <c:pt idx="19" formatCode="0%">
                  <c:v>8.5331638891671002E-2</c:v>
                </c:pt>
                <c:pt idx="20" formatCode="0%">
                  <c:v>0.15058004275880379</c:v>
                </c:pt>
                <c:pt idx="21" formatCode="0%">
                  <c:v>0.18693307362766501</c:v>
                </c:pt>
                <c:pt idx="22" formatCode="0%">
                  <c:v>0.1212152366307854</c:v>
                </c:pt>
                <c:pt idx="23" formatCode="0%">
                  <c:v>0.1198796459994154</c:v>
                </c:pt>
                <c:pt idx="24" formatCode="0%">
                  <c:v>9.191645964796416E-2</c:v>
                </c:pt>
                <c:pt idx="26" formatCode="0%">
                  <c:v>0.19366354764278809</c:v>
                </c:pt>
                <c:pt idx="27" formatCode="0%">
                  <c:v>0.14899229650674339</c:v>
                </c:pt>
                <c:pt idx="28" formatCode="0%">
                  <c:v>5.4905569534255683E-2</c:v>
                </c:pt>
                <c:pt idx="29" formatCode="0%">
                  <c:v>0.12825487560724391</c:v>
                </c:pt>
                <c:pt idx="30" formatCode="0%">
                  <c:v>0.19107035550908419</c:v>
                </c:pt>
                <c:pt idx="32" formatCode="0%">
                  <c:v>7.7382735825558005E-2</c:v>
                </c:pt>
                <c:pt idx="33" formatCode="0%">
                  <c:v>8.3005808631341937E-2</c:v>
                </c:pt>
                <c:pt idx="34" formatCode="0%">
                  <c:v>0.1207849889853588</c:v>
                </c:pt>
                <c:pt idx="35" formatCode="0%">
                  <c:v>0.19628977371031789</c:v>
                </c:pt>
                <c:pt idx="36" formatCode="0%">
                  <c:v>0.18977378130007749</c:v>
                </c:pt>
                <c:pt idx="38" formatCode="0%">
                  <c:v>0.186029912181053</c:v>
                </c:pt>
                <c:pt idx="39" formatCode="0%">
                  <c:v>3.8792710342642728E-2</c:v>
                </c:pt>
                <c:pt idx="40" formatCode="0%">
                  <c:v>0.14729684106216739</c:v>
                </c:pt>
                <c:pt idx="41" formatCode="0%">
                  <c:v>8.658173615354256E-2</c:v>
                </c:pt>
                <c:pt idx="42" formatCode="0%">
                  <c:v>0.22467717602188081</c:v>
                </c:pt>
                <c:pt idx="44" formatCode="0%">
                  <c:v>0.15305174263611801</c:v>
                </c:pt>
                <c:pt idx="45" formatCode="0%">
                  <c:v>5.5228751501988367E-2</c:v>
                </c:pt>
                <c:pt idx="46" formatCode="0%">
                  <c:v>0.12764955419895549</c:v>
                </c:pt>
                <c:pt idx="47" formatCode="0%">
                  <c:v>1.8932584903289081E-2</c:v>
                </c:pt>
                <c:pt idx="48" formatCode="0%">
                  <c:v>0.20823948635643921</c:v>
                </c:pt>
                <c:pt idx="49" formatCode="0%">
                  <c:v>0.38346212271564478</c:v>
                </c:pt>
                <c:pt idx="50" formatCode="0%">
                  <c:v>0.25812473654948759</c:v>
                </c:pt>
                <c:pt idx="51" formatCode="0%">
                  <c:v>0.45667597691568779</c:v>
                </c:pt>
                <c:pt idx="52" formatCode="0%">
                  <c:v>3.6358983169644657E-2</c:v>
                </c:pt>
                <c:pt idx="53" formatCode="0%">
                  <c:v>0.37788378716828352</c:v>
                </c:pt>
                <c:pt idx="54" formatCode="0%">
                  <c:v>0.14117006758387979</c:v>
                </c:pt>
                <c:pt idx="56" formatCode="0%">
                  <c:v>0.16854124754066541</c:v>
                </c:pt>
                <c:pt idx="57" formatCode="0%">
                  <c:v>0.1353183649313093</c:v>
                </c:pt>
                <c:pt idx="58" formatCode="0%">
                  <c:v>0.1409782542175522</c:v>
                </c:pt>
                <c:pt idx="59" formatCode="0%">
                  <c:v>0.16498161962783511</c:v>
                </c:pt>
                <c:pt idx="60" formatCode="0%">
                  <c:v>0.123605190256507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D-A1A5-4A6E-92E6-7E2E379DF599}"/>
            </c:ext>
          </c:extLst>
        </c:ser>
        <c:ser>
          <c:idx val="14"/>
          <c:order val="14"/>
          <c:tx>
            <c:strRef>
              <c:f>Sheet1!$B$304</c:f>
              <c:strCache>
                <c:ptCount val="1"/>
                <c:pt idx="0">
                  <c:v>Proteção do litoral e dos oceanos</c:v>
                </c:pt>
              </c:strCache>
            </c:strRef>
          </c:tx>
          <c:spPr>
            <a:ln w="63500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Sheet1!$C$304:$BK$304</c:f>
              <c:numCache>
                <c:formatCode>General</c:formatCode>
                <c:ptCount val="61"/>
                <c:pt idx="0" formatCode="0%">
                  <c:v>0.11860769559167859</c:v>
                </c:pt>
                <c:pt idx="2" formatCode="0%">
                  <c:v>0.11234940433263289</c:v>
                </c:pt>
                <c:pt idx="3" formatCode="0%">
                  <c:v>0.12680720251771771</c:v>
                </c:pt>
                <c:pt idx="5" formatCode="0%">
                  <c:v>0.1772298587522495</c:v>
                </c:pt>
                <c:pt idx="6" formatCode="0%">
                  <c:v>0.1021863274527605</c:v>
                </c:pt>
                <c:pt idx="7" formatCode="0%">
                  <c:v>0.1211679212572376</c:v>
                </c:pt>
                <c:pt idx="8" formatCode="0%">
                  <c:v>0.1059931755737215</c:v>
                </c:pt>
                <c:pt idx="10" formatCode="0%">
                  <c:v>8.4033067354175317E-2</c:v>
                </c:pt>
                <c:pt idx="11" formatCode="0%">
                  <c:v>0.13666838487819591</c:v>
                </c:pt>
                <c:pt idx="12" formatCode="0%">
                  <c:v>0.13383459684017379</c:v>
                </c:pt>
                <c:pt idx="14" formatCode="0%">
                  <c:v>0.14133784371007149</c:v>
                </c:pt>
                <c:pt idx="15" formatCode="0%">
                  <c:v>0.14632389091033621</c:v>
                </c:pt>
                <c:pt idx="16" formatCode="0%">
                  <c:v>0.1169423028834892</c:v>
                </c:pt>
                <c:pt idx="17" formatCode="0%">
                  <c:v>6.7044635171199143E-2</c:v>
                </c:pt>
                <c:pt idx="19" formatCode="0%">
                  <c:v>0.1271773551793465</c:v>
                </c:pt>
                <c:pt idx="20" formatCode="0%">
                  <c:v>0.10836965441417359</c:v>
                </c:pt>
                <c:pt idx="21" formatCode="0%">
                  <c:v>0.14969603236550419</c:v>
                </c:pt>
                <c:pt idx="22" formatCode="0%">
                  <c:v>0.1232610305650276</c:v>
                </c:pt>
                <c:pt idx="23" formatCode="0%">
                  <c:v>8.8155811557024621E-2</c:v>
                </c:pt>
                <c:pt idx="24" formatCode="0%">
                  <c:v>8.529754524849055E-2</c:v>
                </c:pt>
                <c:pt idx="26" formatCode="0%">
                  <c:v>0.13068098448511811</c:v>
                </c:pt>
                <c:pt idx="27" formatCode="0%">
                  <c:v>0.1086563044313866</c:v>
                </c:pt>
                <c:pt idx="28" formatCode="0%">
                  <c:v>6.3277280458565538E-2</c:v>
                </c:pt>
                <c:pt idx="29" formatCode="0%">
                  <c:v>0.1013260979170181</c:v>
                </c:pt>
                <c:pt idx="30" formatCode="0%">
                  <c:v>0.1892551655555656</c:v>
                </c:pt>
                <c:pt idx="32" formatCode="0%">
                  <c:v>9.4472883923562831E-2</c:v>
                </c:pt>
                <c:pt idx="33" formatCode="0%">
                  <c:v>8.292319774720984E-2</c:v>
                </c:pt>
                <c:pt idx="34" formatCode="0%">
                  <c:v>4.7602274990616381E-2</c:v>
                </c:pt>
                <c:pt idx="35" formatCode="0%">
                  <c:v>0.16308048546791409</c:v>
                </c:pt>
                <c:pt idx="36" formatCode="0%">
                  <c:v>0.16747993808843101</c:v>
                </c:pt>
                <c:pt idx="38" formatCode="0%">
                  <c:v>0.13284797164832901</c:v>
                </c:pt>
                <c:pt idx="39" formatCode="0%">
                  <c:v>5.3835481433884433E-2</c:v>
                </c:pt>
                <c:pt idx="40" formatCode="0%">
                  <c:v>0.1023032872490187</c:v>
                </c:pt>
                <c:pt idx="41" formatCode="0%">
                  <c:v>9.6135843420161168E-2</c:v>
                </c:pt>
                <c:pt idx="42" formatCode="0%">
                  <c:v>0.2108461565022838</c:v>
                </c:pt>
                <c:pt idx="44" formatCode="0%">
                  <c:v>0.1137763912155644</c:v>
                </c:pt>
                <c:pt idx="45" formatCode="0%">
                  <c:v>6.141097710753067E-2</c:v>
                </c:pt>
                <c:pt idx="46" formatCode="0%">
                  <c:v>9.5807379077232996E-2</c:v>
                </c:pt>
                <c:pt idx="47" formatCode="0%">
                  <c:v>3.0911355868575179E-2</c:v>
                </c:pt>
                <c:pt idx="48" formatCode="0%">
                  <c:v>0.28140761171726641</c:v>
                </c:pt>
                <c:pt idx="49" formatCode="0%">
                  <c:v>0.32923045025320852</c:v>
                </c:pt>
                <c:pt idx="50" formatCode="0%">
                  <c:v>0.31322714207565122</c:v>
                </c:pt>
                <c:pt idx="51" formatCode="0%">
                  <c:v>0.33415843612232071</c:v>
                </c:pt>
                <c:pt idx="52" formatCode="0%">
                  <c:v>3.9947936572198257E-2</c:v>
                </c:pt>
                <c:pt idx="53" formatCode="0%">
                  <c:v>0.29243025791789229</c:v>
                </c:pt>
                <c:pt idx="54" formatCode="0%">
                  <c:v>9.9454863555511294E-2</c:v>
                </c:pt>
                <c:pt idx="56" formatCode="0%">
                  <c:v>0.1161271035332581</c:v>
                </c:pt>
                <c:pt idx="57" formatCode="0%">
                  <c:v>0.12557425557969809</c:v>
                </c:pt>
                <c:pt idx="58" formatCode="0%">
                  <c:v>0.1353902648252184</c:v>
                </c:pt>
                <c:pt idx="59" formatCode="0%">
                  <c:v>0.1337191513078827</c:v>
                </c:pt>
                <c:pt idx="60" formatCode="0%">
                  <c:v>0.1128374158419809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E-A1A5-4A6E-92E6-7E2E379DF599}"/>
            </c:ext>
          </c:extLst>
        </c:ser>
        <c:ser>
          <c:idx val="15"/>
          <c:order val="15"/>
          <c:tx>
            <c:strRef>
              <c:f>Sheet1!$B$305</c:f>
              <c:strCache>
                <c:ptCount val="1"/>
                <c:pt idx="0">
                  <c:v>Transparência na administração</c:v>
                </c:pt>
              </c:strCache>
            </c:strRef>
          </c:tx>
          <c:spPr>
            <a:ln w="63500" cap="rnd">
              <a:solidFill>
                <a:srgbClr val="FFFF99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FF99"/>
              </a:solidFill>
              <a:ln w="9525">
                <a:solidFill>
                  <a:srgbClr val="FFFF99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Sheet1!$C$305:$BK$305</c:f>
              <c:numCache>
                <c:formatCode>General</c:formatCode>
                <c:ptCount val="61"/>
                <c:pt idx="0" formatCode="0%">
                  <c:v>0.43625423290207399</c:v>
                </c:pt>
                <c:pt idx="2" formatCode="0%">
                  <c:v>0.47372503940359478</c:v>
                </c:pt>
                <c:pt idx="3" formatCode="0%">
                  <c:v>0.3979588017507934</c:v>
                </c:pt>
                <c:pt idx="5" formatCode="0%">
                  <c:v>0.34524529461117959</c:v>
                </c:pt>
                <c:pt idx="6" formatCode="0%">
                  <c:v>0.43645581160803493</c:v>
                </c:pt>
                <c:pt idx="7" formatCode="0%">
                  <c:v>0.43004861176374981</c:v>
                </c:pt>
                <c:pt idx="8" formatCode="0%">
                  <c:v>0.47319850148706621</c:v>
                </c:pt>
                <c:pt idx="10" formatCode="0%">
                  <c:v>0.39355678405548172</c:v>
                </c:pt>
                <c:pt idx="11" formatCode="0%">
                  <c:v>0.5103731584316431</c:v>
                </c:pt>
                <c:pt idx="12" formatCode="0%">
                  <c:v>0.38371214527056657</c:v>
                </c:pt>
                <c:pt idx="14" formatCode="0%">
                  <c:v>0.54449858828459918</c:v>
                </c:pt>
                <c:pt idx="15" formatCode="0%">
                  <c:v>0.44525914442552078</c:v>
                </c:pt>
                <c:pt idx="16" formatCode="0%">
                  <c:v>0.4157394127452434</c:v>
                </c:pt>
                <c:pt idx="17" formatCode="0%">
                  <c:v>0.36287273414527937</c:v>
                </c:pt>
                <c:pt idx="19" formatCode="0%">
                  <c:v>0.47684478586599288</c:v>
                </c:pt>
                <c:pt idx="20" formatCode="0%">
                  <c:v>0.51549361334782906</c:v>
                </c:pt>
                <c:pt idx="21" formatCode="0%">
                  <c:v>0.49020901353222929</c:v>
                </c:pt>
                <c:pt idx="22" formatCode="0%">
                  <c:v>0.41229100294031679</c:v>
                </c:pt>
                <c:pt idx="23" formatCode="0%">
                  <c:v>0.36023904372153431</c:v>
                </c:pt>
                <c:pt idx="24" formatCode="0%">
                  <c:v>0.4588277924412198</c:v>
                </c:pt>
                <c:pt idx="26" formatCode="0%">
                  <c:v>0.38011723743334691</c:v>
                </c:pt>
                <c:pt idx="27" formatCode="0%">
                  <c:v>0.46763376307636922</c:v>
                </c:pt>
                <c:pt idx="28" formatCode="0%">
                  <c:v>0.2227068794498642</c:v>
                </c:pt>
                <c:pt idx="29" formatCode="0%">
                  <c:v>0.57106425857124421</c:v>
                </c:pt>
                <c:pt idx="30" formatCode="0%">
                  <c:v>0.5170247764124305</c:v>
                </c:pt>
                <c:pt idx="32" formatCode="0%">
                  <c:v>0.37547303323636488</c:v>
                </c:pt>
                <c:pt idx="33" formatCode="0%">
                  <c:v>0.39130193424506871</c:v>
                </c:pt>
                <c:pt idx="34" formatCode="0%">
                  <c:v>0.39068374242604809</c:v>
                </c:pt>
                <c:pt idx="35" formatCode="0%">
                  <c:v>0.52183181068658224</c:v>
                </c:pt>
                <c:pt idx="36" formatCode="0%">
                  <c:v>0.52840187952036954</c:v>
                </c:pt>
                <c:pt idx="38" formatCode="0%">
                  <c:v>0.4261350335580753</c:v>
                </c:pt>
                <c:pt idx="39" formatCode="0%">
                  <c:v>0.24591194023191759</c:v>
                </c:pt>
                <c:pt idx="40" formatCode="0%">
                  <c:v>0.53655191510719191</c:v>
                </c:pt>
                <c:pt idx="41" formatCode="0%">
                  <c:v>0.59547582092935591</c:v>
                </c:pt>
                <c:pt idx="42" formatCode="0%">
                  <c:v>0.47607297348097322</c:v>
                </c:pt>
                <c:pt idx="44" formatCode="0%">
                  <c:v>0.49780707079970538</c:v>
                </c:pt>
                <c:pt idx="45" formatCode="0%">
                  <c:v>0.231272342663149</c:v>
                </c:pt>
                <c:pt idx="46" formatCode="0%">
                  <c:v>0.56388671777488231</c:v>
                </c:pt>
                <c:pt idx="47" formatCode="0%">
                  <c:v>0.45934861313527692</c:v>
                </c:pt>
                <c:pt idx="48" formatCode="0%">
                  <c:v>0.58450984450738142</c:v>
                </c:pt>
                <c:pt idx="49" formatCode="0%">
                  <c:v>0.65262036115470612</c:v>
                </c:pt>
                <c:pt idx="50" formatCode="0%">
                  <c:v>0.45455444730259192</c:v>
                </c:pt>
                <c:pt idx="51" formatCode="0%">
                  <c:v>9.8604311946317982E-2</c:v>
                </c:pt>
                <c:pt idx="52" formatCode="0%">
                  <c:v>0.64348681641757066</c:v>
                </c:pt>
                <c:pt idx="53" formatCode="0%">
                  <c:v>0.55228872557433306</c:v>
                </c:pt>
                <c:pt idx="54" formatCode="0%">
                  <c:v>0.29471155424541617</c:v>
                </c:pt>
                <c:pt idx="56" formatCode="0%">
                  <c:v>0.53199380663509188</c:v>
                </c:pt>
                <c:pt idx="57" formatCode="0%">
                  <c:v>0.41321992648667122</c:v>
                </c:pt>
                <c:pt idx="58" formatCode="0%">
                  <c:v>0.2988724849333107</c:v>
                </c:pt>
                <c:pt idx="59" formatCode="0%">
                  <c:v>0.4275984046835003</c:v>
                </c:pt>
                <c:pt idx="60" formatCode="0%">
                  <c:v>0.42869998975759849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F-A1A5-4A6E-92E6-7E2E379DF599}"/>
            </c:ext>
          </c:extLst>
        </c:ser>
        <c:ser>
          <c:idx val="16"/>
          <c:order val="16"/>
          <c:tx>
            <c:strRef>
              <c:f>Sheet1!$B$306</c:f>
              <c:strCache>
                <c:ptCount val="1"/>
                <c:pt idx="0">
                  <c:v>Participação cidadã nas decisões</c:v>
                </c:pt>
              </c:strCache>
            </c:strRef>
          </c:tx>
          <c:spPr>
            <a:ln w="63500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4">
                  <a:lumMod val="75000"/>
                </a:schemeClr>
              </a:solidFill>
              <a:ln w="9525">
                <a:solidFill>
                  <a:schemeClr val="accent4">
                    <a:lumMod val="75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Sheet1!$C$306:$BK$306</c:f>
              <c:numCache>
                <c:formatCode>General</c:formatCode>
                <c:ptCount val="61"/>
                <c:pt idx="0" formatCode="0%">
                  <c:v>0.20970145328660739</c:v>
                </c:pt>
                <c:pt idx="2" formatCode="0%">
                  <c:v>0.21521857518215209</c:v>
                </c:pt>
                <c:pt idx="3" formatCode="0%">
                  <c:v>0.2053254450950317</c:v>
                </c:pt>
                <c:pt idx="5" formatCode="0%">
                  <c:v>0.2167065041355816</c:v>
                </c:pt>
                <c:pt idx="6" formatCode="0%">
                  <c:v>0.23401231558336971</c:v>
                </c:pt>
                <c:pt idx="7" formatCode="0%">
                  <c:v>0.20812953456519001</c:v>
                </c:pt>
                <c:pt idx="8" formatCode="0%">
                  <c:v>0.19367632944889621</c:v>
                </c:pt>
                <c:pt idx="10" formatCode="0%">
                  <c:v>0.17511957679201501</c:v>
                </c:pt>
                <c:pt idx="11" formatCode="0%">
                  <c:v>0.2371762804563628</c:v>
                </c:pt>
                <c:pt idx="12" formatCode="0%">
                  <c:v>0.21197405607686279</c:v>
                </c:pt>
                <c:pt idx="14" formatCode="0%">
                  <c:v>0.28431660447397689</c:v>
                </c:pt>
                <c:pt idx="15" formatCode="0%">
                  <c:v>0.22561149224332461</c:v>
                </c:pt>
                <c:pt idx="16" formatCode="0%">
                  <c:v>0.17862159192040081</c:v>
                </c:pt>
                <c:pt idx="17" formatCode="0%">
                  <c:v>0.18134666404431049</c:v>
                </c:pt>
                <c:pt idx="19" formatCode="0%">
                  <c:v>0.35837535506649149</c:v>
                </c:pt>
                <c:pt idx="20" formatCode="0%">
                  <c:v>0.2345200703737402</c:v>
                </c:pt>
                <c:pt idx="21" formatCode="0%">
                  <c:v>0.27255178650964301</c:v>
                </c:pt>
                <c:pt idx="22" formatCode="0%">
                  <c:v>0.18299185913035909</c:v>
                </c:pt>
                <c:pt idx="23" formatCode="0%">
                  <c:v>0.12565044533948461</c:v>
                </c:pt>
                <c:pt idx="24" formatCode="0%">
                  <c:v>0.21767414816912831</c:v>
                </c:pt>
                <c:pt idx="26" formatCode="0%">
                  <c:v>0.21608229695735889</c:v>
                </c:pt>
                <c:pt idx="27" formatCode="0%">
                  <c:v>0.15649796693949841</c:v>
                </c:pt>
                <c:pt idx="28" formatCode="0%">
                  <c:v>0.1211862952651285</c:v>
                </c:pt>
                <c:pt idx="29" formatCode="0%">
                  <c:v>0.2843575868831123</c:v>
                </c:pt>
                <c:pt idx="30" formatCode="0%">
                  <c:v>0.28016111292521878</c:v>
                </c:pt>
                <c:pt idx="32" formatCode="0%">
                  <c:v>0.18007342570096471</c:v>
                </c:pt>
                <c:pt idx="33" formatCode="0%">
                  <c:v>0.1922552496948563</c:v>
                </c:pt>
                <c:pt idx="34" formatCode="0%">
                  <c:v>0.169786417962762</c:v>
                </c:pt>
                <c:pt idx="35" formatCode="0%">
                  <c:v>0.28366015425527652</c:v>
                </c:pt>
                <c:pt idx="36" formatCode="0%">
                  <c:v>0.22300212061843561</c:v>
                </c:pt>
                <c:pt idx="38" formatCode="0%">
                  <c:v>0.28703857781400838</c:v>
                </c:pt>
                <c:pt idx="39" formatCode="0%">
                  <c:v>0.1267597293215032</c:v>
                </c:pt>
                <c:pt idx="40" formatCode="0%">
                  <c:v>0.17508593603676359</c:v>
                </c:pt>
                <c:pt idx="41" formatCode="0%">
                  <c:v>0.29295510329403818</c:v>
                </c:pt>
                <c:pt idx="42" formatCode="0%">
                  <c:v>0.2446427630008467</c:v>
                </c:pt>
                <c:pt idx="44" formatCode="0%">
                  <c:v>0.17133363299070431</c:v>
                </c:pt>
                <c:pt idx="45" formatCode="0%">
                  <c:v>0.1165405202459258</c:v>
                </c:pt>
                <c:pt idx="46" formatCode="0%">
                  <c:v>0.28005777412533089</c:v>
                </c:pt>
                <c:pt idx="47" formatCode="0%">
                  <c:v>0.17862910981580599</c:v>
                </c:pt>
                <c:pt idx="48" formatCode="0%">
                  <c:v>0.26053929763185391</c:v>
                </c:pt>
                <c:pt idx="49" formatCode="0%">
                  <c:v>0.52634571035693678</c:v>
                </c:pt>
                <c:pt idx="50" formatCode="0%">
                  <c:v>0.16070240965750399</c:v>
                </c:pt>
                <c:pt idx="51" formatCode="0%">
                  <c:v>0.21314045150141989</c:v>
                </c:pt>
                <c:pt idx="52" formatCode="0%">
                  <c:v>0.35981230564598449</c:v>
                </c:pt>
                <c:pt idx="53" formatCode="0%">
                  <c:v>0.34847734814415282</c:v>
                </c:pt>
                <c:pt idx="54" formatCode="0%">
                  <c:v>0.13784154407639701</c:v>
                </c:pt>
                <c:pt idx="56" formatCode="0%">
                  <c:v>0.1867843014135461</c:v>
                </c:pt>
                <c:pt idx="57" formatCode="0%">
                  <c:v>0.16493736150322499</c:v>
                </c:pt>
                <c:pt idx="58" formatCode="0%">
                  <c:v>0.1279059696786517</c:v>
                </c:pt>
                <c:pt idx="59" formatCode="0%">
                  <c:v>0.26844861919349983</c:v>
                </c:pt>
                <c:pt idx="60" formatCode="0%">
                  <c:v>0.21477621651603379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10-A1A5-4A6E-92E6-7E2E379DF599}"/>
            </c:ext>
          </c:extLst>
        </c:ser>
        <c:ser>
          <c:idx val="17"/>
          <c:order val="17"/>
          <c:tx>
            <c:strRef>
              <c:f>Sheet1!$B$307</c:f>
              <c:strCache>
                <c:ptCount val="1"/>
                <c:pt idx="0">
                  <c:v>Representação democrática</c:v>
                </c:pt>
              </c:strCache>
            </c:strRef>
          </c:tx>
          <c:spPr>
            <a:ln w="63500" cap="rnd">
              <a:solidFill>
                <a:srgbClr val="CC99FF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CC99FF"/>
              </a:solidFill>
              <a:ln w="9525">
                <a:solidFill>
                  <a:srgbClr val="CC99FF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Sheet1!$C$307:$BK$307</c:f>
              <c:numCache>
                <c:formatCode>General</c:formatCode>
                <c:ptCount val="61"/>
                <c:pt idx="0" formatCode="0%">
                  <c:v>0.13230778927057521</c:v>
                </c:pt>
                <c:pt idx="2" formatCode="0%">
                  <c:v>0.1349528304999498</c:v>
                </c:pt>
                <c:pt idx="3" formatCode="0%">
                  <c:v>0.13102083412932011</c:v>
                </c:pt>
                <c:pt idx="5" formatCode="0%">
                  <c:v>0.12803867387311349</c:v>
                </c:pt>
                <c:pt idx="6" formatCode="0%">
                  <c:v>0.1537637723029377</c:v>
                </c:pt>
                <c:pt idx="7" formatCode="0%">
                  <c:v>0.16179742749868359</c:v>
                </c:pt>
                <c:pt idx="8" formatCode="0%">
                  <c:v>9.5944639128299439E-2</c:v>
                </c:pt>
                <c:pt idx="10" formatCode="0%">
                  <c:v>0.1087599076282916</c:v>
                </c:pt>
                <c:pt idx="11" formatCode="0%">
                  <c:v>0.16799032166435199</c:v>
                </c:pt>
                <c:pt idx="12" formatCode="0%">
                  <c:v>0.1104830073790619</c:v>
                </c:pt>
                <c:pt idx="14" formatCode="0%">
                  <c:v>0.25791514073266841</c:v>
                </c:pt>
                <c:pt idx="15" formatCode="0%">
                  <c:v>0.14019032164581921</c:v>
                </c:pt>
                <c:pt idx="16" formatCode="0%">
                  <c:v>9.0316056956712479E-2</c:v>
                </c:pt>
                <c:pt idx="17" formatCode="0%">
                  <c:v>8.0527758238437067E-2</c:v>
                </c:pt>
                <c:pt idx="19" formatCode="0%">
                  <c:v>0.11643183421571331</c:v>
                </c:pt>
                <c:pt idx="20" formatCode="0%">
                  <c:v>0.16864788046018331</c:v>
                </c:pt>
                <c:pt idx="21" formatCode="0%">
                  <c:v>0.17646869754010749</c:v>
                </c:pt>
                <c:pt idx="22" formatCode="0%">
                  <c:v>9.9860870811800201E-2</c:v>
                </c:pt>
                <c:pt idx="23" formatCode="0%">
                  <c:v>8.7940306561669429E-2</c:v>
                </c:pt>
                <c:pt idx="24" formatCode="0%">
                  <c:v>0.1940105926723282</c:v>
                </c:pt>
                <c:pt idx="26" formatCode="0%">
                  <c:v>0.1959854024670068</c:v>
                </c:pt>
                <c:pt idx="27" formatCode="0%">
                  <c:v>9.5598395709420622E-2</c:v>
                </c:pt>
                <c:pt idx="28" formatCode="0%">
                  <c:v>6.1612605778059763E-2</c:v>
                </c:pt>
                <c:pt idx="29" formatCode="0%">
                  <c:v>0.17394993561804689</c:v>
                </c:pt>
                <c:pt idx="30" formatCode="0%">
                  <c:v>0.1610600918986986</c:v>
                </c:pt>
                <c:pt idx="32" formatCode="0%">
                  <c:v>0.1027503073124741</c:v>
                </c:pt>
                <c:pt idx="33" formatCode="0%">
                  <c:v>0.12739124543134439</c:v>
                </c:pt>
                <c:pt idx="34" formatCode="0%">
                  <c:v>9.2223584942381864E-2</c:v>
                </c:pt>
                <c:pt idx="35" formatCode="0%">
                  <c:v>0.13323938170861241</c:v>
                </c:pt>
                <c:pt idx="36" formatCode="0%">
                  <c:v>0.14863154030564871</c:v>
                </c:pt>
                <c:pt idx="38" formatCode="0%">
                  <c:v>0.12740816941645661</c:v>
                </c:pt>
                <c:pt idx="39" formatCode="0%">
                  <c:v>6.3440965656961293E-2</c:v>
                </c:pt>
                <c:pt idx="40" formatCode="0%">
                  <c:v>0.1094533510339475</c:v>
                </c:pt>
                <c:pt idx="41" formatCode="0%">
                  <c:v>0.23906688713891061</c:v>
                </c:pt>
                <c:pt idx="42" formatCode="0%">
                  <c:v>0.1887211970964183</c:v>
                </c:pt>
                <c:pt idx="44" formatCode="0%">
                  <c:v>0.1173302858716936</c:v>
                </c:pt>
                <c:pt idx="45" formatCode="0%">
                  <c:v>5.5250526746808547E-2</c:v>
                </c:pt>
                <c:pt idx="46" formatCode="0%">
                  <c:v>0.17665582803725161</c:v>
                </c:pt>
                <c:pt idx="47" formatCode="0%">
                  <c:v>0.12092751015346979</c:v>
                </c:pt>
                <c:pt idx="48" formatCode="0%">
                  <c:v>0.17473072181351279</c:v>
                </c:pt>
                <c:pt idx="49" formatCode="0%">
                  <c:v>0.34664671584199852</c:v>
                </c:pt>
                <c:pt idx="50" formatCode="0%">
                  <c:v>0.17070149242583299</c:v>
                </c:pt>
                <c:pt idx="51" formatCode="0%">
                  <c:v>5.1799136446501522E-3</c:v>
                </c:pt>
                <c:pt idx="52" formatCode="0%">
                  <c:v>0.13737896681050549</c:v>
                </c:pt>
                <c:pt idx="53" formatCode="0%">
                  <c:v>0.36398026794141702</c:v>
                </c:pt>
                <c:pt idx="54" formatCode="0%">
                  <c:v>9.6417154669844199E-2</c:v>
                </c:pt>
                <c:pt idx="56" formatCode="0%">
                  <c:v>0.14103423330828169</c:v>
                </c:pt>
                <c:pt idx="57" formatCode="0%">
                  <c:v>9.3073489068060511E-2</c:v>
                </c:pt>
                <c:pt idx="58" formatCode="0%">
                  <c:v>0.18136273140004969</c:v>
                </c:pt>
                <c:pt idx="59" formatCode="0%">
                  <c:v>0.13921028302279409</c:v>
                </c:pt>
                <c:pt idx="60" formatCode="0%">
                  <c:v>0.12895797647150639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11-A1A5-4A6E-92E6-7E2E379DF599}"/>
            </c:ext>
          </c:extLst>
        </c:ser>
        <c:ser>
          <c:idx val="18"/>
          <c:order val="18"/>
          <c:tx>
            <c:strRef>
              <c:f>Sheet1!$B$308</c:f>
              <c:strCache>
                <c:ptCount val="1"/>
                <c:pt idx="0">
                  <c:v>Posição de Portugal na UE</c:v>
                </c:pt>
              </c:strCache>
            </c:strRef>
          </c:tx>
          <c:spPr>
            <a:ln w="63500" cap="rnd">
              <a:solidFill>
                <a:srgbClr val="92D05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92D050"/>
              </a:solidFill>
              <a:ln w="9525">
                <a:solidFill>
                  <a:srgbClr val="92D050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Sheet1!$C$308:$BK$308</c:f>
              <c:numCache>
                <c:formatCode>General</c:formatCode>
                <c:ptCount val="61"/>
                <c:pt idx="0" formatCode="0%">
                  <c:v>0.141290678072265</c:v>
                </c:pt>
                <c:pt idx="2" formatCode="0%">
                  <c:v>0.1628069084727273</c:v>
                </c:pt>
                <c:pt idx="3" formatCode="0%">
                  <c:v>0.1195032973472078</c:v>
                </c:pt>
                <c:pt idx="5" formatCode="0%">
                  <c:v>0.16540920113607521</c:v>
                </c:pt>
                <c:pt idx="6" formatCode="0%">
                  <c:v>0.1912278456926437</c:v>
                </c:pt>
                <c:pt idx="7" formatCode="0%">
                  <c:v>0.16602683482515421</c:v>
                </c:pt>
                <c:pt idx="8" formatCode="0%">
                  <c:v>8.1527753906830439E-2</c:v>
                </c:pt>
                <c:pt idx="10" formatCode="0%">
                  <c:v>9.0173117139026968E-2</c:v>
                </c:pt>
                <c:pt idx="11" formatCode="0%">
                  <c:v>0.20393604751028691</c:v>
                </c:pt>
                <c:pt idx="12" formatCode="0%">
                  <c:v>0.1143115973975312</c:v>
                </c:pt>
                <c:pt idx="14" formatCode="0%">
                  <c:v>0.30729935533432812</c:v>
                </c:pt>
                <c:pt idx="15" formatCode="0%">
                  <c:v>0.13159490703175011</c:v>
                </c:pt>
                <c:pt idx="16" formatCode="0%">
                  <c:v>0.1047756567774714</c:v>
                </c:pt>
                <c:pt idx="17" formatCode="0%">
                  <c:v>9.123118474228932E-2</c:v>
                </c:pt>
                <c:pt idx="19" formatCode="0%">
                  <c:v>0.14496911528675299</c:v>
                </c:pt>
                <c:pt idx="20" formatCode="0%">
                  <c:v>9.7987908971576457E-2</c:v>
                </c:pt>
                <c:pt idx="21" formatCode="0%">
                  <c:v>0.1807116432017391</c:v>
                </c:pt>
                <c:pt idx="22" formatCode="0%">
                  <c:v>0.1441622610780236</c:v>
                </c:pt>
                <c:pt idx="23" formatCode="0%">
                  <c:v>0.1175749674241649</c:v>
                </c:pt>
                <c:pt idx="24" formatCode="0%">
                  <c:v>8.2956964322813451E-2</c:v>
                </c:pt>
                <c:pt idx="26" formatCode="0%">
                  <c:v>0.17002985483327979</c:v>
                </c:pt>
                <c:pt idx="27" formatCode="0%">
                  <c:v>5.2499461272147697E-2</c:v>
                </c:pt>
                <c:pt idx="28" formatCode="0%">
                  <c:v>5.6877969834820859E-2</c:v>
                </c:pt>
                <c:pt idx="29" formatCode="0%">
                  <c:v>0.30167759335314209</c:v>
                </c:pt>
                <c:pt idx="30" formatCode="0%">
                  <c:v>0.15586910372053239</c:v>
                </c:pt>
                <c:pt idx="32" formatCode="0%">
                  <c:v>0.21905438674579519</c:v>
                </c:pt>
                <c:pt idx="33" formatCode="0%">
                  <c:v>0.12036657358289859</c:v>
                </c:pt>
                <c:pt idx="34" formatCode="0%">
                  <c:v>9.4336206232707817E-2</c:v>
                </c:pt>
                <c:pt idx="35" formatCode="0%">
                  <c:v>0.11108429138073719</c:v>
                </c:pt>
                <c:pt idx="36" formatCode="0%">
                  <c:v>0.12821513642130741</c:v>
                </c:pt>
                <c:pt idx="38" formatCode="0%">
                  <c:v>0.2155295881270011</c:v>
                </c:pt>
                <c:pt idx="39" formatCode="0%">
                  <c:v>6.8478989388819397E-2</c:v>
                </c:pt>
                <c:pt idx="40" formatCode="0%">
                  <c:v>8.9032865255122454E-2</c:v>
                </c:pt>
                <c:pt idx="41" formatCode="0%">
                  <c:v>0.29895138215000139</c:v>
                </c:pt>
                <c:pt idx="42" formatCode="0%">
                  <c:v>0.15522450312025329</c:v>
                </c:pt>
                <c:pt idx="44" formatCode="0%">
                  <c:v>8.4929609136174367E-2</c:v>
                </c:pt>
                <c:pt idx="45" formatCode="0%">
                  <c:v>6.4465059877204606E-2</c:v>
                </c:pt>
                <c:pt idx="46" formatCode="0%">
                  <c:v>0.25865704549771151</c:v>
                </c:pt>
                <c:pt idx="47" formatCode="0%">
                  <c:v>8.1194236421970933E-2</c:v>
                </c:pt>
                <c:pt idx="48" formatCode="0%">
                  <c:v>0.1125057778909728</c:v>
                </c:pt>
                <c:pt idx="49" formatCode="0%">
                  <c:v>0.32266213764174828</c:v>
                </c:pt>
                <c:pt idx="50" formatCode="0%">
                  <c:v>0.1082097703307927</c:v>
                </c:pt>
                <c:pt idx="51" formatCode="0%">
                  <c:v>5.1799136446501522E-3</c:v>
                </c:pt>
                <c:pt idx="52" formatCode="0%">
                  <c:v>0.23637515717704571</c:v>
                </c:pt>
                <c:pt idx="53" formatCode="0%">
                  <c:v>0.279438662761055</c:v>
                </c:pt>
                <c:pt idx="54" formatCode="0%">
                  <c:v>0.13235503222912781</c:v>
                </c:pt>
                <c:pt idx="56" formatCode="0%">
                  <c:v>8.1423718544759882E-2</c:v>
                </c:pt>
                <c:pt idx="57" formatCode="0%">
                  <c:v>7.9578927157305648E-2</c:v>
                </c:pt>
                <c:pt idx="58" formatCode="0%">
                  <c:v>7.5070903772647482E-2</c:v>
                </c:pt>
                <c:pt idx="59" formatCode="0%">
                  <c:v>0.10240553059667359</c:v>
                </c:pt>
                <c:pt idx="60" formatCode="0%">
                  <c:v>0.20404500770007461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12-A1A5-4A6E-92E6-7E2E379DF599}"/>
            </c:ext>
          </c:extLst>
        </c:ser>
        <c:ser>
          <c:idx val="19"/>
          <c:order val="19"/>
          <c:tx>
            <c:strRef>
              <c:f>Sheet1!$B$309</c:f>
              <c:strCache>
                <c:ptCount val="1"/>
                <c:pt idx="0">
                  <c:v>Política migratória</c:v>
                </c:pt>
              </c:strCache>
            </c:strRef>
          </c:tx>
          <c:spPr>
            <a:ln w="635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>
                  <a:lumMod val="75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Sheet1!$C$309:$BK$309</c:f>
              <c:numCache>
                <c:formatCode>General</c:formatCode>
                <c:ptCount val="61"/>
                <c:pt idx="0" formatCode="0%">
                  <c:v>0.35056871195933709</c:v>
                </c:pt>
                <c:pt idx="2" formatCode="0%">
                  <c:v>0.38047483175815278</c:v>
                </c:pt>
                <c:pt idx="3" formatCode="0%">
                  <c:v>0.31965622066950022</c:v>
                </c:pt>
                <c:pt idx="5" formatCode="0%">
                  <c:v>0.37062785884936938</c:v>
                </c:pt>
                <c:pt idx="6" formatCode="0%">
                  <c:v>0.46587216059692482</c:v>
                </c:pt>
                <c:pt idx="7" formatCode="0%">
                  <c:v>0.40103973033010448</c:v>
                </c:pt>
                <c:pt idx="8" formatCode="0%">
                  <c:v>0.23062223938536569</c:v>
                </c:pt>
                <c:pt idx="10" formatCode="0%">
                  <c:v>0.29857211627575531</c:v>
                </c:pt>
                <c:pt idx="11" formatCode="0%">
                  <c:v>0.40323084616028487</c:v>
                </c:pt>
                <c:pt idx="12" formatCode="0%">
                  <c:v>0.33835534442135518</c:v>
                </c:pt>
                <c:pt idx="14" formatCode="0%">
                  <c:v>0.41080444351857059</c:v>
                </c:pt>
                <c:pt idx="15" formatCode="0%">
                  <c:v>0.39751214334381613</c:v>
                </c:pt>
                <c:pt idx="16" formatCode="0%">
                  <c:v>0.30252354626048877</c:v>
                </c:pt>
                <c:pt idx="17" formatCode="0%">
                  <c:v>0.30648738477978321</c:v>
                </c:pt>
                <c:pt idx="19" formatCode="0%">
                  <c:v>0.48045500672518771</c:v>
                </c:pt>
                <c:pt idx="20" formatCode="0%">
                  <c:v>0.39988914091535299</c:v>
                </c:pt>
                <c:pt idx="21" formatCode="0%">
                  <c:v>0.35852067271681948</c:v>
                </c:pt>
                <c:pt idx="22" formatCode="0%">
                  <c:v>0.34663383731931929</c:v>
                </c:pt>
                <c:pt idx="23" formatCode="0%">
                  <c:v>0.33008028096646519</c:v>
                </c:pt>
                <c:pt idx="24" formatCode="0%">
                  <c:v>0.23188866880768361</c:v>
                </c:pt>
                <c:pt idx="26" formatCode="0%">
                  <c:v>0.38429269301510999</c:v>
                </c:pt>
                <c:pt idx="27" formatCode="0%">
                  <c:v>0.17162751530373149</c:v>
                </c:pt>
                <c:pt idx="28" formatCode="0%">
                  <c:v>0.29697578988282841</c:v>
                </c:pt>
                <c:pt idx="29" formatCode="0%">
                  <c:v>0.69079891940790605</c:v>
                </c:pt>
                <c:pt idx="30" formatCode="0%">
                  <c:v>0.27078086076663471</c:v>
                </c:pt>
                <c:pt idx="32" formatCode="0%">
                  <c:v>0.55197593363958075</c:v>
                </c:pt>
                <c:pt idx="33" formatCode="0%">
                  <c:v>0.36441796391773679</c:v>
                </c:pt>
                <c:pt idx="34" formatCode="0%">
                  <c:v>0.34050730093309112</c:v>
                </c:pt>
                <c:pt idx="35" formatCode="0%">
                  <c:v>0.18664874886046301</c:v>
                </c:pt>
                <c:pt idx="36" formatCode="0%">
                  <c:v>0.21481836243738481</c:v>
                </c:pt>
                <c:pt idx="38" formatCode="0%">
                  <c:v>0.45871684614210118</c:v>
                </c:pt>
                <c:pt idx="39" formatCode="0%">
                  <c:v>0.28641471678878078</c:v>
                </c:pt>
                <c:pt idx="40" formatCode="0%">
                  <c:v>0.23069217234225489</c:v>
                </c:pt>
                <c:pt idx="41" formatCode="0%">
                  <c:v>0.65068084430242179</c:v>
                </c:pt>
                <c:pt idx="42" formatCode="0%">
                  <c:v>0.36506039887387648</c:v>
                </c:pt>
                <c:pt idx="44" formatCode="0%">
                  <c:v>0.17782654826041719</c:v>
                </c:pt>
                <c:pt idx="45" formatCode="0%">
                  <c:v>0.27824334663162359</c:v>
                </c:pt>
                <c:pt idx="46" formatCode="0%">
                  <c:v>0.66499445793689882</c:v>
                </c:pt>
                <c:pt idx="47" formatCode="0%">
                  <c:v>0.41950316872549709</c:v>
                </c:pt>
                <c:pt idx="48" formatCode="0%">
                  <c:v>3.228393907684441E-2</c:v>
                </c:pt>
                <c:pt idx="49" formatCode="0%">
                  <c:v>0.17539626054235211</c:v>
                </c:pt>
                <c:pt idx="50" formatCode="0%">
                  <c:v>0.19566854429559549</c:v>
                </c:pt>
                <c:pt idx="51" formatCode="0%">
                  <c:v>5.5818313203832267E-3</c:v>
                </c:pt>
                <c:pt idx="52" formatCode="0%">
                  <c:v>0.51345910705441822</c:v>
                </c:pt>
                <c:pt idx="53" formatCode="0%">
                  <c:v>0.55199817244788452</c:v>
                </c:pt>
                <c:pt idx="54" formatCode="0%">
                  <c:v>0.39903927624114099</c:v>
                </c:pt>
                <c:pt idx="56" formatCode="0%">
                  <c:v>0.2054059222591943</c:v>
                </c:pt>
                <c:pt idx="57" formatCode="0%">
                  <c:v>0.12865262739510441</c:v>
                </c:pt>
                <c:pt idx="58" formatCode="0%">
                  <c:v>0.43905130385078339</c:v>
                </c:pt>
                <c:pt idx="59" formatCode="0%">
                  <c:v>0.31603703887374979</c:v>
                </c:pt>
                <c:pt idx="60" formatCode="0%">
                  <c:v>0.45892435327282788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13-A1A5-4A6E-92E6-7E2E379DF599}"/>
            </c:ext>
          </c:extLst>
        </c:ser>
        <c:ser>
          <c:idx val="20"/>
          <c:order val="20"/>
          <c:tx>
            <c:strRef>
              <c:f>Sheet1!$B$310</c:f>
              <c:strCache>
                <c:ptCount val="1"/>
                <c:pt idx="0">
                  <c:v>Transporte ferroviário</c:v>
                </c:pt>
              </c:strCache>
            </c:strRef>
          </c:tx>
          <c:spPr>
            <a:ln w="6350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Sheet1!$C$310:$BK$310</c:f>
              <c:numCache>
                <c:formatCode>General</c:formatCode>
                <c:ptCount val="61"/>
                <c:pt idx="0" formatCode="0%">
                  <c:v>0.19687598199066891</c:v>
                </c:pt>
                <c:pt idx="2" formatCode="0%">
                  <c:v>0.21163634115264909</c:v>
                </c:pt>
                <c:pt idx="3" formatCode="0%">
                  <c:v>0.18339399577741169</c:v>
                </c:pt>
                <c:pt idx="5" formatCode="0%">
                  <c:v>0.28118399168550579</c:v>
                </c:pt>
                <c:pt idx="6" formatCode="0%">
                  <c:v>0.19692323989888991</c:v>
                </c:pt>
                <c:pt idx="7" formatCode="0%">
                  <c:v>0.22446442405847589</c:v>
                </c:pt>
                <c:pt idx="8" formatCode="0%">
                  <c:v>0.14420364431799301</c:v>
                </c:pt>
                <c:pt idx="10" formatCode="0%">
                  <c:v>0.13710908587799001</c:v>
                </c:pt>
                <c:pt idx="11" formatCode="0%">
                  <c:v>0.2278497882825842</c:v>
                </c:pt>
                <c:pt idx="12" formatCode="0%">
                  <c:v>0.22353717908124421</c:v>
                </c:pt>
                <c:pt idx="14" formatCode="0%">
                  <c:v>0.31146914742871429</c:v>
                </c:pt>
                <c:pt idx="15" formatCode="0%">
                  <c:v>0.18213970655986891</c:v>
                </c:pt>
                <c:pt idx="16" formatCode="0%">
                  <c:v>0.15860128328807049</c:v>
                </c:pt>
                <c:pt idx="17" formatCode="0%">
                  <c:v>0.16931645138777379</c:v>
                </c:pt>
                <c:pt idx="19" formatCode="0%">
                  <c:v>0.12628618652512619</c:v>
                </c:pt>
                <c:pt idx="20" formatCode="0%">
                  <c:v>0.2108035900274649</c:v>
                </c:pt>
                <c:pt idx="21" formatCode="0%">
                  <c:v>0.27718326389151959</c:v>
                </c:pt>
                <c:pt idx="22" formatCode="0%">
                  <c:v>0.20784594005467319</c:v>
                </c:pt>
                <c:pt idx="23" formatCode="0%">
                  <c:v>0.13447293472779551</c:v>
                </c:pt>
                <c:pt idx="24" formatCode="0%">
                  <c:v>4.7853476418630123E-2</c:v>
                </c:pt>
                <c:pt idx="26" formatCode="0%">
                  <c:v>0.23868991236468151</c:v>
                </c:pt>
                <c:pt idx="27" formatCode="0%">
                  <c:v>0.15189665289003751</c:v>
                </c:pt>
                <c:pt idx="28" formatCode="0%">
                  <c:v>0.13540676537259039</c:v>
                </c:pt>
                <c:pt idx="29" formatCode="0%">
                  <c:v>0.19608252965420961</c:v>
                </c:pt>
                <c:pt idx="30" formatCode="0%">
                  <c:v>0.27802199204736427</c:v>
                </c:pt>
                <c:pt idx="32" formatCode="0%">
                  <c:v>0.1492223500202646</c:v>
                </c:pt>
                <c:pt idx="33" formatCode="0%">
                  <c:v>0.18429676984222881</c:v>
                </c:pt>
                <c:pt idx="34" formatCode="0%">
                  <c:v>0.15039675194116661</c:v>
                </c:pt>
                <c:pt idx="35" formatCode="0%">
                  <c:v>0.245041189000585</c:v>
                </c:pt>
                <c:pt idx="36" formatCode="0%">
                  <c:v>0.1967545189653892</c:v>
                </c:pt>
                <c:pt idx="38" formatCode="0%">
                  <c:v>0.1967365484249482</c:v>
                </c:pt>
                <c:pt idx="39" formatCode="0%">
                  <c:v>0.1341758733854172</c:v>
                </c:pt>
                <c:pt idx="40" formatCode="0%">
                  <c:v>0.1672798243619199</c:v>
                </c:pt>
                <c:pt idx="41" formatCode="0%">
                  <c:v>0.2276148932022625</c:v>
                </c:pt>
                <c:pt idx="42" formatCode="0%">
                  <c:v>0.29407167241929022</c:v>
                </c:pt>
                <c:pt idx="44" formatCode="0%">
                  <c:v>0.17177479091180259</c:v>
                </c:pt>
                <c:pt idx="45" formatCode="0%">
                  <c:v>0.1310713336611862</c:v>
                </c:pt>
                <c:pt idx="46" formatCode="0%">
                  <c:v>0.20579798655942819</c:v>
                </c:pt>
                <c:pt idx="47" formatCode="0%">
                  <c:v>0.12605598551067379</c:v>
                </c:pt>
                <c:pt idx="48" formatCode="0%">
                  <c:v>0.25278262063645929</c:v>
                </c:pt>
                <c:pt idx="49" formatCode="0%">
                  <c:v>0.41064245416579442</c:v>
                </c:pt>
                <c:pt idx="50" formatCode="0%">
                  <c:v>0.39007027735412653</c:v>
                </c:pt>
                <c:pt idx="51" formatCode="0%">
                  <c:v>0.14857562350311809</c:v>
                </c:pt>
                <c:pt idx="52" formatCode="0%">
                  <c:v>0.33048196889321468</c:v>
                </c:pt>
                <c:pt idx="53" formatCode="0%">
                  <c:v>0.40646852190775717</c:v>
                </c:pt>
                <c:pt idx="54" formatCode="0%">
                  <c:v>0.1516127175847235</c:v>
                </c:pt>
                <c:pt idx="56" formatCode="0%">
                  <c:v>0.1906555012969646</c:v>
                </c:pt>
                <c:pt idx="57" formatCode="0%">
                  <c:v>0.14556873633791409</c:v>
                </c:pt>
                <c:pt idx="58" formatCode="0%">
                  <c:v>0.1180461273645564</c:v>
                </c:pt>
                <c:pt idx="59" formatCode="0%">
                  <c:v>0.2314198841179699</c:v>
                </c:pt>
                <c:pt idx="60" formatCode="0%">
                  <c:v>0.20612139415616049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14-A1A5-4A6E-92E6-7E2E379DF599}"/>
            </c:ext>
          </c:extLst>
        </c:ser>
        <c:ser>
          <c:idx val="21"/>
          <c:order val="21"/>
          <c:tx>
            <c:strRef>
              <c:f>Sheet1!$B$311</c:f>
              <c:strCache>
                <c:ptCount val="1"/>
                <c:pt idx="0">
                  <c:v>Estradas e autoestradas</c:v>
                </c:pt>
              </c:strCache>
            </c:strRef>
          </c:tx>
          <c:spPr>
            <a:ln w="63500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Sheet1!$C$311:$BK$311</c:f>
              <c:numCache>
                <c:formatCode>General</c:formatCode>
                <c:ptCount val="61"/>
                <c:pt idx="0" formatCode="0%">
                  <c:v>0.1109561883790921</c:v>
                </c:pt>
                <c:pt idx="2" formatCode="0%">
                  <c:v>0.12928336779325841</c:v>
                </c:pt>
                <c:pt idx="3" formatCode="0%">
                  <c:v>8.8541730565725132E-2</c:v>
                </c:pt>
                <c:pt idx="5" formatCode="0%">
                  <c:v>0.15218363174343399</c:v>
                </c:pt>
                <c:pt idx="6" formatCode="0%">
                  <c:v>0.13861055353006829</c:v>
                </c:pt>
                <c:pt idx="7" formatCode="0%">
                  <c:v>0.123117905557328</c:v>
                </c:pt>
                <c:pt idx="8" formatCode="0%">
                  <c:v>6.9389560611732348E-2</c:v>
                </c:pt>
                <c:pt idx="10" formatCode="0%">
                  <c:v>0.1176074604935618</c:v>
                </c:pt>
                <c:pt idx="11" formatCode="0%">
                  <c:v>0.1408673747010549</c:v>
                </c:pt>
                <c:pt idx="12" formatCode="0%">
                  <c:v>6.205695114749956E-2</c:v>
                </c:pt>
                <c:pt idx="14" formatCode="0%">
                  <c:v>0.2210358839247126</c:v>
                </c:pt>
                <c:pt idx="15" formatCode="0%">
                  <c:v>0.10977445504311591</c:v>
                </c:pt>
                <c:pt idx="16" formatCode="0%">
                  <c:v>9.2579678775397772E-2</c:v>
                </c:pt>
                <c:pt idx="17" formatCode="0%">
                  <c:v>3.8575218983419743E-2</c:v>
                </c:pt>
                <c:pt idx="19" formatCode="0%">
                  <c:v>6.9101766549043472E-2</c:v>
                </c:pt>
                <c:pt idx="20" formatCode="0%">
                  <c:v>0.19817935478523141</c:v>
                </c:pt>
                <c:pt idx="21" formatCode="0%">
                  <c:v>0.1294803804351661</c:v>
                </c:pt>
                <c:pt idx="22" formatCode="0%">
                  <c:v>9.9906779899154238E-2</c:v>
                </c:pt>
                <c:pt idx="23" formatCode="0%">
                  <c:v>7.7443756524614951E-2</c:v>
                </c:pt>
                <c:pt idx="24" formatCode="0%">
                  <c:v>0.12883902412301579</c:v>
                </c:pt>
                <c:pt idx="26" formatCode="0%">
                  <c:v>0.13539796114939789</c:v>
                </c:pt>
                <c:pt idx="27" formatCode="0%">
                  <c:v>3.9700798456456077E-2</c:v>
                </c:pt>
                <c:pt idx="28" formatCode="0%">
                  <c:v>5.1488392687031072E-2</c:v>
                </c:pt>
                <c:pt idx="29" formatCode="0%">
                  <c:v>0.22313289717310161</c:v>
                </c:pt>
                <c:pt idx="30" formatCode="0%">
                  <c:v>0.1288406270049833</c:v>
                </c:pt>
                <c:pt idx="32" formatCode="0%">
                  <c:v>0.1354122910377718</c:v>
                </c:pt>
                <c:pt idx="33" formatCode="0%">
                  <c:v>8.7714658161298434E-2</c:v>
                </c:pt>
                <c:pt idx="34" formatCode="0%">
                  <c:v>6.2858152437929596E-2</c:v>
                </c:pt>
                <c:pt idx="35" formatCode="0%">
                  <c:v>6.1411794191809151E-2</c:v>
                </c:pt>
                <c:pt idx="36" formatCode="0%">
                  <c:v>0.1065239880288327</c:v>
                </c:pt>
                <c:pt idx="38" formatCode="0%">
                  <c:v>0.15669836715990701</c:v>
                </c:pt>
                <c:pt idx="39" formatCode="0%">
                  <c:v>4.0966825311113238E-2</c:v>
                </c:pt>
                <c:pt idx="40" formatCode="0%">
                  <c:v>4.7290953490697833E-2</c:v>
                </c:pt>
                <c:pt idx="41" formatCode="0%">
                  <c:v>0.31229347501052229</c:v>
                </c:pt>
                <c:pt idx="42" formatCode="0%">
                  <c:v>0.16482984498301759</c:v>
                </c:pt>
                <c:pt idx="44" formatCode="0%">
                  <c:v>5.3003586913116588E-2</c:v>
                </c:pt>
                <c:pt idx="45" formatCode="0%">
                  <c:v>6.0277356744450492E-2</c:v>
                </c:pt>
                <c:pt idx="46" formatCode="0%">
                  <c:v>0.2228758968333894</c:v>
                </c:pt>
                <c:pt idx="47" formatCode="0%">
                  <c:v>3.6057842162033511E-2</c:v>
                </c:pt>
                <c:pt idx="48" formatCode="0%">
                  <c:v>2.1280679647589281E-2</c:v>
                </c:pt>
                <c:pt idx="49" formatCode="0%">
                  <c:v>0.3778895285841834</c:v>
                </c:pt>
                <c:pt idx="50" formatCode="0%">
                  <c:v>0.18946028981861171</c:v>
                </c:pt>
                <c:pt idx="51" formatCode="0%">
                  <c:v>8.5368538244290689E-3</c:v>
                </c:pt>
                <c:pt idx="52" formatCode="0%">
                  <c:v>0.1044212562116676</c:v>
                </c:pt>
                <c:pt idx="53" formatCode="0%">
                  <c:v>0.2115882850693224</c:v>
                </c:pt>
                <c:pt idx="54" formatCode="0%">
                  <c:v>1.6679111809120281E-2</c:v>
                </c:pt>
                <c:pt idx="56" formatCode="0%">
                  <c:v>4.414096715338859E-2</c:v>
                </c:pt>
                <c:pt idx="57" formatCode="0%">
                  <c:v>5.3189039232130093E-2</c:v>
                </c:pt>
                <c:pt idx="58" formatCode="0%">
                  <c:v>9.3979734223349196E-2</c:v>
                </c:pt>
                <c:pt idx="59" formatCode="0%">
                  <c:v>8.5627192906135394E-2</c:v>
                </c:pt>
                <c:pt idx="60" formatCode="0%">
                  <c:v>0.15540330536768521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15-A1A5-4A6E-92E6-7E2E379DF599}"/>
            </c:ext>
          </c:extLst>
        </c:ser>
        <c:ser>
          <c:idx val="22"/>
          <c:order val="22"/>
          <c:tx>
            <c:strRef>
              <c:f>Sheet1!$B$312</c:f>
              <c:strCache>
                <c:ptCount val="1"/>
                <c:pt idx="0">
                  <c:v>Transporte público urbano</c:v>
                </c:pt>
              </c:strCache>
            </c:strRef>
          </c:tx>
          <c:spPr>
            <a:ln w="635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Sheet1!$C$312:$BK$312</c:f>
              <c:numCache>
                <c:formatCode>General</c:formatCode>
                <c:ptCount val="61"/>
                <c:pt idx="0" formatCode="0%">
                  <c:v>0.2153060734613024</c:v>
                </c:pt>
                <c:pt idx="2" formatCode="0%">
                  <c:v>0.2075543959489852</c:v>
                </c:pt>
                <c:pt idx="3" formatCode="0%">
                  <c:v>0.22292405296615761</c:v>
                </c:pt>
                <c:pt idx="5" formatCode="0%">
                  <c:v>0.27702356502884379</c:v>
                </c:pt>
                <c:pt idx="6" formatCode="0%">
                  <c:v>0.2295619788857173</c:v>
                </c:pt>
                <c:pt idx="7" formatCode="0%">
                  <c:v>0.2398684454000467</c:v>
                </c:pt>
                <c:pt idx="8" formatCode="0%">
                  <c:v>0.1643775714135392</c:v>
                </c:pt>
                <c:pt idx="10" formatCode="0%">
                  <c:v>0.18466927324711521</c:v>
                </c:pt>
                <c:pt idx="11" formatCode="0%">
                  <c:v>0.2458268138611639</c:v>
                </c:pt>
                <c:pt idx="12" formatCode="0%">
                  <c:v>0.208809623321946</c:v>
                </c:pt>
                <c:pt idx="14" formatCode="0%">
                  <c:v>0.27951558239507912</c:v>
                </c:pt>
                <c:pt idx="15" formatCode="0%">
                  <c:v>0.2229447215607627</c:v>
                </c:pt>
                <c:pt idx="16" formatCode="0%">
                  <c:v>0.1935679483617242</c:v>
                </c:pt>
                <c:pt idx="17" formatCode="0%">
                  <c:v>0.16986155362086219</c:v>
                </c:pt>
                <c:pt idx="19" formatCode="0%">
                  <c:v>0.11391261285128269</c:v>
                </c:pt>
                <c:pt idx="20" formatCode="0%">
                  <c:v>0.20024571408212419</c:v>
                </c:pt>
                <c:pt idx="21" formatCode="0%">
                  <c:v>0.28822756851630671</c:v>
                </c:pt>
                <c:pt idx="22" formatCode="0%">
                  <c:v>0.16865428307898239</c:v>
                </c:pt>
                <c:pt idx="23" formatCode="0%">
                  <c:v>0.19733756753927639</c:v>
                </c:pt>
                <c:pt idx="24" formatCode="0%">
                  <c:v>0.17085807505545139</c:v>
                </c:pt>
                <c:pt idx="26" formatCode="0%">
                  <c:v>0.21245215383759289</c:v>
                </c:pt>
                <c:pt idx="27" formatCode="0%">
                  <c:v>0.17372326802241819</c:v>
                </c:pt>
                <c:pt idx="28" formatCode="0%">
                  <c:v>0.1291853737366627</c:v>
                </c:pt>
                <c:pt idx="29" formatCode="0%">
                  <c:v>0.27402989156132801</c:v>
                </c:pt>
                <c:pt idx="30" formatCode="0%">
                  <c:v>0.29092567868135738</c:v>
                </c:pt>
                <c:pt idx="32" formatCode="0%">
                  <c:v>0.22651784882615811</c:v>
                </c:pt>
                <c:pt idx="33" formatCode="0%">
                  <c:v>0.19497120489675329</c:v>
                </c:pt>
                <c:pt idx="34" formatCode="0%">
                  <c:v>0.1233925672758908</c:v>
                </c:pt>
                <c:pt idx="35" formatCode="0%">
                  <c:v>0.2260764371031059</c:v>
                </c:pt>
                <c:pt idx="36" formatCode="0%">
                  <c:v>0.25527497933712101</c:v>
                </c:pt>
                <c:pt idx="38" formatCode="0%">
                  <c:v>0.23962605014301319</c:v>
                </c:pt>
                <c:pt idx="39" formatCode="0%">
                  <c:v>0.1079166513557754</c:v>
                </c:pt>
                <c:pt idx="40" formatCode="0%">
                  <c:v>0.18198976116712379</c:v>
                </c:pt>
                <c:pt idx="41" formatCode="0%">
                  <c:v>0.27730974748903958</c:v>
                </c:pt>
                <c:pt idx="42" formatCode="0%">
                  <c:v>0.32230240249006692</c:v>
                </c:pt>
                <c:pt idx="44" formatCode="0%">
                  <c:v>0.1703556306092959</c:v>
                </c:pt>
                <c:pt idx="45" formatCode="0%">
                  <c:v>0.10909629884283541</c:v>
                </c:pt>
                <c:pt idx="46" formatCode="0%">
                  <c:v>0.28608806293143801</c:v>
                </c:pt>
                <c:pt idx="47" formatCode="0%">
                  <c:v>0.1145294774678834</c:v>
                </c:pt>
                <c:pt idx="48" formatCode="0%">
                  <c:v>0.23643278672021731</c:v>
                </c:pt>
                <c:pt idx="49" formatCode="0%">
                  <c:v>0.36182472682638012</c:v>
                </c:pt>
                <c:pt idx="50" formatCode="0%">
                  <c:v>0.37162730052659482</c:v>
                </c:pt>
                <c:pt idx="51" formatCode="0%">
                  <c:v>0.60736252825407466</c:v>
                </c:pt>
                <c:pt idx="52" formatCode="0%">
                  <c:v>0.32007228430379558</c:v>
                </c:pt>
                <c:pt idx="53" formatCode="0%">
                  <c:v>0.38213123906798352</c:v>
                </c:pt>
                <c:pt idx="54" formatCode="0%">
                  <c:v>0.16226514648461579</c:v>
                </c:pt>
                <c:pt idx="56" formatCode="0%">
                  <c:v>0.1711494564355695</c:v>
                </c:pt>
                <c:pt idx="57" formatCode="0%">
                  <c:v>0.1898044301558672</c:v>
                </c:pt>
                <c:pt idx="58" formatCode="0%">
                  <c:v>0.16531843787134831</c:v>
                </c:pt>
                <c:pt idx="59" formatCode="0%">
                  <c:v>0.2561500063170995</c:v>
                </c:pt>
                <c:pt idx="60" formatCode="0%">
                  <c:v>0.23020140056907279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16-A1A5-4A6E-92E6-7E2E379DF599}"/>
            </c:ext>
          </c:extLst>
        </c:ser>
        <c:ser>
          <c:idx val="23"/>
          <c:order val="23"/>
          <c:tx>
            <c:strRef>
              <c:f>Sheet1!$B$313</c:f>
              <c:strCache>
                <c:ptCount val="1"/>
                <c:pt idx="0">
                  <c:v>Mobilidade sustentável (bicicletas, pedonal)</c:v>
                </c:pt>
              </c:strCache>
            </c:strRef>
          </c:tx>
          <c:spPr>
            <a:ln w="63500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3">
                  <a:lumMod val="75000"/>
                </a:schemeClr>
              </a:solidFill>
              <a:ln w="9525">
                <a:solidFill>
                  <a:schemeClr val="accent3">
                    <a:lumMod val="75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Sheet1!$C$313:$BK$313</c:f>
              <c:numCache>
                <c:formatCode>General</c:formatCode>
                <c:ptCount val="61"/>
                <c:pt idx="0" formatCode="0%">
                  <c:v>0.1015006426850366</c:v>
                </c:pt>
                <c:pt idx="2" formatCode="0%">
                  <c:v>0.1096639715357202</c:v>
                </c:pt>
                <c:pt idx="3" formatCode="0%">
                  <c:v>9.001183958772635E-2</c:v>
                </c:pt>
                <c:pt idx="5" formatCode="0%">
                  <c:v>0.23003023606698009</c:v>
                </c:pt>
                <c:pt idx="6" formatCode="0%">
                  <c:v>0.1058618538787645</c:v>
                </c:pt>
                <c:pt idx="7" formatCode="0%">
                  <c:v>6.9657582289524594E-2</c:v>
                </c:pt>
                <c:pt idx="8" formatCode="0%">
                  <c:v>8.0514463619606597E-2</c:v>
                </c:pt>
                <c:pt idx="10" formatCode="0%">
                  <c:v>7.0648038980041059E-2</c:v>
                </c:pt>
                <c:pt idx="11" formatCode="0%">
                  <c:v>0.1248675810734772</c:v>
                </c:pt>
                <c:pt idx="12" formatCode="0%">
                  <c:v>0.1051048117725823</c:v>
                </c:pt>
                <c:pt idx="14" formatCode="0%">
                  <c:v>0.17947009498866481</c:v>
                </c:pt>
                <c:pt idx="15" formatCode="0%">
                  <c:v>9.1755517329985659E-2</c:v>
                </c:pt>
                <c:pt idx="16" formatCode="0%">
                  <c:v>0.1023993663353626</c:v>
                </c:pt>
                <c:pt idx="17" formatCode="0%">
                  <c:v>5.555554165770938E-2</c:v>
                </c:pt>
                <c:pt idx="19" formatCode="0%">
                  <c:v>4.6707779142325337E-2</c:v>
                </c:pt>
                <c:pt idx="20" formatCode="0%">
                  <c:v>0.1018793639370799</c:v>
                </c:pt>
                <c:pt idx="21" formatCode="0%">
                  <c:v>0.11133075063750809</c:v>
                </c:pt>
                <c:pt idx="22" formatCode="0%">
                  <c:v>0.1187350065214709</c:v>
                </c:pt>
                <c:pt idx="23" formatCode="0%">
                  <c:v>8.9330424059731572E-2</c:v>
                </c:pt>
                <c:pt idx="24" formatCode="0%">
                  <c:v>8.9894545292470596E-2</c:v>
                </c:pt>
                <c:pt idx="26" formatCode="0%">
                  <c:v>9.1458124426906651E-2</c:v>
                </c:pt>
                <c:pt idx="27" formatCode="0%">
                  <c:v>9.0498217272506828E-2</c:v>
                </c:pt>
                <c:pt idx="28" formatCode="0%">
                  <c:v>3.8654497858964083E-2</c:v>
                </c:pt>
                <c:pt idx="29" formatCode="0%">
                  <c:v>0.1070881291830363</c:v>
                </c:pt>
                <c:pt idx="30" formatCode="0%">
                  <c:v>0.17392912984751219</c:v>
                </c:pt>
                <c:pt idx="32" formatCode="0%">
                  <c:v>3.3376783625872222E-2</c:v>
                </c:pt>
                <c:pt idx="33" formatCode="0%">
                  <c:v>7.2015827744185898E-2</c:v>
                </c:pt>
                <c:pt idx="34" formatCode="0%">
                  <c:v>2.8683305124152202E-2</c:v>
                </c:pt>
                <c:pt idx="35" formatCode="0%">
                  <c:v>0.14231585587923329</c:v>
                </c:pt>
                <c:pt idx="36" formatCode="0%">
                  <c:v>0.15243889418031059</c:v>
                </c:pt>
                <c:pt idx="38" formatCode="0%">
                  <c:v>0.16117046933275761</c:v>
                </c:pt>
                <c:pt idx="39" formatCode="0%">
                  <c:v>3.0196712677959561E-2</c:v>
                </c:pt>
                <c:pt idx="40" formatCode="0%">
                  <c:v>9.150024681479467E-2</c:v>
                </c:pt>
                <c:pt idx="41" formatCode="0%">
                  <c:v>0.14785546443443581</c:v>
                </c:pt>
                <c:pt idx="42" formatCode="0%">
                  <c:v>0.13394308506449851</c:v>
                </c:pt>
                <c:pt idx="44" formatCode="0%">
                  <c:v>9.068030761808038E-2</c:v>
                </c:pt>
                <c:pt idx="45" formatCode="0%">
                  <c:v>4.0769372079188633E-2</c:v>
                </c:pt>
                <c:pt idx="46" formatCode="0%">
                  <c:v>9.9282574447908237E-2</c:v>
                </c:pt>
                <c:pt idx="47" formatCode="0%">
                  <c:v>3.9354195831276598E-2</c:v>
                </c:pt>
                <c:pt idx="48" formatCode="0%">
                  <c:v>0.35148316330631479</c:v>
                </c:pt>
                <c:pt idx="49" formatCode="0%">
                  <c:v>0.27042693774483001</c:v>
                </c:pt>
                <c:pt idx="50" formatCode="0%">
                  <c:v>0.2647007482271358</c:v>
                </c:pt>
                <c:pt idx="51" formatCode="0%">
                  <c:v>0.26736996620177811</c:v>
                </c:pt>
                <c:pt idx="52" formatCode="0%">
                  <c:v>6.0415079208882977E-2</c:v>
                </c:pt>
                <c:pt idx="53" formatCode="0%">
                  <c:v>0.22898971439476351</c:v>
                </c:pt>
                <c:pt idx="54" formatCode="0%">
                  <c:v>7.1713859172643432E-2</c:v>
                </c:pt>
                <c:pt idx="56" formatCode="0%">
                  <c:v>0.12655899755732611</c:v>
                </c:pt>
                <c:pt idx="57" formatCode="0%">
                  <c:v>8.4332653973479832E-2</c:v>
                </c:pt>
                <c:pt idx="58" formatCode="0%">
                  <c:v>6.9832860591038409E-2</c:v>
                </c:pt>
                <c:pt idx="59" formatCode="0%">
                  <c:v>0.1547670457116315</c:v>
                </c:pt>
                <c:pt idx="60" formatCode="0%">
                  <c:v>7.6957185239901138E-2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17-A1A5-4A6E-92E6-7E2E379DF599}"/>
            </c:ext>
          </c:extLst>
        </c:ser>
        <c:ser>
          <c:idx val="24"/>
          <c:order val="24"/>
          <c:tx>
            <c:strRef>
              <c:f>Sheet1!$B$314</c:f>
              <c:strCache>
                <c:ptCount val="1"/>
                <c:pt idx="0">
                  <c:v>Acessibilidade em zonas rurais</c:v>
                </c:pt>
              </c:strCache>
            </c:strRef>
          </c:tx>
          <c:spPr>
            <a:ln w="63500" cap="rnd">
              <a:solidFill>
                <a:srgbClr val="4091AA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4091AA"/>
              </a:solidFill>
              <a:ln w="9525">
                <a:solidFill>
                  <a:srgbClr val="4091AA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Sheet1!$C$314:$BK$314</c:f>
              <c:numCache>
                <c:formatCode>General</c:formatCode>
                <c:ptCount val="61"/>
                <c:pt idx="0" formatCode="0%">
                  <c:v>0.1811514120746073</c:v>
                </c:pt>
                <c:pt idx="2" formatCode="0%">
                  <c:v>0.17597006125618581</c:v>
                </c:pt>
                <c:pt idx="3" formatCode="0%">
                  <c:v>0.18914975783250049</c:v>
                </c:pt>
                <c:pt idx="5" formatCode="0%">
                  <c:v>0.2286545941296918</c:v>
                </c:pt>
                <c:pt idx="6" formatCode="0%">
                  <c:v>0.2060690306568039</c:v>
                </c:pt>
                <c:pt idx="7" formatCode="0%">
                  <c:v>0.18744043934230961</c:v>
                </c:pt>
                <c:pt idx="8" formatCode="0%">
                  <c:v>0.14398573039846049</c:v>
                </c:pt>
                <c:pt idx="10" formatCode="0%">
                  <c:v>0.1842885485515752</c:v>
                </c:pt>
                <c:pt idx="11" formatCode="0%">
                  <c:v>0.20458501617636859</c:v>
                </c:pt>
                <c:pt idx="12" formatCode="0%">
                  <c:v>0.14524667866574861</c:v>
                </c:pt>
                <c:pt idx="14" formatCode="0%">
                  <c:v>0.32802501450518567</c:v>
                </c:pt>
                <c:pt idx="15" formatCode="0%">
                  <c:v>0.14991873045353549</c:v>
                </c:pt>
                <c:pt idx="16" formatCode="0%">
                  <c:v>0.17534281757824419</c:v>
                </c:pt>
                <c:pt idx="17" formatCode="0%">
                  <c:v>8.3823642143655064E-2</c:v>
                </c:pt>
                <c:pt idx="19" formatCode="0%">
                  <c:v>6.7155810507177324E-2</c:v>
                </c:pt>
                <c:pt idx="20" formatCode="0%">
                  <c:v>0.28662913177514282</c:v>
                </c:pt>
                <c:pt idx="21" formatCode="0%">
                  <c:v>0.18567786265292691</c:v>
                </c:pt>
                <c:pt idx="22" formatCode="0%">
                  <c:v>0.20664096657259071</c:v>
                </c:pt>
                <c:pt idx="23" formatCode="0%">
                  <c:v>0.16192798560152841</c:v>
                </c:pt>
                <c:pt idx="24" formatCode="0%">
                  <c:v>9.8106821794126595E-2</c:v>
                </c:pt>
                <c:pt idx="26" formatCode="0%">
                  <c:v>0.24578055224407419</c:v>
                </c:pt>
                <c:pt idx="27" formatCode="0%">
                  <c:v>0.13154830115296459</c:v>
                </c:pt>
                <c:pt idx="28" formatCode="0%">
                  <c:v>9.0348101336053754E-2</c:v>
                </c:pt>
                <c:pt idx="29" formatCode="0%">
                  <c:v>0.25178597880280401</c:v>
                </c:pt>
                <c:pt idx="30" formatCode="0%">
                  <c:v>0.21632469343740421</c:v>
                </c:pt>
                <c:pt idx="32" formatCode="0%">
                  <c:v>0.18372534202507951</c:v>
                </c:pt>
                <c:pt idx="33" formatCode="0%">
                  <c:v>0.10736419575743671</c:v>
                </c:pt>
                <c:pt idx="34" formatCode="0%">
                  <c:v>0.16524598372925681</c:v>
                </c:pt>
                <c:pt idx="35" formatCode="0%">
                  <c:v>0.19153195746801119</c:v>
                </c:pt>
                <c:pt idx="36" formatCode="0%">
                  <c:v>0.19299980889550011</c:v>
                </c:pt>
                <c:pt idx="38" formatCode="0%">
                  <c:v>0.25784107151779989</c:v>
                </c:pt>
                <c:pt idx="39" formatCode="0%">
                  <c:v>6.9863719687435627E-2</c:v>
                </c:pt>
                <c:pt idx="40" formatCode="0%">
                  <c:v>0.15411381609608221</c:v>
                </c:pt>
                <c:pt idx="41" formatCode="0%">
                  <c:v>0.29059050230847899</c:v>
                </c:pt>
                <c:pt idx="42" formatCode="0%">
                  <c:v>0.20350244204394971</c:v>
                </c:pt>
                <c:pt idx="44" formatCode="0%">
                  <c:v>0.14438773521466031</c:v>
                </c:pt>
                <c:pt idx="45" formatCode="0%">
                  <c:v>9.676666499545257E-2</c:v>
                </c:pt>
                <c:pt idx="46" formatCode="0%">
                  <c:v>0.25409950616661447</c:v>
                </c:pt>
                <c:pt idx="47" formatCode="0%">
                  <c:v>0.1163959848787261</c:v>
                </c:pt>
                <c:pt idx="48" formatCode="0%">
                  <c:v>0.17212598073599389</c:v>
                </c:pt>
                <c:pt idx="49" formatCode="0%">
                  <c:v>0.46730181500801549</c:v>
                </c:pt>
                <c:pt idx="50" formatCode="0%">
                  <c:v>0.22479372085250321</c:v>
                </c:pt>
                <c:pt idx="51" formatCode="0%">
                  <c:v>0.26777188387751122</c:v>
                </c:pt>
                <c:pt idx="52" formatCode="0%">
                  <c:v>0.1461980378101525</c:v>
                </c:pt>
                <c:pt idx="53" formatCode="0%">
                  <c:v>0.29445843609726902</c:v>
                </c:pt>
                <c:pt idx="54" formatCode="0%">
                  <c:v>0.17775616994376631</c:v>
                </c:pt>
                <c:pt idx="56" formatCode="0%">
                  <c:v>0.18479975682717259</c:v>
                </c:pt>
                <c:pt idx="57" formatCode="0%">
                  <c:v>7.9111816615672223E-2</c:v>
                </c:pt>
                <c:pt idx="58" formatCode="0%">
                  <c:v>0.10365370204280611</c:v>
                </c:pt>
                <c:pt idx="59" formatCode="0%">
                  <c:v>0.26648422969426783</c:v>
                </c:pt>
                <c:pt idx="60" formatCode="0%">
                  <c:v>0.17254778658512879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18-A1A5-4A6E-92E6-7E2E379DF599}"/>
            </c:ext>
          </c:extLst>
        </c:ser>
        <c:ser>
          <c:idx val="25"/>
          <c:order val="25"/>
          <c:tx>
            <c:strRef>
              <c:f>Sheet1!$B$315</c:f>
              <c:strCache>
                <c:ptCount val="1"/>
                <c:pt idx="0">
                  <c:v>Outro</c:v>
                </c:pt>
              </c:strCache>
            </c:strRef>
          </c:tx>
          <c:spPr>
            <a:ln w="6350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Sheet1!$C$315:$BK$315</c:f>
              <c:numCache>
                <c:formatCode>General</c:formatCode>
                <c:ptCount val="61"/>
                <c:pt idx="0" formatCode="0%">
                  <c:v>0.11949908562656961</c:v>
                </c:pt>
                <c:pt idx="2" formatCode="0%">
                  <c:v>0.1118808760323349</c:v>
                </c:pt>
                <c:pt idx="3" formatCode="0%">
                  <c:v>0.12965573504480779</c:v>
                </c:pt>
                <c:pt idx="5" formatCode="0%">
                  <c:v>8.5210322722085521E-2</c:v>
                </c:pt>
                <c:pt idx="6" formatCode="0%">
                  <c:v>0.18637343350307889</c:v>
                </c:pt>
                <c:pt idx="7" formatCode="0%">
                  <c:v>9.8050272946716324E-2</c:v>
                </c:pt>
                <c:pt idx="8" formatCode="0%">
                  <c:v>0.1085235191932219</c:v>
                </c:pt>
                <c:pt idx="10" formatCode="0%">
                  <c:v>9.1459898100689316E-2</c:v>
                </c:pt>
                <c:pt idx="11" formatCode="0%">
                  <c:v>0.1214464470364736</c:v>
                </c:pt>
                <c:pt idx="12" formatCode="0%">
                  <c:v>0.1493340764556817</c:v>
                </c:pt>
                <c:pt idx="14" formatCode="0%">
                  <c:v>0.14236329410535889</c:v>
                </c:pt>
                <c:pt idx="15" formatCode="0%">
                  <c:v>0.10438854562746849</c:v>
                </c:pt>
                <c:pt idx="16" formatCode="0%">
                  <c:v>0.10166350615511439</c:v>
                </c:pt>
                <c:pt idx="17" formatCode="0%">
                  <c:v>0.16696028496880039</c:v>
                </c:pt>
                <c:pt idx="19" formatCode="0%">
                  <c:v>0.13250108145339609</c:v>
                </c:pt>
                <c:pt idx="20" formatCode="0%">
                  <c:v>9.3566861974482607E-2</c:v>
                </c:pt>
                <c:pt idx="21" formatCode="0%">
                  <c:v>0.11943668887750759</c:v>
                </c:pt>
                <c:pt idx="22" formatCode="0%">
                  <c:v>0.10977984901815981</c:v>
                </c:pt>
                <c:pt idx="23" formatCode="0%">
                  <c:v>0.14855968965763319</c:v>
                </c:pt>
                <c:pt idx="24" formatCode="0%">
                  <c:v>2.618484744315339E-2</c:v>
                </c:pt>
                <c:pt idx="26" formatCode="0%">
                  <c:v>0.1652752923574427</c:v>
                </c:pt>
                <c:pt idx="27" formatCode="0%">
                  <c:v>0.1045055569562465</c:v>
                </c:pt>
                <c:pt idx="28" formatCode="0%">
                  <c:v>0.14822553253008069</c:v>
                </c:pt>
                <c:pt idx="29" formatCode="0%">
                  <c:v>0.118931525131861</c:v>
                </c:pt>
                <c:pt idx="30" formatCode="0%">
                  <c:v>8.037246507608814E-2</c:v>
                </c:pt>
                <c:pt idx="32" formatCode="0%">
                  <c:v>0.13898830775854801</c:v>
                </c:pt>
                <c:pt idx="33" formatCode="0%">
                  <c:v>0.13589554050731339</c:v>
                </c:pt>
                <c:pt idx="34" formatCode="0%">
                  <c:v>0.1186793691826524</c:v>
                </c:pt>
                <c:pt idx="35" formatCode="0%">
                  <c:v>0.1494065515636312</c:v>
                </c:pt>
                <c:pt idx="36" formatCode="0%">
                  <c:v>0.109257701976259</c:v>
                </c:pt>
                <c:pt idx="38" formatCode="0%">
                  <c:v>0.1641100452492727</c:v>
                </c:pt>
                <c:pt idx="39" formatCode="0%">
                  <c:v>0.13667675348997371</c:v>
                </c:pt>
                <c:pt idx="40" formatCode="0%">
                  <c:v>0.1004933590172539</c:v>
                </c:pt>
                <c:pt idx="41" formatCode="0%">
                  <c:v>0.11630134840558</c:v>
                </c:pt>
                <c:pt idx="42" formatCode="0%">
                  <c:v>9.1221815003363946E-2</c:v>
                </c:pt>
                <c:pt idx="44" formatCode="0%">
                  <c:v>9.2959784369505236E-2</c:v>
                </c:pt>
                <c:pt idx="45" formatCode="0%">
                  <c:v>0.14793128754492271</c:v>
                </c:pt>
                <c:pt idx="46" formatCode="0%">
                  <c:v>0.11574854894455371</c:v>
                </c:pt>
                <c:pt idx="47" formatCode="0%">
                  <c:v>7.7346736167815705E-2</c:v>
                </c:pt>
                <c:pt idx="48" formatCode="0%">
                  <c:v>7.7616573473324221E-2</c:v>
                </c:pt>
                <c:pt idx="49" formatCode="0%">
                  <c:v>0.1768646845942981</c:v>
                </c:pt>
                <c:pt idx="50" formatCode="0%">
                  <c:v>9.5314023458692318E-2</c:v>
                </c:pt>
                <c:pt idx="51" formatCode="0%">
                  <c:v>5.7749726816680898E-3</c:v>
                </c:pt>
                <c:pt idx="52" formatCode="0%">
                  <c:v>0.17437747168544371</c:v>
                </c:pt>
                <c:pt idx="53" formatCode="0%">
                  <c:v>0.17958288610454351</c:v>
                </c:pt>
                <c:pt idx="54" formatCode="0%">
                  <c:v>0.1160381469894935</c:v>
                </c:pt>
                <c:pt idx="56" formatCode="0%">
                  <c:v>6.9463383787274902E-2</c:v>
                </c:pt>
                <c:pt idx="57" formatCode="0%">
                  <c:v>0.16260849079342499</c:v>
                </c:pt>
                <c:pt idx="58" formatCode="0%">
                  <c:v>7.0174415349591832E-2</c:v>
                </c:pt>
                <c:pt idx="59" formatCode="0%">
                  <c:v>0.14069736557808299</c:v>
                </c:pt>
                <c:pt idx="60" formatCode="0%">
                  <c:v>0.13199067745109971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19-A1A5-4A6E-92E6-7E2E379DF599}"/>
            </c:ext>
          </c:extLst>
        </c:ser>
        <c:ser>
          <c:idx val="26"/>
          <c:order val="26"/>
          <c:tx>
            <c:strRef>
              <c:f>Sheet1!$B$316</c:f>
              <c:strCache>
                <c:ptCount val="1"/>
                <c:pt idx="0">
                  <c:v>Não sabe</c:v>
                </c:pt>
              </c:strCache>
            </c:strRef>
          </c:tx>
          <c:spPr>
            <a:ln w="63500" cap="rnd">
              <a:solidFill>
                <a:schemeClr val="accent6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50000"/>
                </a:schemeClr>
              </a:solidFill>
              <a:ln w="9525">
                <a:solidFill>
                  <a:schemeClr val="accent6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Sheet1!$C$316:$BK$316</c:f>
              <c:numCache>
                <c:formatCode>General</c:formatCode>
                <c:ptCount val="61"/>
                <c:pt idx="0" formatCode="0%">
                  <c:v>2.6267454399484701E-2</c:v>
                </c:pt>
                <c:pt idx="2" formatCode="0%">
                  <c:v>3.066962015659817E-2</c:v>
                </c:pt>
                <c:pt idx="3" formatCode="0%">
                  <c:v>2.1879939965993671E-2</c:v>
                </c:pt>
                <c:pt idx="5" formatCode="0%">
                  <c:v>1.451510463789308E-2</c:v>
                </c:pt>
                <c:pt idx="6" formatCode="0%">
                  <c:v>1.6414045312349381E-2</c:v>
                </c:pt>
                <c:pt idx="7" formatCode="0%">
                  <c:v>1.9810087390015729E-2</c:v>
                </c:pt>
                <c:pt idx="8" formatCode="0%">
                  <c:v>4.1829713733995161E-2</c:v>
                </c:pt>
                <c:pt idx="10" formatCode="0%">
                  <c:v>5.2258925276626088E-2</c:v>
                </c:pt>
                <c:pt idx="11" formatCode="0%">
                  <c:v>1.6747605482804361E-2</c:v>
                </c:pt>
                <c:pt idx="12" formatCode="0%">
                  <c:v>9.2340145529301153E-3</c:v>
                </c:pt>
                <c:pt idx="14" formatCode="0%">
                  <c:v>3.5159378464784938E-2</c:v>
                </c:pt>
                <c:pt idx="15" formatCode="0%">
                  <c:v>3.4663824857738078E-2</c:v>
                </c:pt>
                <c:pt idx="16" formatCode="0%">
                  <c:v>2.3167185853639739E-2</c:v>
                </c:pt>
                <c:pt idx="17" formatCode="0%">
                  <c:v>9.5657074593875051E-3</c:v>
                </c:pt>
                <c:pt idx="19" formatCode="0%">
                  <c:v>3.0423232398111288E-2</c:v>
                </c:pt>
                <c:pt idx="20" formatCode="0%">
                  <c:v>3.4439525873527898E-3</c:v>
                </c:pt>
                <c:pt idx="21" formatCode="0%">
                  <c:v>9.8676759657164125E-3</c:v>
                </c:pt>
                <c:pt idx="22" formatCode="0%">
                  <c:v>4.6059083372090102E-2</c:v>
                </c:pt>
                <c:pt idx="23" formatCode="0%">
                  <c:v>2.8402114114112219E-2</c:v>
                </c:pt>
                <c:pt idx="24" formatCode="0%">
                  <c:v>6.8257355066717429E-2</c:v>
                </c:pt>
                <c:pt idx="26" formatCode="0%">
                  <c:v>2.7086108301508711E-2</c:v>
                </c:pt>
                <c:pt idx="27" formatCode="0%">
                  <c:v>1.6490116854568231E-2</c:v>
                </c:pt>
                <c:pt idx="28" formatCode="0%">
                  <c:v>5.7547785470479687E-2</c:v>
                </c:pt>
                <c:pt idx="29" formatCode="0%">
                  <c:v>2.856184079275121E-2</c:v>
                </c:pt>
                <c:pt idx="30" formatCode="0%">
                  <c:v>5.07553822988604E-3</c:v>
                </c:pt>
                <c:pt idx="32" formatCode="0%">
                  <c:v>4.5593441994259E-2</c:v>
                </c:pt>
                <c:pt idx="33" formatCode="0%">
                  <c:v>3.3723068335484517E-2</c:v>
                </c:pt>
                <c:pt idx="34" formatCode="0%">
                  <c:v>6.656595874669631E-2</c:v>
                </c:pt>
                <c:pt idx="35" formatCode="0%">
                  <c:v>7.6591752113432587E-4</c:v>
                </c:pt>
                <c:pt idx="36" formatCode="0%">
                  <c:v>2.0211592230261711E-3</c:v>
                </c:pt>
                <c:pt idx="38" formatCode="0%">
                  <c:v>2.9328581076668699E-2</c:v>
                </c:pt>
                <c:pt idx="39" formatCode="0%">
                  <c:v>4.702040955880616E-2</c:v>
                </c:pt>
                <c:pt idx="40" formatCode="0%">
                  <c:v>1.9687075078018961E-3</c:v>
                </c:pt>
                <c:pt idx="41" formatCode="0%">
                  <c:v>6.6597569230751608E-2</c:v>
                </c:pt>
                <c:pt idx="42" formatCode="0%">
                  <c:v>3.6455115942758908E-3</c:v>
                </c:pt>
                <c:pt idx="44" formatCode="0%">
                  <c:v>1.533289844843899E-2</c:v>
                </c:pt>
                <c:pt idx="45" formatCode="0%">
                  <c:v>5.0031780870436887E-2</c:v>
                </c:pt>
                <c:pt idx="46" formatCode="0%">
                  <c:v>2.6431059764208439E-2</c:v>
                </c:pt>
                <c:pt idx="47" formatCode="0%">
                  <c:v>1.316691354520683E-2</c:v>
                </c:pt>
                <c:pt idx="48" formatCode="0%">
                  <c:v>0</c:v>
                </c:pt>
                <c:pt idx="49" formatCode="0%">
                  <c:v>0</c:v>
                </c:pt>
                <c:pt idx="50" formatCode="0%">
                  <c:v>5.3037024504042664E-3</c:v>
                </c:pt>
                <c:pt idx="51" formatCode="0%">
                  <c:v>0</c:v>
                </c:pt>
                <c:pt idx="52" formatCode="0%">
                  <c:v>7.8640815092283697E-3</c:v>
                </c:pt>
                <c:pt idx="53" formatCode="0%">
                  <c:v>4.1870502445485744E-3</c:v>
                </c:pt>
                <c:pt idx="54" formatCode="0%">
                  <c:v>5.3315587816349957E-2</c:v>
                </c:pt>
                <c:pt idx="56" formatCode="0%">
                  <c:v>2.0110400579061782E-2</c:v>
                </c:pt>
                <c:pt idx="57" formatCode="0%">
                  <c:v>2.3223797520269141E-3</c:v>
                </c:pt>
                <c:pt idx="58" formatCode="0%">
                  <c:v>6.7943482957517579E-2</c:v>
                </c:pt>
                <c:pt idx="59" formatCode="0%">
                  <c:v>5.6639718519205821E-3</c:v>
                </c:pt>
                <c:pt idx="60" formatCode="0%">
                  <c:v>3.7684004574957852E-2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1A-A1A5-4A6E-92E6-7E2E379DF599}"/>
            </c:ext>
          </c:extLst>
        </c:ser>
        <c:ser>
          <c:idx val="27"/>
          <c:order val="27"/>
          <c:tx>
            <c:strRef>
              <c:f>Sheet1!$B$317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  <a:lumOff val="40000"/>
                </a:schemeClr>
              </a:solidFill>
              <a:ln w="6350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Sheet1!$C$317:$BK$317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28"/>
          <c:order val="28"/>
          <c:tx>
            <c:strRef>
              <c:f>Sheet1!$B$318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60000"/>
                  <a:lumOff val="40000"/>
                </a:schemeClr>
              </a:solidFill>
              <a:ln w="63500"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Sheet1!$C$318:$BK$318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29"/>
          <c:order val="29"/>
          <c:tx>
            <c:strRef>
              <c:f>Sheet1!$B$319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  <a:lumOff val="40000"/>
                </a:schemeClr>
              </a:solidFill>
              <a:ln w="63500"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Sheet1!$C$319:$BK$319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30"/>
          <c:order val="30"/>
          <c:tx>
            <c:strRef>
              <c:f>Sheet1!$B$320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50000"/>
                </a:schemeClr>
              </a:solidFill>
              <a:ln w="63500">
                <a:solidFill>
                  <a:schemeClr val="accent1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Sheet1!$C$320:$BK$320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31"/>
          <c:order val="31"/>
          <c:tx>
            <c:strRef>
              <c:f>Sheet1!$B$321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50000"/>
                </a:schemeClr>
              </a:solidFill>
              <a:ln w="6350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Sheet1!$C$321:$BK$321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32"/>
          <c:order val="32"/>
          <c:tx>
            <c:strRef>
              <c:f>Sheet1!$B$322</c:f>
              <c:strCache>
                <c:ptCount val="1"/>
                <c:pt idx="0">
                  <c:v>adfgadfg</c:v>
                </c:pt>
              </c:strCache>
            </c:strRef>
          </c:tx>
          <c:spPr>
            <a:ln w="63500" cap="rnd">
              <a:solidFill>
                <a:schemeClr val="accent3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50000"/>
                </a:schemeClr>
              </a:solidFill>
              <a:ln w="63500">
                <a:solidFill>
                  <a:schemeClr val="accent3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Sheet1!$C$322:$BK$322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33"/>
          <c:order val="33"/>
          <c:tx>
            <c:strRef>
              <c:f>Sheet1!$B$323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4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50000"/>
                </a:schemeClr>
              </a:solidFill>
              <a:ln w="63500">
                <a:solidFill>
                  <a:schemeClr val="accent4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Sheet1!$C$323:$BK$323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34"/>
          <c:order val="34"/>
          <c:tx>
            <c:strRef>
              <c:f>Sheet1!$B$324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50000"/>
                </a:schemeClr>
              </a:solidFill>
              <a:ln w="63500">
                <a:solidFill>
                  <a:schemeClr val="accent5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Sheet1!$C$324:$BK$324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35"/>
          <c:order val="35"/>
          <c:tx>
            <c:strRef>
              <c:f>Sheet1!$B$325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6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50000"/>
                </a:schemeClr>
              </a:solidFill>
              <a:ln w="63500">
                <a:solidFill>
                  <a:schemeClr val="accent6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Sheet1!$C$325:$BK$325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36"/>
          <c:order val="36"/>
          <c:tx>
            <c:strRef>
              <c:f>Sheet1!$B$326</c:f>
              <c:strCache>
                <c:ptCount val="1"/>
                <c:pt idx="0">
                  <c:v>adgf</c:v>
                </c:pt>
              </c:strCache>
            </c:strRef>
          </c:tx>
          <c:spPr>
            <a:ln w="63500" cap="rnd">
              <a:solidFill>
                <a:schemeClr val="accent1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70000"/>
                  <a:lumOff val="30000"/>
                </a:schemeClr>
              </a:solidFill>
              <a:ln w="63500">
                <a:solidFill>
                  <a:schemeClr val="accent1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Sheet1!$C$326:$BK$326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37"/>
          <c:order val="37"/>
          <c:tx>
            <c:strRef>
              <c:f>Sheet1!$B$327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2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70000"/>
                  <a:lumOff val="30000"/>
                </a:schemeClr>
              </a:solidFill>
              <a:ln w="63500">
                <a:solidFill>
                  <a:schemeClr val="accent2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Sheet1!$C$327:$BK$327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38"/>
          <c:order val="38"/>
          <c:tx>
            <c:strRef>
              <c:f>Sheet1!$B$328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3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70000"/>
                  <a:lumOff val="30000"/>
                </a:schemeClr>
              </a:solidFill>
              <a:ln w="63500">
                <a:solidFill>
                  <a:schemeClr val="accent3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Sheet1!$C$328:$BK$328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39"/>
          <c:order val="39"/>
          <c:tx>
            <c:strRef>
              <c:f>Sheet1!$B$329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4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70000"/>
                  <a:lumOff val="30000"/>
                </a:schemeClr>
              </a:solidFill>
              <a:ln w="63500">
                <a:solidFill>
                  <a:schemeClr val="accent4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Sheet1!$C$329:$BK$329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40"/>
          <c:order val="40"/>
          <c:tx>
            <c:strRef>
              <c:f>Sheet1!$B$330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5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70000"/>
                  <a:lumOff val="30000"/>
                </a:schemeClr>
              </a:solidFill>
              <a:ln w="63500">
                <a:solidFill>
                  <a:schemeClr val="accent5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Sheet1!$C$330:$BK$330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41"/>
          <c:order val="41"/>
          <c:tx>
            <c:strRef>
              <c:f>Sheet1!$B$331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6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0000"/>
                  <a:lumOff val="30000"/>
                </a:schemeClr>
              </a:solidFill>
              <a:ln w="63500">
                <a:solidFill>
                  <a:schemeClr val="accent6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Sheet1!$C$331:$BK$331</c:f>
              <c:numCache>
                <c:formatCode>General</c:formatCode>
                <c:ptCount val="61"/>
              </c:numCache>
            </c:numRef>
          </c:val>
          <c:smooth val="0"/>
        </c:ser>
        <c:ser>
          <c:idx val="42"/>
          <c:order val="42"/>
          <c:tx>
            <c:strRef>
              <c:f>Sheet1!$B$332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1">
                  <a:lumMod val="7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70000"/>
                </a:schemeClr>
              </a:solidFill>
              <a:ln w="63500">
                <a:solidFill>
                  <a:schemeClr val="accent1">
                    <a:lumMod val="7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Sheet1!$C$332:$BK$332</c:f>
              <c:numCache>
                <c:formatCode>General</c:formatCode>
                <c:ptCount val="61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26647280"/>
        <c:axId val="1626647824"/>
      </c:lineChart>
      <c:catAx>
        <c:axId val="162664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6647824"/>
        <c:crosses val="autoZero"/>
        <c:auto val="1"/>
        <c:lblAlgn val="ctr"/>
        <c:lblOffset val="100"/>
        <c:noMultiLvlLbl val="0"/>
      </c:catAx>
      <c:valAx>
        <c:axId val="1626647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162664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1021406695981874E-3"/>
          <c:y val="1.1675630394405554E-3"/>
          <c:w val="0.99889785933040176"/>
          <c:h val="0.160537435702441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HelveticaNeue Std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  <a:latin typeface="+mj-lt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Sheet1!$B$285</c:f>
              <c:strCache>
                <c:ptCount val="1"/>
                <c:pt idx="0">
                  <c:v>Para apoyar al gobierno nacional de Javier Milei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Sheet1!$C$284:$BX$284</c:f>
              <c:strCache>
                <c:ptCount val="74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CAPITAL</c:v>
                </c:pt>
                <c:pt idx="20">
                  <c:v>NORTE</c:v>
                </c:pt>
                <c:pt idx="21">
                  <c:v>SUR</c:v>
                </c:pt>
                <c:pt idx="22">
                  <c:v>Río Cuarto</c:v>
                </c:pt>
                <c:pt idx="23">
                  <c:v>San Martín (Villa María)</c:v>
                </c:pt>
                <c:pt idx="25">
                  <c:v>Ninguno</c:v>
                </c:pt>
                <c:pt idx="26">
                  <c:v>Kirchnerismo</c:v>
                </c:pt>
                <c:pt idx="27">
                  <c:v>Peronismo</c:v>
                </c:pt>
                <c:pt idx="28">
                  <c:v>Al PRO</c:v>
                </c:pt>
                <c:pt idx="29">
                  <c:v>Radicalismo</c:v>
                </c:pt>
                <c:pt idx="30">
                  <c:v>Libertario</c:v>
                </c:pt>
                <c:pt idx="32">
                  <c:v>Ninguno</c:v>
                </c:pt>
                <c:pt idx="33">
                  <c:v>La Libertad Avanza</c:v>
                </c:pt>
                <c:pt idx="34">
                  <c:v>Hacemos</c:v>
                </c:pt>
                <c:pt idx="35">
                  <c:v>El peronismo de NDLS</c:v>
                </c:pt>
                <c:pt idx="36">
                  <c:v>Kirchnerismo</c:v>
                </c:pt>
                <c:pt idx="37">
                  <c:v>PRO</c:v>
                </c:pt>
                <c:pt idx="38">
                  <c:v>Unión Cívica Radical</c:v>
                </c:pt>
                <c:pt idx="40">
                  <c:v>Martín Llaryora </c:v>
                </c:pt>
                <c:pt idx="41">
                  <c:v>Luis Juez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Gonzalo Roca </c:v>
                </c:pt>
                <c:pt idx="47">
                  <c:v>Juan Schiaretti </c:v>
                </c:pt>
                <c:pt idx="48">
                  <c:v>Natalia de la Sota </c:v>
                </c:pt>
                <c:pt idx="49">
                  <c:v>Pablo Carro</c:v>
                </c:pt>
                <c:pt idx="50">
                  <c:v>Oscar Agost Carreño</c:v>
                </c:pt>
                <c:pt idx="51">
                  <c:v>Ramón Mestre </c:v>
                </c:pt>
                <c:pt idx="52">
                  <c:v>Héctor Baldassi </c:v>
                </c:pt>
                <c:pt idx="53">
                  <c:v>Aurelio Elorrio </c:v>
                </c:pt>
                <c:pt idx="54">
                  <c:v>Liliana Olivero </c:v>
                </c:pt>
                <c:pt idx="55">
                  <c:v>Agustín Spaccesi </c:v>
                </c:pt>
                <c:pt idx="56">
                  <c:v>Otro</c:v>
                </c:pt>
                <c:pt idx="57">
                  <c:v>En blanco</c:v>
                </c:pt>
                <c:pt idx="58">
                  <c:v>No sabe</c:v>
                </c:pt>
                <c:pt idx="60">
                  <c:v>Muy probable</c:v>
                </c:pt>
                <c:pt idx="61">
                  <c:v>Bastante probable</c:v>
                </c:pt>
                <c:pt idx="62">
                  <c:v>Poco probable</c:v>
                </c:pt>
                <c:pt idx="63">
                  <c:v>Nunca la votaría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  <c:pt idx="70">
                  <c:v>Muy buena</c:v>
                </c:pt>
                <c:pt idx="71">
                  <c:v>Buena</c:v>
                </c:pt>
                <c:pt idx="72">
                  <c:v>Mala</c:v>
                </c:pt>
                <c:pt idx="73">
                  <c:v>Muy mala</c:v>
                </c:pt>
              </c:strCache>
            </c:strRef>
          </c:cat>
          <c:val>
            <c:numRef>
              <c:f>Sheet1!$C$285:$BX$285</c:f>
              <c:numCache>
                <c:formatCode>General</c:formatCode>
                <c:ptCount val="74"/>
                <c:pt idx="0" formatCode="0%">
                  <c:v>0.46181164113562451</c:v>
                </c:pt>
                <c:pt idx="2" formatCode="0%">
                  <c:v>0.53056616282958113</c:v>
                </c:pt>
                <c:pt idx="3" formatCode="0%">
                  <c:v>0.37647342236936843</c:v>
                </c:pt>
                <c:pt idx="5" formatCode="0%">
                  <c:v>0.54543425523632949</c:v>
                </c:pt>
                <c:pt idx="6" formatCode="0%">
                  <c:v>0.45924668304742405</c:v>
                </c:pt>
                <c:pt idx="7" formatCode="0%">
                  <c:v>0.40110486524352973</c:v>
                </c:pt>
                <c:pt idx="8" formatCode="0%">
                  <c:v>0.47527469833394664</c:v>
                </c:pt>
                <c:pt idx="10" formatCode="0%">
                  <c:v>0.42501945943104247</c:v>
                </c:pt>
                <c:pt idx="11" formatCode="0%">
                  <c:v>0.47264306865572897</c:v>
                </c:pt>
                <c:pt idx="12" formatCode="0%">
                  <c:v>0.47010610708782524</c:v>
                </c:pt>
                <c:pt idx="14" formatCode="0%">
                  <c:v>0.31194937698312081</c:v>
                </c:pt>
                <c:pt idx="15" formatCode="0%">
                  <c:v>0.36063808731483787</c:v>
                </c:pt>
                <c:pt idx="16" formatCode="0%">
                  <c:v>0.63995299882109535</c:v>
                </c:pt>
                <c:pt idx="17" formatCode="0%">
                  <c:v>0.80532702550466961</c:v>
                </c:pt>
                <c:pt idx="19" formatCode="0%">
                  <c:v>0.49967127881813667</c:v>
                </c:pt>
                <c:pt idx="20" formatCode="0%">
                  <c:v>0.46718421688063505</c:v>
                </c:pt>
                <c:pt idx="21" formatCode="0%">
                  <c:v>0.40139042114225149</c:v>
                </c:pt>
                <c:pt idx="22" formatCode="0%">
                  <c:v>0.3037068013352221</c:v>
                </c:pt>
                <c:pt idx="23" formatCode="0%">
                  <c:v>0.62703917035767531</c:v>
                </c:pt>
                <c:pt idx="25" formatCode="0%">
                  <c:v>0.35350325811663785</c:v>
                </c:pt>
                <c:pt idx="26" formatCode="0%">
                  <c:v>5.5720291559349579E-4</c:v>
                </c:pt>
                <c:pt idx="27" formatCode="0%">
                  <c:v>5.6543048190345918E-2</c:v>
                </c:pt>
                <c:pt idx="28" formatCode="0%">
                  <c:v>0.43904167765983021</c:v>
                </c:pt>
                <c:pt idx="29" formatCode="0%">
                  <c:v>0.43888129386553276</c:v>
                </c:pt>
                <c:pt idx="30" formatCode="0%">
                  <c:v>0.9450485246558713</c:v>
                </c:pt>
                <c:pt idx="32" formatCode="0%">
                  <c:v>0.33943818607342224</c:v>
                </c:pt>
                <c:pt idx="33" formatCode="0%">
                  <c:v>0.91171601097648336</c:v>
                </c:pt>
                <c:pt idx="34" formatCode="0%">
                  <c:v>0.20468508748155009</c:v>
                </c:pt>
                <c:pt idx="35" formatCode="0%">
                  <c:v>4.244283354117586E-2</c:v>
                </c:pt>
                <c:pt idx="36" formatCode="0%">
                  <c:v>9.2313251327287072E-4</c:v>
                </c:pt>
                <c:pt idx="37" formatCode="0%">
                  <c:v>0.63265590850383602</c:v>
                </c:pt>
                <c:pt idx="38" formatCode="0%">
                  <c:v>0.49820083030009576</c:v>
                </c:pt>
                <c:pt idx="40" formatCode="0%">
                  <c:v>0.3128686024162135</c:v>
                </c:pt>
                <c:pt idx="41" formatCode="0%">
                  <c:v>0.661757939035303</c:v>
                </c:pt>
                <c:pt idx="43" formatCode="0%">
                  <c:v>0.70880734884815921</c:v>
                </c:pt>
                <c:pt idx="44" formatCode="0%">
                  <c:v>6.2979253483888085E-3</c:v>
                </c:pt>
                <c:pt idx="46" formatCode="0%">
                  <c:v>0.94170972776371897</c:v>
                </c:pt>
                <c:pt idx="47" formatCode="0%">
                  <c:v>0.16167663693370218</c:v>
                </c:pt>
                <c:pt idx="48" formatCode="0%">
                  <c:v>4.7971775427942447E-2</c:v>
                </c:pt>
                <c:pt idx="49" formatCode="0%">
                  <c:v>7.9357456579930792E-4</c:v>
                </c:pt>
                <c:pt idx="50" formatCode="0%">
                  <c:v>0.45225261107049791</c:v>
                </c:pt>
                <c:pt idx="51" formatCode="0%">
                  <c:v>0.13358503571227329</c:v>
                </c:pt>
                <c:pt idx="52" formatCode="0%">
                  <c:v>0.70926008806895025</c:v>
                </c:pt>
                <c:pt idx="53" formatCode="0%">
                  <c:v>0.44127271642796195</c:v>
                </c:pt>
                <c:pt idx="54" formatCode="0%">
                  <c:v>3.698461020308242E-2</c:v>
                </c:pt>
                <c:pt idx="55" formatCode="0%">
                  <c:v>0.97343276570373094</c:v>
                </c:pt>
                <c:pt idx="56" formatCode="0%">
                  <c:v>0.4555553286077757</c:v>
                </c:pt>
                <c:pt idx="57" formatCode="0%">
                  <c:v>0.23571660966876665</c:v>
                </c:pt>
                <c:pt idx="58" formatCode="0%">
                  <c:v>0.28530078010209209</c:v>
                </c:pt>
                <c:pt idx="60" formatCode="0%">
                  <c:v>6.2764166157483176E-2</c:v>
                </c:pt>
                <c:pt idx="61" formatCode="0%">
                  <c:v>0.1726848307411836</c:v>
                </c:pt>
                <c:pt idx="62" formatCode="0%">
                  <c:v>0.36640296809223605</c:v>
                </c:pt>
                <c:pt idx="63" formatCode="0%">
                  <c:v>0.72590500484581444</c:v>
                </c:pt>
                <c:pt idx="65" formatCode="0%">
                  <c:v>0.92467757204306045</c:v>
                </c:pt>
                <c:pt idx="66" formatCode="0%">
                  <c:v>0.63199586897371041</c:v>
                </c:pt>
                <c:pt idx="67" formatCode="0%">
                  <c:v>6.3283963355983894E-2</c:v>
                </c:pt>
                <c:pt idx="68" formatCode="0%">
                  <c:v>3.9567859252723639E-3</c:v>
                </c:pt>
                <c:pt idx="70" formatCode="0%">
                  <c:v>0.21370996122303901</c:v>
                </c:pt>
                <c:pt idx="71" formatCode="0%">
                  <c:v>0.34440551578333189</c:v>
                </c:pt>
                <c:pt idx="72" formatCode="0%">
                  <c:v>0.44137162636571015</c:v>
                </c:pt>
                <c:pt idx="73" formatCode="0%">
                  <c:v>0.70036365490330565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471-4877-9C25-94C78B8BE14F}"/>
            </c:ext>
          </c:extLst>
        </c:ser>
        <c:ser>
          <c:idx val="1"/>
          <c:order val="1"/>
          <c:tx>
            <c:strRef>
              <c:f>Sheet1!$B$286</c:f>
              <c:strCache>
                <c:ptCount val="1"/>
                <c:pt idx="0">
                  <c:v>Para rechazar al gobierno nacional de Javier Milei</c:v>
                </c:pt>
              </c:strCache>
            </c:strRef>
          </c:tx>
          <c:spPr>
            <a:solidFill>
              <a:srgbClr val="9751C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Sheet1!$C$284:$BX$284</c:f>
              <c:strCache>
                <c:ptCount val="74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CAPITAL</c:v>
                </c:pt>
                <c:pt idx="20">
                  <c:v>NORTE</c:v>
                </c:pt>
                <c:pt idx="21">
                  <c:v>SUR</c:v>
                </c:pt>
                <c:pt idx="22">
                  <c:v>Río Cuarto</c:v>
                </c:pt>
                <c:pt idx="23">
                  <c:v>San Martín (Villa María)</c:v>
                </c:pt>
                <c:pt idx="25">
                  <c:v>Ninguno</c:v>
                </c:pt>
                <c:pt idx="26">
                  <c:v>Kirchnerismo</c:v>
                </c:pt>
                <c:pt idx="27">
                  <c:v>Peronismo</c:v>
                </c:pt>
                <c:pt idx="28">
                  <c:v>Al PRO</c:v>
                </c:pt>
                <c:pt idx="29">
                  <c:v>Radicalismo</c:v>
                </c:pt>
                <c:pt idx="30">
                  <c:v>Libertario</c:v>
                </c:pt>
                <c:pt idx="32">
                  <c:v>Ninguno</c:v>
                </c:pt>
                <c:pt idx="33">
                  <c:v>La Libertad Avanza</c:v>
                </c:pt>
                <c:pt idx="34">
                  <c:v>Hacemos</c:v>
                </c:pt>
                <c:pt idx="35">
                  <c:v>El peronismo de NDLS</c:v>
                </c:pt>
                <c:pt idx="36">
                  <c:v>Kirchnerismo</c:v>
                </c:pt>
                <c:pt idx="37">
                  <c:v>PRO</c:v>
                </c:pt>
                <c:pt idx="38">
                  <c:v>Unión Cívica Radical</c:v>
                </c:pt>
                <c:pt idx="40">
                  <c:v>Martín Llaryora </c:v>
                </c:pt>
                <c:pt idx="41">
                  <c:v>Luis Juez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Gonzalo Roca </c:v>
                </c:pt>
                <c:pt idx="47">
                  <c:v>Juan Schiaretti </c:v>
                </c:pt>
                <c:pt idx="48">
                  <c:v>Natalia de la Sota </c:v>
                </c:pt>
                <c:pt idx="49">
                  <c:v>Pablo Carro</c:v>
                </c:pt>
                <c:pt idx="50">
                  <c:v>Oscar Agost Carreño</c:v>
                </c:pt>
                <c:pt idx="51">
                  <c:v>Ramón Mestre </c:v>
                </c:pt>
                <c:pt idx="52">
                  <c:v>Héctor Baldassi </c:v>
                </c:pt>
                <c:pt idx="53">
                  <c:v>Aurelio Elorrio </c:v>
                </c:pt>
                <c:pt idx="54">
                  <c:v>Liliana Olivero </c:v>
                </c:pt>
                <c:pt idx="55">
                  <c:v>Agustín Spaccesi </c:v>
                </c:pt>
                <c:pt idx="56">
                  <c:v>Otro</c:v>
                </c:pt>
                <c:pt idx="57">
                  <c:v>En blanco</c:v>
                </c:pt>
                <c:pt idx="58">
                  <c:v>No sabe</c:v>
                </c:pt>
                <c:pt idx="60">
                  <c:v>Muy probable</c:v>
                </c:pt>
                <c:pt idx="61">
                  <c:v>Bastante probable</c:v>
                </c:pt>
                <c:pt idx="62">
                  <c:v>Poco probable</c:v>
                </c:pt>
                <c:pt idx="63">
                  <c:v>Nunca la votaría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  <c:pt idx="70">
                  <c:v>Muy buena</c:v>
                </c:pt>
                <c:pt idx="71">
                  <c:v>Buena</c:v>
                </c:pt>
                <c:pt idx="72">
                  <c:v>Mala</c:v>
                </c:pt>
                <c:pt idx="73">
                  <c:v>Muy mala</c:v>
                </c:pt>
              </c:strCache>
            </c:strRef>
          </c:cat>
          <c:val>
            <c:numRef>
              <c:f>Sheet1!$C$286:$BX$286</c:f>
              <c:numCache>
                <c:formatCode>General</c:formatCode>
                <c:ptCount val="74"/>
                <c:pt idx="0" formatCode="0%">
                  <c:v>0.21214224816244298</c:v>
                </c:pt>
                <c:pt idx="2" formatCode="0%">
                  <c:v>0.1967002288271596</c:v>
                </c:pt>
                <c:pt idx="3" formatCode="0%">
                  <c:v>0.23128834051983907</c:v>
                </c:pt>
                <c:pt idx="5" formatCode="0%">
                  <c:v>0.20939617265230467</c:v>
                </c:pt>
                <c:pt idx="6" formatCode="0%">
                  <c:v>0.21272473274392292</c:v>
                </c:pt>
                <c:pt idx="7" formatCode="0%">
                  <c:v>0.22254127673187449</c:v>
                </c:pt>
                <c:pt idx="8" formatCode="0%">
                  <c:v>0.20326035916599752</c:v>
                </c:pt>
                <c:pt idx="10" formatCode="0%">
                  <c:v>0.11076355032856776</c:v>
                </c:pt>
                <c:pt idx="11" formatCode="0%">
                  <c:v>0.22980056143835575</c:v>
                </c:pt>
                <c:pt idx="12" formatCode="0%">
                  <c:v>0.24592852399870896</c:v>
                </c:pt>
                <c:pt idx="14" formatCode="0%">
                  <c:v>0.28538042224979987</c:v>
                </c:pt>
                <c:pt idx="15" formatCode="0%">
                  <c:v>0.22499726835434186</c:v>
                </c:pt>
                <c:pt idx="16" formatCode="0%">
                  <c:v>0.15966793231572016</c:v>
                </c:pt>
                <c:pt idx="17" formatCode="0%">
                  <c:v>9.6564900303648449E-2</c:v>
                </c:pt>
                <c:pt idx="19" formatCode="0%">
                  <c:v>0.24221037882719712</c:v>
                </c:pt>
                <c:pt idx="20" formatCode="0%">
                  <c:v>0.22341268450782692</c:v>
                </c:pt>
                <c:pt idx="21" formatCode="0%">
                  <c:v>0.17035844997426988</c:v>
                </c:pt>
                <c:pt idx="22" formatCode="0%">
                  <c:v>0.24907639496143588</c:v>
                </c:pt>
                <c:pt idx="23" formatCode="0%">
                  <c:v>6.1701667196852349E-2</c:v>
                </c:pt>
                <c:pt idx="25" formatCode="0%">
                  <c:v>0.17793067505441196</c:v>
                </c:pt>
                <c:pt idx="26" formatCode="0%">
                  <c:v>0.86891295453654183</c:v>
                </c:pt>
                <c:pt idx="27" formatCode="0%">
                  <c:v>0.54461956702320802</c:v>
                </c:pt>
                <c:pt idx="28" formatCode="0%">
                  <c:v>0.2074662746252956</c:v>
                </c:pt>
                <c:pt idx="29" formatCode="0%">
                  <c:v>4.2914406823260871E-2</c:v>
                </c:pt>
                <c:pt idx="30" formatCode="0%">
                  <c:v>2.9178467790999222E-5</c:v>
                </c:pt>
                <c:pt idx="32" formatCode="0%">
                  <c:v>0.14653178636067865</c:v>
                </c:pt>
                <c:pt idx="33" formatCode="0%">
                  <c:v>1.7159083321099718E-3</c:v>
                </c:pt>
                <c:pt idx="34" formatCode="0%">
                  <c:v>0.17276092302174181</c:v>
                </c:pt>
                <c:pt idx="35" formatCode="0%">
                  <c:v>0.80851954927693259</c:v>
                </c:pt>
                <c:pt idx="36" formatCode="0%">
                  <c:v>0.83815701593061465</c:v>
                </c:pt>
                <c:pt idx="37" formatCode="0%">
                  <c:v>5.1115728743887277E-2</c:v>
                </c:pt>
                <c:pt idx="38" formatCode="0%">
                  <c:v>4.0192803063442965E-2</c:v>
                </c:pt>
                <c:pt idx="40" formatCode="0%">
                  <c:v>0.33008064587475433</c:v>
                </c:pt>
                <c:pt idx="41" formatCode="0%">
                  <c:v>2.6261438130797253E-2</c:v>
                </c:pt>
                <c:pt idx="43" formatCode="0%">
                  <c:v>3.7370504349380204E-2</c:v>
                </c:pt>
                <c:pt idx="44" formatCode="0%">
                  <c:v>0.6152056114463883</c:v>
                </c:pt>
                <c:pt idx="46" formatCode="0%">
                  <c:v>0</c:v>
                </c:pt>
                <c:pt idx="47" formatCode="0%">
                  <c:v>0.28205916843816703</c:v>
                </c:pt>
                <c:pt idx="48" formatCode="0%">
                  <c:v>0.66338352365369024</c:v>
                </c:pt>
                <c:pt idx="49" formatCode="0%">
                  <c:v>0.879893835287342</c:v>
                </c:pt>
                <c:pt idx="50" formatCode="0%">
                  <c:v>7.1090607443637474E-2</c:v>
                </c:pt>
                <c:pt idx="51" formatCode="0%">
                  <c:v>3.0496286792660521E-2</c:v>
                </c:pt>
                <c:pt idx="52" formatCode="0%">
                  <c:v>0.13156101311898413</c:v>
                </c:pt>
                <c:pt idx="53" formatCode="0%">
                  <c:v>2.9529308967512956E-2</c:v>
                </c:pt>
                <c:pt idx="54" formatCode="0%">
                  <c:v>0.29676587209588717</c:v>
                </c:pt>
                <c:pt idx="55" formatCode="0%">
                  <c:v>0</c:v>
                </c:pt>
                <c:pt idx="56" formatCode="0%">
                  <c:v>6.3580150866578644E-2</c:v>
                </c:pt>
                <c:pt idx="57" formatCode="0%">
                  <c:v>0.13742464193554491</c:v>
                </c:pt>
                <c:pt idx="58" formatCode="0%">
                  <c:v>4.2889090897905116E-2</c:v>
                </c:pt>
                <c:pt idx="60" formatCode="0%">
                  <c:v>0.75375311539968626</c:v>
                </c:pt>
                <c:pt idx="61" formatCode="0%">
                  <c:v>0.39577762591317911</c:v>
                </c:pt>
                <c:pt idx="62" formatCode="0%">
                  <c:v>0.20868818473298767</c:v>
                </c:pt>
                <c:pt idx="63" formatCode="0%">
                  <c:v>3.1257404999244134E-2</c:v>
                </c:pt>
                <c:pt idx="65" formatCode="0%">
                  <c:v>2.5693193988510454E-4</c:v>
                </c:pt>
                <c:pt idx="66" formatCode="0%">
                  <c:v>3.5131722485147294E-3</c:v>
                </c:pt>
                <c:pt idx="67" formatCode="0%">
                  <c:v>0.19958982218107998</c:v>
                </c:pt>
                <c:pt idx="68" formatCode="0%">
                  <c:v>0.6447867604708557</c:v>
                </c:pt>
                <c:pt idx="70" formatCode="0%">
                  <c:v>0.18925781730071697</c:v>
                </c:pt>
                <c:pt idx="71" formatCode="0%">
                  <c:v>0.30638383841723738</c:v>
                </c:pt>
                <c:pt idx="72" formatCode="0%">
                  <c:v>0.2873227353731469</c:v>
                </c:pt>
                <c:pt idx="73" formatCode="0%">
                  <c:v>7.5827829891238444E-2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471-4877-9C25-94C78B8BE14F}"/>
            </c:ext>
          </c:extLst>
        </c:ser>
        <c:ser>
          <c:idx val="2"/>
          <c:order val="2"/>
          <c:tx>
            <c:strRef>
              <c:f>Sheet1!$B$287</c:f>
              <c:strCache>
                <c:ptCount val="1"/>
                <c:pt idx="0">
                  <c:v>Para apoyar al gobierno provincial de Martín Llaryora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200" b="1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Sheet1!$C$284:$BX$284</c:f>
              <c:strCache>
                <c:ptCount val="74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CAPITAL</c:v>
                </c:pt>
                <c:pt idx="20">
                  <c:v>NORTE</c:v>
                </c:pt>
                <c:pt idx="21">
                  <c:v>SUR</c:v>
                </c:pt>
                <c:pt idx="22">
                  <c:v>Río Cuarto</c:v>
                </c:pt>
                <c:pt idx="23">
                  <c:v>San Martín (Villa María)</c:v>
                </c:pt>
                <c:pt idx="25">
                  <c:v>Ninguno</c:v>
                </c:pt>
                <c:pt idx="26">
                  <c:v>Kirchnerismo</c:v>
                </c:pt>
                <c:pt idx="27">
                  <c:v>Peronismo</c:v>
                </c:pt>
                <c:pt idx="28">
                  <c:v>Al PRO</c:v>
                </c:pt>
                <c:pt idx="29">
                  <c:v>Radicalismo</c:v>
                </c:pt>
                <c:pt idx="30">
                  <c:v>Libertario</c:v>
                </c:pt>
                <c:pt idx="32">
                  <c:v>Ninguno</c:v>
                </c:pt>
                <c:pt idx="33">
                  <c:v>La Libertad Avanza</c:v>
                </c:pt>
                <c:pt idx="34">
                  <c:v>Hacemos</c:v>
                </c:pt>
                <c:pt idx="35">
                  <c:v>El peronismo de NDLS</c:v>
                </c:pt>
                <c:pt idx="36">
                  <c:v>Kirchnerismo</c:v>
                </c:pt>
                <c:pt idx="37">
                  <c:v>PRO</c:v>
                </c:pt>
                <c:pt idx="38">
                  <c:v>Unión Cívica Radical</c:v>
                </c:pt>
                <c:pt idx="40">
                  <c:v>Martín Llaryora </c:v>
                </c:pt>
                <c:pt idx="41">
                  <c:v>Luis Juez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Gonzalo Roca </c:v>
                </c:pt>
                <c:pt idx="47">
                  <c:v>Juan Schiaretti </c:v>
                </c:pt>
                <c:pt idx="48">
                  <c:v>Natalia de la Sota </c:v>
                </c:pt>
                <c:pt idx="49">
                  <c:v>Pablo Carro</c:v>
                </c:pt>
                <c:pt idx="50">
                  <c:v>Oscar Agost Carreño</c:v>
                </c:pt>
                <c:pt idx="51">
                  <c:v>Ramón Mestre </c:v>
                </c:pt>
                <c:pt idx="52">
                  <c:v>Héctor Baldassi </c:v>
                </c:pt>
                <c:pt idx="53">
                  <c:v>Aurelio Elorrio </c:v>
                </c:pt>
                <c:pt idx="54">
                  <c:v>Liliana Olivero </c:v>
                </c:pt>
                <c:pt idx="55">
                  <c:v>Agustín Spaccesi </c:v>
                </c:pt>
                <c:pt idx="56">
                  <c:v>Otro</c:v>
                </c:pt>
                <c:pt idx="57">
                  <c:v>En blanco</c:v>
                </c:pt>
                <c:pt idx="58">
                  <c:v>No sabe</c:v>
                </c:pt>
                <c:pt idx="60">
                  <c:v>Muy probable</c:v>
                </c:pt>
                <c:pt idx="61">
                  <c:v>Bastante probable</c:v>
                </c:pt>
                <c:pt idx="62">
                  <c:v>Poco probable</c:v>
                </c:pt>
                <c:pt idx="63">
                  <c:v>Nunca la votaría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  <c:pt idx="70">
                  <c:v>Muy buena</c:v>
                </c:pt>
                <c:pt idx="71">
                  <c:v>Buena</c:v>
                </c:pt>
                <c:pt idx="72">
                  <c:v>Mala</c:v>
                </c:pt>
                <c:pt idx="73">
                  <c:v>Muy mala</c:v>
                </c:pt>
              </c:strCache>
            </c:strRef>
          </c:cat>
          <c:val>
            <c:numRef>
              <c:f>Sheet1!$C$287:$BX$287</c:f>
              <c:numCache>
                <c:formatCode>General</c:formatCode>
                <c:ptCount val="74"/>
                <c:pt idx="0" formatCode="0%">
                  <c:v>0.10203045948346619</c:v>
                </c:pt>
                <c:pt idx="2" formatCode="0%">
                  <c:v>7.2109031305260071E-2</c:v>
                </c:pt>
                <c:pt idx="3" formatCode="0%">
                  <c:v>0.13925204114269238</c:v>
                </c:pt>
                <c:pt idx="5" formatCode="0%">
                  <c:v>8.0594100906250771E-2</c:v>
                </c:pt>
                <c:pt idx="6" formatCode="0%">
                  <c:v>3.4161483138331457E-2</c:v>
                </c:pt>
                <c:pt idx="7" formatCode="0%">
                  <c:v>0.15417066305583005</c:v>
                </c:pt>
                <c:pt idx="8" formatCode="0%">
                  <c:v>0.13173323881056573</c:v>
                </c:pt>
                <c:pt idx="10" formatCode="0%">
                  <c:v>0.15370314909944047</c:v>
                </c:pt>
                <c:pt idx="11" formatCode="0%">
                  <c:v>0.11076927012967394</c:v>
                </c:pt>
                <c:pt idx="12" formatCode="0%">
                  <c:v>6.8898115040041286E-2</c:v>
                </c:pt>
                <c:pt idx="14" formatCode="0%">
                  <c:v>0.11342207981441382</c:v>
                </c:pt>
                <c:pt idx="15" formatCode="0%">
                  <c:v>0.15469054859149226</c:v>
                </c:pt>
                <c:pt idx="16" formatCode="0%">
                  <c:v>5.1836268836458158E-2</c:v>
                </c:pt>
                <c:pt idx="17" formatCode="0%">
                  <c:v>2.0060786607166866E-2</c:v>
                </c:pt>
                <c:pt idx="19" formatCode="0%">
                  <c:v>0.1039762219336655</c:v>
                </c:pt>
                <c:pt idx="20" formatCode="0%">
                  <c:v>8.8845828165558041E-2</c:v>
                </c:pt>
                <c:pt idx="21" formatCode="0%">
                  <c:v>0.10241244791318425</c:v>
                </c:pt>
                <c:pt idx="22" formatCode="0%">
                  <c:v>0.18981305633905568</c:v>
                </c:pt>
                <c:pt idx="23" formatCode="0%">
                  <c:v>2.168909743449933E-2</c:v>
                </c:pt>
                <c:pt idx="25" formatCode="0%">
                  <c:v>0.1458472156906947</c:v>
                </c:pt>
                <c:pt idx="26" formatCode="0%">
                  <c:v>9.8503004332553355E-3</c:v>
                </c:pt>
                <c:pt idx="27" formatCode="0%">
                  <c:v>0.22652230535696094</c:v>
                </c:pt>
                <c:pt idx="28" formatCode="0%">
                  <c:v>9.4627107119284751E-2</c:v>
                </c:pt>
                <c:pt idx="29" formatCode="0%">
                  <c:v>0.15074861631168826</c:v>
                </c:pt>
                <c:pt idx="30" formatCode="0%">
                  <c:v>9.2222657545492704E-4</c:v>
                </c:pt>
                <c:pt idx="32" formatCode="0%">
                  <c:v>4.995765699742831E-2</c:v>
                </c:pt>
                <c:pt idx="33" formatCode="0%">
                  <c:v>7.1463819223763925E-3</c:v>
                </c:pt>
                <c:pt idx="34" formatCode="0%">
                  <c:v>0.49991996629457058</c:v>
                </c:pt>
                <c:pt idx="35" formatCode="0%">
                  <c:v>0.10839851289856112</c:v>
                </c:pt>
                <c:pt idx="36" formatCode="0%">
                  <c:v>1.65565199628964E-2</c:v>
                </c:pt>
                <c:pt idx="37" formatCode="0%">
                  <c:v>1.0293850680875619E-3</c:v>
                </c:pt>
                <c:pt idx="38" formatCode="0%">
                  <c:v>0.10145840492481259</c:v>
                </c:pt>
                <c:pt idx="40" formatCode="0%">
                  <c:v>0.20373558880162662</c:v>
                </c:pt>
                <c:pt idx="41" formatCode="0%">
                  <c:v>5.3183241884573774E-2</c:v>
                </c:pt>
                <c:pt idx="43" formatCode="0%">
                  <c:v>4.3633248044907827E-2</c:v>
                </c:pt>
                <c:pt idx="44" formatCode="0%">
                  <c:v>0.1910176218387763</c:v>
                </c:pt>
                <c:pt idx="46" formatCode="0%">
                  <c:v>0</c:v>
                </c:pt>
                <c:pt idx="47" formatCode="0%">
                  <c:v>0.37385553529590504</c:v>
                </c:pt>
                <c:pt idx="48" formatCode="0%">
                  <c:v>0.13973097570192181</c:v>
                </c:pt>
                <c:pt idx="49" formatCode="0%">
                  <c:v>0</c:v>
                </c:pt>
                <c:pt idx="50" formatCode="0%">
                  <c:v>3.8883959791794274E-3</c:v>
                </c:pt>
                <c:pt idx="51" formatCode="0%">
                  <c:v>0.11868364437899498</c:v>
                </c:pt>
                <c:pt idx="52" formatCode="0%">
                  <c:v>0</c:v>
                </c:pt>
                <c:pt idx="53" formatCode="0%">
                  <c:v>0.11852210113557997</c:v>
                </c:pt>
                <c:pt idx="54" formatCode="0%">
                  <c:v>0</c:v>
                </c:pt>
                <c:pt idx="55" formatCode="0%">
                  <c:v>0</c:v>
                </c:pt>
                <c:pt idx="56" formatCode="0%">
                  <c:v>4.0405408251608724E-2</c:v>
                </c:pt>
                <c:pt idx="57" formatCode="0%">
                  <c:v>0</c:v>
                </c:pt>
                <c:pt idx="58" formatCode="0%">
                  <c:v>9.9714955342361022E-2</c:v>
                </c:pt>
                <c:pt idx="60" formatCode="0%">
                  <c:v>0.12218670281307567</c:v>
                </c:pt>
                <c:pt idx="61" formatCode="0%">
                  <c:v>0.12533931046174071</c:v>
                </c:pt>
                <c:pt idx="62" formatCode="0%">
                  <c:v>0.18797115971491962</c:v>
                </c:pt>
                <c:pt idx="63" formatCode="0%">
                  <c:v>2.9901889355698173E-2</c:v>
                </c:pt>
                <c:pt idx="65" formatCode="0%">
                  <c:v>4.4714901911963312E-5</c:v>
                </c:pt>
                <c:pt idx="66" formatCode="0%">
                  <c:v>8.1854377346190652E-2</c:v>
                </c:pt>
                <c:pt idx="67" formatCode="0%">
                  <c:v>0.33211139466824702</c:v>
                </c:pt>
                <c:pt idx="68" formatCode="0%">
                  <c:v>0.16894316853485342</c:v>
                </c:pt>
                <c:pt idx="70" formatCode="0%">
                  <c:v>0.47588043089076815</c:v>
                </c:pt>
                <c:pt idx="71" formatCode="0%">
                  <c:v>0.19746444348096126</c:v>
                </c:pt>
                <c:pt idx="72" formatCode="0%">
                  <c:v>7.6846853385288284E-3</c:v>
                </c:pt>
                <c:pt idx="73" formatCode="0%">
                  <c:v>2.8202391332356508E-3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471-4877-9C25-94C78B8BE14F}"/>
            </c:ext>
          </c:extLst>
        </c:ser>
        <c:ser>
          <c:idx val="3"/>
          <c:order val="3"/>
          <c:tx>
            <c:strRef>
              <c:f>Sheet1!$B$288</c:f>
              <c:strCache>
                <c:ptCount val="1"/>
                <c:pt idx="0">
                  <c:v>Para rechazar al gobierno provincial de Martín Llaryora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Sheet1!$C$284:$BX$284</c:f>
              <c:strCache>
                <c:ptCount val="74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CAPITAL</c:v>
                </c:pt>
                <c:pt idx="20">
                  <c:v>NORTE</c:v>
                </c:pt>
                <c:pt idx="21">
                  <c:v>SUR</c:v>
                </c:pt>
                <c:pt idx="22">
                  <c:v>Río Cuarto</c:v>
                </c:pt>
                <c:pt idx="23">
                  <c:v>San Martín (Villa María)</c:v>
                </c:pt>
                <c:pt idx="25">
                  <c:v>Ninguno</c:v>
                </c:pt>
                <c:pt idx="26">
                  <c:v>Kirchnerismo</c:v>
                </c:pt>
                <c:pt idx="27">
                  <c:v>Peronismo</c:v>
                </c:pt>
                <c:pt idx="28">
                  <c:v>Al PRO</c:v>
                </c:pt>
                <c:pt idx="29">
                  <c:v>Radicalismo</c:v>
                </c:pt>
                <c:pt idx="30">
                  <c:v>Libertario</c:v>
                </c:pt>
                <c:pt idx="32">
                  <c:v>Ninguno</c:v>
                </c:pt>
                <c:pt idx="33">
                  <c:v>La Libertad Avanza</c:v>
                </c:pt>
                <c:pt idx="34">
                  <c:v>Hacemos</c:v>
                </c:pt>
                <c:pt idx="35">
                  <c:v>El peronismo de NDLS</c:v>
                </c:pt>
                <c:pt idx="36">
                  <c:v>Kirchnerismo</c:v>
                </c:pt>
                <c:pt idx="37">
                  <c:v>PRO</c:v>
                </c:pt>
                <c:pt idx="38">
                  <c:v>Unión Cívica Radical</c:v>
                </c:pt>
                <c:pt idx="40">
                  <c:v>Martín Llaryora </c:v>
                </c:pt>
                <c:pt idx="41">
                  <c:v>Luis Juez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Gonzalo Roca </c:v>
                </c:pt>
                <c:pt idx="47">
                  <c:v>Juan Schiaretti </c:v>
                </c:pt>
                <c:pt idx="48">
                  <c:v>Natalia de la Sota </c:v>
                </c:pt>
                <c:pt idx="49">
                  <c:v>Pablo Carro</c:v>
                </c:pt>
                <c:pt idx="50">
                  <c:v>Oscar Agost Carreño</c:v>
                </c:pt>
                <c:pt idx="51">
                  <c:v>Ramón Mestre </c:v>
                </c:pt>
                <c:pt idx="52">
                  <c:v>Héctor Baldassi </c:v>
                </c:pt>
                <c:pt idx="53">
                  <c:v>Aurelio Elorrio </c:v>
                </c:pt>
                <c:pt idx="54">
                  <c:v>Liliana Olivero </c:v>
                </c:pt>
                <c:pt idx="55">
                  <c:v>Agustín Spaccesi </c:v>
                </c:pt>
                <c:pt idx="56">
                  <c:v>Otro</c:v>
                </c:pt>
                <c:pt idx="57">
                  <c:v>En blanco</c:v>
                </c:pt>
                <c:pt idx="58">
                  <c:v>No sabe</c:v>
                </c:pt>
                <c:pt idx="60">
                  <c:v>Muy probable</c:v>
                </c:pt>
                <c:pt idx="61">
                  <c:v>Bastante probable</c:v>
                </c:pt>
                <c:pt idx="62">
                  <c:v>Poco probable</c:v>
                </c:pt>
                <c:pt idx="63">
                  <c:v>Nunca la votaría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  <c:pt idx="70">
                  <c:v>Muy buena</c:v>
                </c:pt>
                <c:pt idx="71">
                  <c:v>Buena</c:v>
                </c:pt>
                <c:pt idx="72">
                  <c:v>Mala</c:v>
                </c:pt>
                <c:pt idx="73">
                  <c:v>Muy mala</c:v>
                </c:pt>
              </c:strCache>
            </c:strRef>
          </c:cat>
          <c:val>
            <c:numRef>
              <c:f>Sheet1!$C$288:$BX$288</c:f>
              <c:numCache>
                <c:formatCode>General</c:formatCode>
                <c:ptCount val="74"/>
                <c:pt idx="0" formatCode="0%">
                  <c:v>4.9159992898607792E-2</c:v>
                </c:pt>
                <c:pt idx="2" formatCode="0%">
                  <c:v>5.3485904987707986E-2</c:v>
                </c:pt>
                <c:pt idx="3" formatCode="0%">
                  <c:v>4.3797123543354056E-2</c:v>
                </c:pt>
                <c:pt idx="5" formatCode="0%">
                  <c:v>8.5138958972307381E-3</c:v>
                </c:pt>
                <c:pt idx="6" formatCode="0%">
                  <c:v>8.6725375906684152E-2</c:v>
                </c:pt>
                <c:pt idx="7" formatCode="0%">
                  <c:v>4.2605644468684999E-2</c:v>
                </c:pt>
                <c:pt idx="8" formatCode="0%">
                  <c:v>4.0811146869085137E-2</c:v>
                </c:pt>
                <c:pt idx="10" formatCode="0%">
                  <c:v>5.9682287612497283E-2</c:v>
                </c:pt>
                <c:pt idx="11" formatCode="0%">
                  <c:v>1.9720156614516929E-2</c:v>
                </c:pt>
                <c:pt idx="12" formatCode="0%">
                  <c:v>7.0415812398611388E-2</c:v>
                </c:pt>
                <c:pt idx="14" formatCode="0%">
                  <c:v>8.0887918204563897E-2</c:v>
                </c:pt>
                <c:pt idx="15" formatCode="0%">
                  <c:v>5.7399249011095888E-2</c:v>
                </c:pt>
                <c:pt idx="16" formatCode="0%">
                  <c:v>2.0066830517321568E-2</c:v>
                </c:pt>
                <c:pt idx="17" formatCode="0%">
                  <c:v>3.8524745197396397E-2</c:v>
                </c:pt>
                <c:pt idx="19" formatCode="0%">
                  <c:v>8.9103209641739067E-2</c:v>
                </c:pt>
                <c:pt idx="20" formatCode="0%">
                  <c:v>2.0206237634577781E-2</c:v>
                </c:pt>
                <c:pt idx="21" formatCode="0%">
                  <c:v>2.9485077223088404E-2</c:v>
                </c:pt>
                <c:pt idx="22" formatCode="0%">
                  <c:v>4.6194347690214225E-3</c:v>
                </c:pt>
                <c:pt idx="23" formatCode="0%">
                  <c:v>1.651199282334152E-2</c:v>
                </c:pt>
                <c:pt idx="25" formatCode="0%">
                  <c:v>6.5359542340903673E-2</c:v>
                </c:pt>
                <c:pt idx="26" formatCode="0%">
                  <c:v>0</c:v>
                </c:pt>
                <c:pt idx="27" formatCode="0%">
                  <c:v>8.6288655172978151E-3</c:v>
                </c:pt>
                <c:pt idx="28" formatCode="0%">
                  <c:v>0.10517786592638691</c:v>
                </c:pt>
                <c:pt idx="29" formatCode="0%">
                  <c:v>0.10045553927751358</c:v>
                </c:pt>
                <c:pt idx="30" formatCode="0%">
                  <c:v>5.0850514883373422E-2</c:v>
                </c:pt>
                <c:pt idx="32" formatCode="0%">
                  <c:v>8.4541382163631329E-2</c:v>
                </c:pt>
                <c:pt idx="33" formatCode="0%">
                  <c:v>4.7657476653428149E-2</c:v>
                </c:pt>
                <c:pt idx="34" formatCode="0%">
                  <c:v>0</c:v>
                </c:pt>
                <c:pt idx="35" formatCode="0%">
                  <c:v>1.4334250139268322E-3</c:v>
                </c:pt>
                <c:pt idx="36" formatCode="0%">
                  <c:v>2.7973742351737097E-2</c:v>
                </c:pt>
                <c:pt idx="37" formatCode="0%">
                  <c:v>0.13327733991446472</c:v>
                </c:pt>
                <c:pt idx="38" formatCode="0%">
                  <c:v>0.13787786918552006</c:v>
                </c:pt>
                <c:pt idx="40" formatCode="0%">
                  <c:v>3.8506486514028479E-2</c:v>
                </c:pt>
                <c:pt idx="41" formatCode="0%">
                  <c:v>9.2171821302232282E-2</c:v>
                </c:pt>
                <c:pt idx="43" formatCode="0%">
                  <c:v>5.1350435582804062E-2</c:v>
                </c:pt>
                <c:pt idx="44" formatCode="0%">
                  <c:v>4.9052610647542204E-2</c:v>
                </c:pt>
                <c:pt idx="46" formatCode="0%">
                  <c:v>4.6928307920181191E-2</c:v>
                </c:pt>
                <c:pt idx="47" formatCode="0%">
                  <c:v>2.3937613070033482E-2</c:v>
                </c:pt>
                <c:pt idx="48" formatCode="0%">
                  <c:v>8.87608133591513E-3</c:v>
                </c:pt>
                <c:pt idx="49" formatCode="0%">
                  <c:v>2.4047739757162637E-2</c:v>
                </c:pt>
                <c:pt idx="50" formatCode="0%">
                  <c:v>2.9570495804686611E-2</c:v>
                </c:pt>
                <c:pt idx="51" formatCode="0%">
                  <c:v>0.21431998035001279</c:v>
                </c:pt>
                <c:pt idx="52" formatCode="0%">
                  <c:v>2.5952902215076085E-2</c:v>
                </c:pt>
                <c:pt idx="53" formatCode="0%">
                  <c:v>4.2251367679556583E-2</c:v>
                </c:pt>
                <c:pt idx="54" formatCode="0%">
                  <c:v>3.979719520360696E-3</c:v>
                </c:pt>
                <c:pt idx="55" formatCode="0%">
                  <c:v>2.6068612344868205E-2</c:v>
                </c:pt>
                <c:pt idx="56" formatCode="0%">
                  <c:v>0.31808254270114283</c:v>
                </c:pt>
                <c:pt idx="57" formatCode="0%">
                  <c:v>6.9263081632182366E-2</c:v>
                </c:pt>
                <c:pt idx="58" formatCode="0%">
                  <c:v>2.8423544044511636E-3</c:v>
                </c:pt>
                <c:pt idx="60" formatCode="0%">
                  <c:v>1.3886171701055425E-3</c:v>
                </c:pt>
                <c:pt idx="61" formatCode="0%">
                  <c:v>1.3219903306939789E-2</c:v>
                </c:pt>
                <c:pt idx="62" formatCode="0%">
                  <c:v>2.4758222802082376E-2</c:v>
                </c:pt>
                <c:pt idx="63" formatCode="0%">
                  <c:v>8.0858626037164191E-2</c:v>
                </c:pt>
                <c:pt idx="65" formatCode="0%">
                  <c:v>7.1120439171279456E-2</c:v>
                </c:pt>
                <c:pt idx="66" formatCode="0%">
                  <c:v>7.3099048917922377E-2</c:v>
                </c:pt>
                <c:pt idx="67" formatCode="0%">
                  <c:v>2.5710410063325938E-2</c:v>
                </c:pt>
                <c:pt idx="68" formatCode="0%">
                  <c:v>5.1418804218359903E-3</c:v>
                </c:pt>
                <c:pt idx="70" formatCode="0%">
                  <c:v>3.8220719345262948E-4</c:v>
                </c:pt>
                <c:pt idx="71" formatCode="0%">
                  <c:v>0</c:v>
                </c:pt>
                <c:pt idx="72" formatCode="0%">
                  <c:v>4.7794059902173072E-2</c:v>
                </c:pt>
                <c:pt idx="73" formatCode="0%">
                  <c:v>0.12571675413936789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471-4877-9C25-94C78B8BE14F}"/>
            </c:ext>
          </c:extLst>
        </c:ser>
        <c:ser>
          <c:idx val="4"/>
          <c:order val="4"/>
          <c:tx>
            <c:strRef>
              <c:f>Sheet1!$B$289</c:f>
              <c:strCache>
                <c:ptCount val="1"/>
                <c:pt idx="0">
                  <c:v>Para apoyar al gobierno municipal de su municipio</c:v>
                </c:pt>
              </c:strCache>
            </c:strRef>
          </c:tx>
          <c:spPr>
            <a:solidFill>
              <a:srgbClr val="E8583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Sheet1!$C$284:$BX$284</c:f>
              <c:strCache>
                <c:ptCount val="74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CAPITAL</c:v>
                </c:pt>
                <c:pt idx="20">
                  <c:v>NORTE</c:v>
                </c:pt>
                <c:pt idx="21">
                  <c:v>SUR</c:v>
                </c:pt>
                <c:pt idx="22">
                  <c:v>Río Cuarto</c:v>
                </c:pt>
                <c:pt idx="23">
                  <c:v>San Martín (Villa María)</c:v>
                </c:pt>
                <c:pt idx="25">
                  <c:v>Ninguno</c:v>
                </c:pt>
                <c:pt idx="26">
                  <c:v>Kirchnerismo</c:v>
                </c:pt>
                <c:pt idx="27">
                  <c:v>Peronismo</c:v>
                </c:pt>
                <c:pt idx="28">
                  <c:v>Al PRO</c:v>
                </c:pt>
                <c:pt idx="29">
                  <c:v>Radicalismo</c:v>
                </c:pt>
                <c:pt idx="30">
                  <c:v>Libertario</c:v>
                </c:pt>
                <c:pt idx="32">
                  <c:v>Ninguno</c:v>
                </c:pt>
                <c:pt idx="33">
                  <c:v>La Libertad Avanza</c:v>
                </c:pt>
                <c:pt idx="34">
                  <c:v>Hacemos</c:v>
                </c:pt>
                <c:pt idx="35">
                  <c:v>El peronismo de NDLS</c:v>
                </c:pt>
                <c:pt idx="36">
                  <c:v>Kirchnerismo</c:v>
                </c:pt>
                <c:pt idx="37">
                  <c:v>PRO</c:v>
                </c:pt>
                <c:pt idx="38">
                  <c:v>Unión Cívica Radical</c:v>
                </c:pt>
                <c:pt idx="40">
                  <c:v>Martín Llaryora </c:v>
                </c:pt>
                <c:pt idx="41">
                  <c:v>Luis Juez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Gonzalo Roca </c:v>
                </c:pt>
                <c:pt idx="47">
                  <c:v>Juan Schiaretti </c:v>
                </c:pt>
                <c:pt idx="48">
                  <c:v>Natalia de la Sota </c:v>
                </c:pt>
                <c:pt idx="49">
                  <c:v>Pablo Carro</c:v>
                </c:pt>
                <c:pt idx="50">
                  <c:v>Oscar Agost Carreño</c:v>
                </c:pt>
                <c:pt idx="51">
                  <c:v>Ramón Mestre </c:v>
                </c:pt>
                <c:pt idx="52">
                  <c:v>Héctor Baldassi </c:v>
                </c:pt>
                <c:pt idx="53">
                  <c:v>Aurelio Elorrio </c:v>
                </c:pt>
                <c:pt idx="54">
                  <c:v>Liliana Olivero </c:v>
                </c:pt>
                <c:pt idx="55">
                  <c:v>Agustín Spaccesi </c:v>
                </c:pt>
                <c:pt idx="56">
                  <c:v>Otro</c:v>
                </c:pt>
                <c:pt idx="57">
                  <c:v>En blanco</c:v>
                </c:pt>
                <c:pt idx="58">
                  <c:v>No sabe</c:v>
                </c:pt>
                <c:pt idx="60">
                  <c:v>Muy probable</c:v>
                </c:pt>
                <c:pt idx="61">
                  <c:v>Bastante probable</c:v>
                </c:pt>
                <c:pt idx="62">
                  <c:v>Poco probable</c:v>
                </c:pt>
                <c:pt idx="63">
                  <c:v>Nunca la votaría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  <c:pt idx="70">
                  <c:v>Muy buena</c:v>
                </c:pt>
                <c:pt idx="71">
                  <c:v>Buena</c:v>
                </c:pt>
                <c:pt idx="72">
                  <c:v>Mala</c:v>
                </c:pt>
                <c:pt idx="73">
                  <c:v>Muy mala</c:v>
                </c:pt>
              </c:strCache>
            </c:strRef>
          </c:cat>
          <c:val>
            <c:numRef>
              <c:f>Sheet1!$C$289:$BX$289</c:f>
              <c:numCache>
                <c:formatCode>General</c:formatCode>
                <c:ptCount val="74"/>
                <c:pt idx="0" formatCode="0%">
                  <c:v>3.4647861885773644E-2</c:v>
                </c:pt>
                <c:pt idx="2" formatCode="0%">
                  <c:v>4.0832571130325256E-2</c:v>
                </c:pt>
                <c:pt idx="3" formatCode="0%">
                  <c:v>2.6969240550780631E-2</c:v>
                </c:pt>
                <c:pt idx="5" formatCode="0%">
                  <c:v>4.926458903873239E-2</c:v>
                </c:pt>
                <c:pt idx="6" formatCode="0%">
                  <c:v>3.5859468260867396E-2</c:v>
                </c:pt>
                <c:pt idx="7" formatCode="0%">
                  <c:v>3.1679710430983311E-2</c:v>
                </c:pt>
                <c:pt idx="8" formatCode="0%">
                  <c:v>2.8133911691065206E-2</c:v>
                </c:pt>
                <c:pt idx="10" formatCode="0%">
                  <c:v>5.5021285007075857E-2</c:v>
                </c:pt>
                <c:pt idx="11" formatCode="0%">
                  <c:v>3.144503310030957E-2</c:v>
                </c:pt>
                <c:pt idx="12" formatCode="0%">
                  <c:v>2.7547837735537147E-2</c:v>
                </c:pt>
                <c:pt idx="14" formatCode="0%">
                  <c:v>4.0378603275054499E-2</c:v>
                </c:pt>
                <c:pt idx="15" formatCode="0%">
                  <c:v>2.652642703970283E-2</c:v>
                </c:pt>
                <c:pt idx="16" formatCode="0%">
                  <c:v>4.5890022818968944E-2</c:v>
                </c:pt>
                <c:pt idx="17" formatCode="0%">
                  <c:v>9.5370913994697985E-3</c:v>
                </c:pt>
                <c:pt idx="19" formatCode="0%">
                  <c:v>0</c:v>
                </c:pt>
                <c:pt idx="20" formatCode="0%">
                  <c:v>5.5922670619117799E-2</c:v>
                </c:pt>
                <c:pt idx="21" formatCode="0%">
                  <c:v>8.194828208088388E-2</c:v>
                </c:pt>
                <c:pt idx="22" formatCode="0%">
                  <c:v>3.0033746799945128E-2</c:v>
                </c:pt>
                <c:pt idx="23" formatCode="0%">
                  <c:v>9.9098066136418302E-3</c:v>
                </c:pt>
                <c:pt idx="25" formatCode="0%">
                  <c:v>4.4368447580472405E-2</c:v>
                </c:pt>
                <c:pt idx="26" formatCode="0%">
                  <c:v>6.8796390160903191E-3</c:v>
                </c:pt>
                <c:pt idx="27" formatCode="0%">
                  <c:v>5.9586040323342158E-2</c:v>
                </c:pt>
                <c:pt idx="28" formatCode="0%">
                  <c:v>2.8529516000382914E-2</c:v>
                </c:pt>
                <c:pt idx="29" formatCode="0%">
                  <c:v>3.1099756861341536E-2</c:v>
                </c:pt>
                <c:pt idx="30" formatCode="0%">
                  <c:v>0</c:v>
                </c:pt>
                <c:pt idx="32" formatCode="0%">
                  <c:v>4.3141075038182014E-2</c:v>
                </c:pt>
                <c:pt idx="33" formatCode="0%">
                  <c:v>5.5025022511111469E-3</c:v>
                </c:pt>
                <c:pt idx="34" formatCode="0%">
                  <c:v>8.4108057786401333E-2</c:v>
                </c:pt>
                <c:pt idx="35" formatCode="0%">
                  <c:v>1.1077181419228919E-2</c:v>
                </c:pt>
                <c:pt idx="36" formatCode="0%">
                  <c:v>6.7243991490592361E-3</c:v>
                </c:pt>
                <c:pt idx="37" formatCode="0%">
                  <c:v>1.3780541133421967E-2</c:v>
                </c:pt>
                <c:pt idx="38" formatCode="0%">
                  <c:v>3.8687851450295463E-2</c:v>
                </c:pt>
                <c:pt idx="40" formatCode="0%">
                  <c:v>6.8179070053052973E-2</c:v>
                </c:pt>
                <c:pt idx="41" formatCode="0%">
                  <c:v>1.4119639327825808E-2</c:v>
                </c:pt>
                <c:pt idx="43" formatCode="0%">
                  <c:v>2.4698237673343559E-2</c:v>
                </c:pt>
                <c:pt idx="44" formatCode="0%">
                  <c:v>6.3696140540747404E-2</c:v>
                </c:pt>
                <c:pt idx="46" formatCode="0%">
                  <c:v>8.3706203708337472E-6</c:v>
                </c:pt>
                <c:pt idx="47" formatCode="0%">
                  <c:v>0.11011387059718604</c:v>
                </c:pt>
                <c:pt idx="48" formatCode="0%">
                  <c:v>1.0073383856029577E-2</c:v>
                </c:pt>
                <c:pt idx="49" formatCode="0%">
                  <c:v>3.2119803979786003E-3</c:v>
                </c:pt>
                <c:pt idx="50" formatCode="0%">
                  <c:v>3.6985166619125588E-3</c:v>
                </c:pt>
                <c:pt idx="51" formatCode="0%">
                  <c:v>5.2577058036049361E-2</c:v>
                </c:pt>
                <c:pt idx="52" formatCode="0%">
                  <c:v>7.5390197511690559E-4</c:v>
                </c:pt>
                <c:pt idx="53" formatCode="0%">
                  <c:v>0.15281712855929133</c:v>
                </c:pt>
                <c:pt idx="54" formatCode="0%">
                  <c:v>1.6898399062597574E-2</c:v>
                </c:pt>
                <c:pt idx="55" formatCode="0%">
                  <c:v>0</c:v>
                </c:pt>
                <c:pt idx="56" formatCode="0%">
                  <c:v>1.8070223223093929E-2</c:v>
                </c:pt>
                <c:pt idx="57" formatCode="0%">
                  <c:v>8.348854939475675E-2</c:v>
                </c:pt>
                <c:pt idx="58" formatCode="0%">
                  <c:v>5.5057857269768855E-2</c:v>
                </c:pt>
                <c:pt idx="60" formatCode="0%">
                  <c:v>2.4752658978378413E-2</c:v>
                </c:pt>
                <c:pt idx="61" formatCode="0%">
                  <c:v>5.4920137407925181E-2</c:v>
                </c:pt>
                <c:pt idx="62" formatCode="0%">
                  <c:v>4.9336037207566151E-2</c:v>
                </c:pt>
                <c:pt idx="63" formatCode="0%">
                  <c:v>2.4455901408253003E-2</c:v>
                </c:pt>
                <c:pt idx="65" formatCode="0%">
                  <c:v>0</c:v>
                </c:pt>
                <c:pt idx="66" formatCode="0%">
                  <c:v>4.066786195059139E-2</c:v>
                </c:pt>
                <c:pt idx="67" formatCode="0%">
                  <c:v>5.9576980408686649E-2</c:v>
                </c:pt>
                <c:pt idx="68" formatCode="0%">
                  <c:v>4.9810421447421011E-2</c:v>
                </c:pt>
                <c:pt idx="70" formatCode="0%">
                  <c:v>5.0185160379040104E-2</c:v>
                </c:pt>
                <c:pt idx="71" formatCode="0%">
                  <c:v>3.5130494356019726E-2</c:v>
                </c:pt>
                <c:pt idx="72" formatCode="0%">
                  <c:v>4.3801705121431278E-2</c:v>
                </c:pt>
                <c:pt idx="73" formatCode="0%">
                  <c:v>1.3204397057990475E-2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513-4D62-A14E-D72E8B7EE42D}"/>
            </c:ext>
          </c:extLst>
        </c:ser>
        <c:ser>
          <c:idx val="5"/>
          <c:order val="5"/>
          <c:tx>
            <c:strRef>
              <c:f>Sheet1!$B$290</c:f>
              <c:strCache>
                <c:ptCount val="1"/>
                <c:pt idx="0">
                  <c:v>Para rechazar al gobierno municipal de su municipio</c:v>
                </c:pt>
              </c:strCache>
            </c:strRef>
          </c:tx>
          <c:spPr>
            <a:solidFill>
              <a:srgbClr val="F19B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Sheet1!$C$284:$BX$284</c:f>
              <c:strCache>
                <c:ptCount val="74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CAPITAL</c:v>
                </c:pt>
                <c:pt idx="20">
                  <c:v>NORTE</c:v>
                </c:pt>
                <c:pt idx="21">
                  <c:v>SUR</c:v>
                </c:pt>
                <c:pt idx="22">
                  <c:v>Río Cuarto</c:v>
                </c:pt>
                <c:pt idx="23">
                  <c:v>San Martín (Villa María)</c:v>
                </c:pt>
                <c:pt idx="25">
                  <c:v>Ninguno</c:v>
                </c:pt>
                <c:pt idx="26">
                  <c:v>Kirchnerismo</c:v>
                </c:pt>
                <c:pt idx="27">
                  <c:v>Peronismo</c:v>
                </c:pt>
                <c:pt idx="28">
                  <c:v>Al PRO</c:v>
                </c:pt>
                <c:pt idx="29">
                  <c:v>Radicalismo</c:v>
                </c:pt>
                <c:pt idx="30">
                  <c:v>Libertario</c:v>
                </c:pt>
                <c:pt idx="32">
                  <c:v>Ninguno</c:v>
                </c:pt>
                <c:pt idx="33">
                  <c:v>La Libertad Avanza</c:v>
                </c:pt>
                <c:pt idx="34">
                  <c:v>Hacemos</c:v>
                </c:pt>
                <c:pt idx="35">
                  <c:v>El peronismo de NDLS</c:v>
                </c:pt>
                <c:pt idx="36">
                  <c:v>Kirchnerismo</c:v>
                </c:pt>
                <c:pt idx="37">
                  <c:v>PRO</c:v>
                </c:pt>
                <c:pt idx="38">
                  <c:v>Unión Cívica Radical</c:v>
                </c:pt>
                <c:pt idx="40">
                  <c:v>Martín Llaryora </c:v>
                </c:pt>
                <c:pt idx="41">
                  <c:v>Luis Juez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Gonzalo Roca </c:v>
                </c:pt>
                <c:pt idx="47">
                  <c:v>Juan Schiaretti </c:v>
                </c:pt>
                <c:pt idx="48">
                  <c:v>Natalia de la Sota </c:v>
                </c:pt>
                <c:pt idx="49">
                  <c:v>Pablo Carro</c:v>
                </c:pt>
                <c:pt idx="50">
                  <c:v>Oscar Agost Carreño</c:v>
                </c:pt>
                <c:pt idx="51">
                  <c:v>Ramón Mestre </c:v>
                </c:pt>
                <c:pt idx="52">
                  <c:v>Héctor Baldassi </c:v>
                </c:pt>
                <c:pt idx="53">
                  <c:v>Aurelio Elorrio </c:v>
                </c:pt>
                <c:pt idx="54">
                  <c:v>Liliana Olivero </c:v>
                </c:pt>
                <c:pt idx="55">
                  <c:v>Agustín Spaccesi </c:v>
                </c:pt>
                <c:pt idx="56">
                  <c:v>Otro</c:v>
                </c:pt>
                <c:pt idx="57">
                  <c:v>En blanco</c:v>
                </c:pt>
                <c:pt idx="58">
                  <c:v>No sabe</c:v>
                </c:pt>
                <c:pt idx="60">
                  <c:v>Muy probable</c:v>
                </c:pt>
                <c:pt idx="61">
                  <c:v>Bastante probable</c:v>
                </c:pt>
                <c:pt idx="62">
                  <c:v>Poco probable</c:v>
                </c:pt>
                <c:pt idx="63">
                  <c:v>Nunca la votaría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  <c:pt idx="70">
                  <c:v>Muy buena</c:v>
                </c:pt>
                <c:pt idx="71">
                  <c:v>Buena</c:v>
                </c:pt>
                <c:pt idx="72">
                  <c:v>Mala</c:v>
                </c:pt>
                <c:pt idx="73">
                  <c:v>Muy mala</c:v>
                </c:pt>
              </c:strCache>
            </c:strRef>
          </c:cat>
          <c:val>
            <c:numRef>
              <c:f>Sheet1!$C$290:$BX$290</c:f>
              <c:numCache>
                <c:formatCode>General</c:formatCode>
                <c:ptCount val="74"/>
                <c:pt idx="0" formatCode="0%">
                  <c:v>2.2462927505863661E-2</c:v>
                </c:pt>
                <c:pt idx="2" formatCode="0%">
                  <c:v>3.1042221386903629E-2</c:v>
                </c:pt>
                <c:pt idx="3" formatCode="0%">
                  <c:v>1.1724666069110894E-2</c:v>
                </c:pt>
                <c:pt idx="5" formatCode="0%">
                  <c:v>1.0741824193273913E-2</c:v>
                </c:pt>
                <c:pt idx="6" formatCode="0%">
                  <c:v>3.2374690373777319E-2</c:v>
                </c:pt>
                <c:pt idx="7" formatCode="0%">
                  <c:v>3.3182738795997695E-2</c:v>
                </c:pt>
                <c:pt idx="8" formatCode="0%">
                  <c:v>9.0432818013747047E-3</c:v>
                </c:pt>
                <c:pt idx="10" formatCode="0%">
                  <c:v>3.2456545063913537E-2</c:v>
                </c:pt>
                <c:pt idx="11" formatCode="0%">
                  <c:v>3.1706218570769919E-2</c:v>
                </c:pt>
                <c:pt idx="12" formatCode="0%">
                  <c:v>9.2801102218275297E-3</c:v>
                </c:pt>
                <c:pt idx="14" formatCode="0%">
                  <c:v>2.5521294457784189E-2</c:v>
                </c:pt>
                <c:pt idx="15" formatCode="0%">
                  <c:v>2.1243877343586147E-2</c:v>
                </c:pt>
                <c:pt idx="16" formatCode="0%">
                  <c:v>2.7655483383895993E-2</c:v>
                </c:pt>
                <c:pt idx="17" formatCode="0%">
                  <c:v>1.6374911285835219E-3</c:v>
                </c:pt>
                <c:pt idx="19" formatCode="0%">
                  <c:v>1.0763543634743366E-3</c:v>
                </c:pt>
                <c:pt idx="20" formatCode="0%">
                  <c:v>2.7863124333899106E-2</c:v>
                </c:pt>
                <c:pt idx="21" formatCode="0%">
                  <c:v>3.6363033407797112E-2</c:v>
                </c:pt>
                <c:pt idx="22" formatCode="0%">
                  <c:v>8.8412406118726444E-2</c:v>
                </c:pt>
                <c:pt idx="23" formatCode="0%">
                  <c:v>1.1356604197093672E-2</c:v>
                </c:pt>
                <c:pt idx="25" formatCode="0%">
                  <c:v>1.0167319848955726E-2</c:v>
                </c:pt>
                <c:pt idx="26" formatCode="0%">
                  <c:v>9.3247256413176258E-2</c:v>
                </c:pt>
                <c:pt idx="27" formatCode="0%">
                  <c:v>2.1007602352434162E-2</c:v>
                </c:pt>
                <c:pt idx="28" formatCode="0%">
                  <c:v>0</c:v>
                </c:pt>
                <c:pt idx="29" formatCode="0%">
                  <c:v>4.2843688019995503E-2</c:v>
                </c:pt>
                <c:pt idx="30" formatCode="0%">
                  <c:v>0</c:v>
                </c:pt>
                <c:pt idx="32" formatCode="0%">
                  <c:v>2.8950050917314306E-2</c:v>
                </c:pt>
                <c:pt idx="33" formatCode="0%">
                  <c:v>2.3067730824198225E-3</c:v>
                </c:pt>
                <c:pt idx="34" formatCode="0%">
                  <c:v>6.9029163289993558E-3</c:v>
                </c:pt>
                <c:pt idx="35" formatCode="0%">
                  <c:v>6.8093300966348136E-3</c:v>
                </c:pt>
                <c:pt idx="36" formatCode="0%">
                  <c:v>0.1090875293980588</c:v>
                </c:pt>
                <c:pt idx="37" formatCode="0%">
                  <c:v>2.708365495209572E-3</c:v>
                </c:pt>
                <c:pt idx="38" formatCode="0%">
                  <c:v>4.3793797723777901E-2</c:v>
                </c:pt>
                <c:pt idx="40" formatCode="0%">
                  <c:v>1.0851888926554889E-2</c:v>
                </c:pt>
                <c:pt idx="41" formatCode="0%">
                  <c:v>1.1213721718184477E-2</c:v>
                </c:pt>
                <c:pt idx="43" formatCode="0%">
                  <c:v>1.1244560694763655E-2</c:v>
                </c:pt>
                <c:pt idx="44" formatCode="0%">
                  <c:v>5.8804576798182608E-2</c:v>
                </c:pt>
                <c:pt idx="46" formatCode="0%">
                  <c:v>1.478911865702074E-4</c:v>
                </c:pt>
                <c:pt idx="47" formatCode="0%">
                  <c:v>8.1799383285921529E-3</c:v>
                </c:pt>
                <c:pt idx="48" formatCode="0%">
                  <c:v>2.8109778184264456E-2</c:v>
                </c:pt>
                <c:pt idx="49" formatCode="0%">
                  <c:v>9.1377703645989239E-2</c:v>
                </c:pt>
                <c:pt idx="50" formatCode="0%">
                  <c:v>0</c:v>
                </c:pt>
                <c:pt idx="51" formatCode="0%">
                  <c:v>4.7705660665597512E-2</c:v>
                </c:pt>
                <c:pt idx="52" formatCode="0%">
                  <c:v>7.8981875852124957E-3</c:v>
                </c:pt>
                <c:pt idx="53" formatCode="0%">
                  <c:v>0</c:v>
                </c:pt>
                <c:pt idx="54" formatCode="0%">
                  <c:v>0.39982279345776695</c:v>
                </c:pt>
                <c:pt idx="55" formatCode="0%">
                  <c:v>0</c:v>
                </c:pt>
                <c:pt idx="56" formatCode="0%">
                  <c:v>5.6192890412352911E-2</c:v>
                </c:pt>
                <c:pt idx="57" formatCode="0%">
                  <c:v>1.0284415494757636E-2</c:v>
                </c:pt>
                <c:pt idx="58" formatCode="0%">
                  <c:v>1.7247225782107797E-2</c:v>
                </c:pt>
                <c:pt idx="60" formatCode="0%">
                  <c:v>7.4806685121142514E-3</c:v>
                </c:pt>
                <c:pt idx="61" formatCode="0%">
                  <c:v>3.716465005846678E-2</c:v>
                </c:pt>
                <c:pt idx="62" formatCode="0%">
                  <c:v>3.8784272916776372E-2</c:v>
                </c:pt>
                <c:pt idx="63" formatCode="0%">
                  <c:v>1.9640516185603189E-2</c:v>
                </c:pt>
                <c:pt idx="65" formatCode="0%">
                  <c:v>3.3673871409878716E-4</c:v>
                </c:pt>
                <c:pt idx="66" formatCode="0%">
                  <c:v>2.2552323097044066E-2</c:v>
                </c:pt>
                <c:pt idx="67" formatCode="0%">
                  <c:v>1.0160537341257927E-2</c:v>
                </c:pt>
                <c:pt idx="68" formatCode="0%">
                  <c:v>4.8587185277295004E-2</c:v>
                </c:pt>
                <c:pt idx="70" formatCode="0%">
                  <c:v>9.2437704473344855E-3</c:v>
                </c:pt>
                <c:pt idx="71" formatCode="0%">
                  <c:v>8.1535992189987923E-3</c:v>
                </c:pt>
                <c:pt idx="72" formatCode="0%">
                  <c:v>1.8166323064588978E-2</c:v>
                </c:pt>
                <c:pt idx="73" formatCode="0%">
                  <c:v>4.3911160746768034E-2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A513-4D62-A14E-D72E8B7EE42D}"/>
            </c:ext>
          </c:extLst>
        </c:ser>
        <c:ser>
          <c:idx val="6"/>
          <c:order val="6"/>
          <c:tx>
            <c:strRef>
              <c:f>Sheet1!$B$291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Sheet1!$C$284:$BX$284</c:f>
              <c:strCache>
                <c:ptCount val="74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CAPITAL</c:v>
                </c:pt>
                <c:pt idx="20">
                  <c:v>NORTE</c:v>
                </c:pt>
                <c:pt idx="21">
                  <c:v>SUR</c:v>
                </c:pt>
                <c:pt idx="22">
                  <c:v>Río Cuarto</c:v>
                </c:pt>
                <c:pt idx="23">
                  <c:v>San Martín (Villa María)</c:v>
                </c:pt>
                <c:pt idx="25">
                  <c:v>Ninguno</c:v>
                </c:pt>
                <c:pt idx="26">
                  <c:v>Kirchnerismo</c:v>
                </c:pt>
                <c:pt idx="27">
                  <c:v>Peronismo</c:v>
                </c:pt>
                <c:pt idx="28">
                  <c:v>Al PRO</c:v>
                </c:pt>
                <c:pt idx="29">
                  <c:v>Radicalismo</c:v>
                </c:pt>
                <c:pt idx="30">
                  <c:v>Libertario</c:v>
                </c:pt>
                <c:pt idx="32">
                  <c:v>Ninguno</c:v>
                </c:pt>
                <c:pt idx="33">
                  <c:v>La Libertad Avanza</c:v>
                </c:pt>
                <c:pt idx="34">
                  <c:v>Hacemos</c:v>
                </c:pt>
                <c:pt idx="35">
                  <c:v>El peronismo de NDLS</c:v>
                </c:pt>
                <c:pt idx="36">
                  <c:v>Kirchnerismo</c:v>
                </c:pt>
                <c:pt idx="37">
                  <c:v>PRO</c:v>
                </c:pt>
                <c:pt idx="38">
                  <c:v>Unión Cívica Radical</c:v>
                </c:pt>
                <c:pt idx="40">
                  <c:v>Martín Llaryora </c:v>
                </c:pt>
                <c:pt idx="41">
                  <c:v>Luis Juez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Gonzalo Roca </c:v>
                </c:pt>
                <c:pt idx="47">
                  <c:v>Juan Schiaretti </c:v>
                </c:pt>
                <c:pt idx="48">
                  <c:v>Natalia de la Sota </c:v>
                </c:pt>
                <c:pt idx="49">
                  <c:v>Pablo Carro</c:v>
                </c:pt>
                <c:pt idx="50">
                  <c:v>Oscar Agost Carreño</c:v>
                </c:pt>
                <c:pt idx="51">
                  <c:v>Ramón Mestre </c:v>
                </c:pt>
                <c:pt idx="52">
                  <c:v>Héctor Baldassi </c:v>
                </c:pt>
                <c:pt idx="53">
                  <c:v>Aurelio Elorrio </c:v>
                </c:pt>
                <c:pt idx="54">
                  <c:v>Liliana Olivero </c:v>
                </c:pt>
                <c:pt idx="55">
                  <c:v>Agustín Spaccesi </c:v>
                </c:pt>
                <c:pt idx="56">
                  <c:v>Otro</c:v>
                </c:pt>
                <c:pt idx="57">
                  <c:v>En blanco</c:v>
                </c:pt>
                <c:pt idx="58">
                  <c:v>No sabe</c:v>
                </c:pt>
                <c:pt idx="60">
                  <c:v>Muy probable</c:v>
                </c:pt>
                <c:pt idx="61">
                  <c:v>Bastante probable</c:v>
                </c:pt>
                <c:pt idx="62">
                  <c:v>Poco probable</c:v>
                </c:pt>
                <c:pt idx="63">
                  <c:v>Nunca la votaría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  <c:pt idx="70">
                  <c:v>Muy buena</c:v>
                </c:pt>
                <c:pt idx="71">
                  <c:v>Buena</c:v>
                </c:pt>
                <c:pt idx="72">
                  <c:v>Mala</c:v>
                </c:pt>
                <c:pt idx="73">
                  <c:v>Muy mala</c:v>
                </c:pt>
              </c:strCache>
            </c:strRef>
          </c:cat>
          <c:val>
            <c:numRef>
              <c:f>Sheet1!$C$291:$BX$291</c:f>
              <c:numCache>
                <c:formatCode>General</c:formatCode>
                <c:ptCount val="74"/>
                <c:pt idx="0" formatCode="0%">
                  <c:v>0.11774486892822111</c:v>
                </c:pt>
                <c:pt idx="2" formatCode="0%">
                  <c:v>7.5263879533061934E-2</c:v>
                </c:pt>
                <c:pt idx="3" formatCode="0%">
                  <c:v>0.1704951658048536</c:v>
                </c:pt>
                <c:pt idx="5" formatCode="0%">
                  <c:v>9.6055162075878026E-2</c:v>
                </c:pt>
                <c:pt idx="6" formatCode="0%">
                  <c:v>0.13890756652899253</c:v>
                </c:pt>
                <c:pt idx="7" formatCode="0%">
                  <c:v>0.11471510127310046</c:v>
                </c:pt>
                <c:pt idx="8" formatCode="0%">
                  <c:v>0.1117433633279642</c:v>
                </c:pt>
                <c:pt idx="10" formatCode="0%">
                  <c:v>0.16335372345746227</c:v>
                </c:pt>
                <c:pt idx="11" formatCode="0%">
                  <c:v>0.10391569149064567</c:v>
                </c:pt>
                <c:pt idx="12" formatCode="0%">
                  <c:v>0.10782349351744784</c:v>
                </c:pt>
                <c:pt idx="14" formatCode="0%">
                  <c:v>0.14246030501526266</c:v>
                </c:pt>
                <c:pt idx="15" formatCode="0%">
                  <c:v>0.15450454234494293</c:v>
                </c:pt>
                <c:pt idx="16" formatCode="0%">
                  <c:v>5.4930463306539314E-2</c:v>
                </c:pt>
                <c:pt idx="17" formatCode="0%">
                  <c:v>2.8347959859065727E-2</c:v>
                </c:pt>
                <c:pt idx="19" formatCode="0%">
                  <c:v>6.3962556415787089E-2</c:v>
                </c:pt>
                <c:pt idx="20" formatCode="0%">
                  <c:v>0.1165652378583852</c:v>
                </c:pt>
                <c:pt idx="21" formatCode="0%">
                  <c:v>0.17804228825852456</c:v>
                </c:pt>
                <c:pt idx="22" formatCode="0%">
                  <c:v>0.13433815967659268</c:v>
                </c:pt>
                <c:pt idx="23" formatCode="0%">
                  <c:v>0.25179166137689646</c:v>
                </c:pt>
                <c:pt idx="25" formatCode="0%">
                  <c:v>0.20282354136792274</c:v>
                </c:pt>
                <c:pt idx="26" formatCode="0%">
                  <c:v>2.0552646685343269E-2</c:v>
                </c:pt>
                <c:pt idx="27" formatCode="0%">
                  <c:v>8.3092571236410839E-2</c:v>
                </c:pt>
                <c:pt idx="28" formatCode="0%">
                  <c:v>0.12515755866881939</c:v>
                </c:pt>
                <c:pt idx="29" formatCode="0%">
                  <c:v>0.19305669884066698</c:v>
                </c:pt>
                <c:pt idx="30" formatCode="0%">
                  <c:v>3.1495554175092E-3</c:v>
                </c:pt>
                <c:pt idx="32" formatCode="0%">
                  <c:v>0.30743986244934357</c:v>
                </c:pt>
                <c:pt idx="33" formatCode="0%">
                  <c:v>2.3954946782071031E-2</c:v>
                </c:pt>
                <c:pt idx="34" formatCode="0%">
                  <c:v>3.1623049086736167E-2</c:v>
                </c:pt>
                <c:pt idx="35" formatCode="0%">
                  <c:v>2.1319167753539009E-2</c:v>
                </c:pt>
                <c:pt idx="36" formatCode="0%">
                  <c:v>5.7766069436135468E-4</c:v>
                </c:pt>
                <c:pt idx="37" formatCode="0%">
                  <c:v>0.16543273114109242</c:v>
                </c:pt>
                <c:pt idx="38" formatCode="0%">
                  <c:v>0.13978844335205479</c:v>
                </c:pt>
                <c:pt idx="40" formatCode="0%">
                  <c:v>3.5777717413769554E-2</c:v>
                </c:pt>
                <c:pt idx="41" formatCode="0%">
                  <c:v>0.14129219860108214</c:v>
                </c:pt>
                <c:pt idx="43" formatCode="0%">
                  <c:v>0.12289566480664053</c:v>
                </c:pt>
                <c:pt idx="44" formatCode="0%">
                  <c:v>1.5925513379974988E-2</c:v>
                </c:pt>
                <c:pt idx="46" formatCode="0%">
                  <c:v>1.120570250915893E-2</c:v>
                </c:pt>
                <c:pt idx="47" formatCode="0%">
                  <c:v>4.0177237336413721E-2</c:v>
                </c:pt>
                <c:pt idx="48" formatCode="0%">
                  <c:v>0.10185448184023566</c:v>
                </c:pt>
                <c:pt idx="49" formatCode="0%">
                  <c:v>6.7516634572898119E-4</c:v>
                </c:pt>
                <c:pt idx="50" formatCode="0%">
                  <c:v>0.43949937304008624</c:v>
                </c:pt>
                <c:pt idx="51" formatCode="0%">
                  <c:v>0.40263233406441151</c:v>
                </c:pt>
                <c:pt idx="52" formatCode="0%">
                  <c:v>0.12457390703666003</c:v>
                </c:pt>
                <c:pt idx="53" formatCode="0%">
                  <c:v>0.21560737723009704</c:v>
                </c:pt>
                <c:pt idx="54" formatCode="0%">
                  <c:v>0.24554860566030551</c:v>
                </c:pt>
                <c:pt idx="55" formatCode="0%">
                  <c:v>4.9862195140080339E-4</c:v>
                </c:pt>
                <c:pt idx="56" formatCode="0%">
                  <c:v>4.8113455937447404E-2</c:v>
                </c:pt>
                <c:pt idx="57" formatCode="0%">
                  <c:v>0.46382270187399172</c:v>
                </c:pt>
                <c:pt idx="58" formatCode="0%">
                  <c:v>0.49694773620131372</c:v>
                </c:pt>
                <c:pt idx="60" formatCode="0%">
                  <c:v>2.7674070969156458E-2</c:v>
                </c:pt>
                <c:pt idx="61" formatCode="0%">
                  <c:v>0.20089354211056548</c:v>
                </c:pt>
                <c:pt idx="62" formatCode="0%">
                  <c:v>0.12405915453343179</c:v>
                </c:pt>
                <c:pt idx="63" formatCode="0%">
                  <c:v>8.7980657168221829E-2</c:v>
                </c:pt>
                <c:pt idx="65" formatCode="0%">
                  <c:v>3.5636032297641845E-3</c:v>
                </c:pt>
                <c:pt idx="66" formatCode="0%">
                  <c:v>0.14631734746602637</c:v>
                </c:pt>
                <c:pt idx="67" formatCode="0%">
                  <c:v>0.30956689198141885</c:v>
                </c:pt>
                <c:pt idx="68" formatCode="0%">
                  <c:v>7.8773797922467262E-2</c:v>
                </c:pt>
                <c:pt idx="70" formatCode="0%">
                  <c:v>6.1340652565648295E-2</c:v>
                </c:pt>
                <c:pt idx="71" formatCode="0%">
                  <c:v>0.10846210874345009</c:v>
                </c:pt>
                <c:pt idx="72" formatCode="0%">
                  <c:v>0.15385886483442107</c:v>
                </c:pt>
                <c:pt idx="73" formatCode="0%">
                  <c:v>3.8155964128094202E-2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A513-4D62-A14E-D72E8B7EE4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26649456"/>
        <c:axId val="1695856544"/>
      </c:barChart>
      <c:catAx>
        <c:axId val="1626649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1500" b="0" baseline="0">
                <a:solidFill>
                  <a:schemeClr val="tx1"/>
                </a:solidFill>
                <a:latin typeface="+mj-lt"/>
              </a:defRPr>
            </a:pPr>
            <a:endParaRPr lang="en-US"/>
          </a:p>
        </c:txPr>
        <c:crossAx val="1695856544"/>
        <c:crosses val="autoZero"/>
        <c:auto val="1"/>
        <c:lblAlgn val="ctr"/>
        <c:lblOffset val="100"/>
        <c:noMultiLvlLbl val="0"/>
      </c:catAx>
      <c:valAx>
        <c:axId val="16958565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26649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vert="horz"/>
          <a:lstStyle/>
          <a:p>
            <a:pPr>
              <a:defRPr lang="en-US" sz="20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"/>
        <c:txPr>
          <a:bodyPr rot="0" vert="horz"/>
          <a:lstStyle/>
          <a:p>
            <a:pPr>
              <a:defRPr lang="en-US" sz="20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2"/>
        <c:txPr>
          <a:bodyPr rot="0" vert="horz"/>
          <a:lstStyle/>
          <a:p>
            <a:pPr>
              <a:defRPr lang="en-US" sz="20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3"/>
        <c:txPr>
          <a:bodyPr rot="0" vert="horz"/>
          <a:lstStyle/>
          <a:p>
            <a:pPr>
              <a:defRPr lang="en-US" sz="2000" b="0" i="0" baseline="0">
                <a:ln>
                  <a:noFill/>
                </a:ln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4"/>
        <c:txPr>
          <a:bodyPr rot="0" vert="horz"/>
          <a:lstStyle/>
          <a:p>
            <a:pPr>
              <a:defRPr lang="en-US" sz="20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5"/>
        <c:txPr>
          <a:bodyPr rot="0" vert="horz"/>
          <a:lstStyle/>
          <a:p>
            <a:pPr>
              <a:defRPr lang="en-US" sz="20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6"/>
        <c:txPr>
          <a:bodyPr rot="0" vert="horz"/>
          <a:lstStyle/>
          <a:p>
            <a:pPr>
              <a:defRPr lang="en-US" sz="20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ayout>
        <c:manualLayout>
          <c:xMode val="edge"/>
          <c:yMode val="edge"/>
          <c:x val="1.2599037883810215E-2"/>
          <c:y val="1.1820936160953725E-2"/>
          <c:w val="0.98630539360455416"/>
          <c:h val="9.5092805012304077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lang="en-US" sz="2000" b="0" i="0" baseline="0">
              <a:solidFill>
                <a:schemeClr val="tx1"/>
              </a:solidFill>
              <a:latin typeface="HelveticaNeue Std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Sheet1!$B$42</c:f>
              <c:strCache>
                <c:ptCount val="1"/>
                <c:pt idx="0">
                  <c:v>Clase baja</c:v>
                </c:pt>
              </c:strCache>
            </c:strRef>
          </c:tx>
          <c:spPr>
            <a:solidFill>
              <a:srgbClr val="00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Sheet1!$C$41:$BL$41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&lt; Bs. 1000</c:v>
                </c:pt>
                <c:pt idx="20">
                  <c:v>Bs. 1000 a Bs. 2500</c:v>
                </c:pt>
                <c:pt idx="21">
                  <c:v>Bs. 2500 a Bs. 4000</c:v>
                </c:pt>
                <c:pt idx="22">
                  <c:v>Bs. 4000 a Bs. 7000</c:v>
                </c:pt>
                <c:pt idx="23">
                  <c:v>&gt;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MAS</c:v>
                </c:pt>
                <c:pt idx="57">
                  <c:v>EVO Pueblo</c:v>
                </c:pt>
                <c:pt idx="58">
                  <c:v>Alianza opositora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Sheet1!$C$42:$BL$42</c:f>
              <c:numCache>
                <c:formatCode>General</c:formatCode>
                <c:ptCount val="62"/>
                <c:pt idx="0" formatCode="0%">
                  <c:v>8.3303070207606245E-2</c:v>
                </c:pt>
                <c:pt idx="2" formatCode="0%">
                  <c:v>7.8157726707019703E-2</c:v>
                </c:pt>
                <c:pt idx="3" formatCode="0%">
                  <c:v>9.074170981040286E-2</c:v>
                </c:pt>
                <c:pt idx="5" formatCode="0%">
                  <c:v>3.0206921380470639E-2</c:v>
                </c:pt>
                <c:pt idx="6" formatCode="0%">
                  <c:v>0.15623369198248399</c:v>
                </c:pt>
                <c:pt idx="7" formatCode="0%">
                  <c:v>0.12966830259715401</c:v>
                </c:pt>
                <c:pt idx="8" formatCode="0%">
                  <c:v>2.8238064416130169E-2</c:v>
                </c:pt>
                <c:pt idx="10" formatCode="0%">
                  <c:v>0.16584915692657079</c:v>
                </c:pt>
                <c:pt idx="11" formatCode="0%">
                  <c:v>0.1001805429560076</c:v>
                </c:pt>
                <c:pt idx="12" formatCode="0%">
                  <c:v>3.4868395492049141E-2</c:v>
                </c:pt>
                <c:pt idx="14" formatCode="0%">
                  <c:v>1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</c:v>
                </c:pt>
                <c:pt idx="19" formatCode="0%">
                  <c:v>0.37602978874959059</c:v>
                </c:pt>
                <c:pt idx="20" formatCode="0%">
                  <c:v>9.52564065967553E-2</c:v>
                </c:pt>
                <c:pt idx="21" formatCode="0%">
                  <c:v>2.0325956233757349E-2</c:v>
                </c:pt>
                <c:pt idx="22" formatCode="0%">
                  <c:v>2.7512372884727972E-2</c:v>
                </c:pt>
                <c:pt idx="23" formatCode="0%">
                  <c:v>2.656338787639323E-3</c:v>
                </c:pt>
                <c:pt idx="25" formatCode="0%">
                  <c:v>4.2500869910077649E-2</c:v>
                </c:pt>
                <c:pt idx="26" formatCode="0%">
                  <c:v>4.8838732363429047E-2</c:v>
                </c:pt>
                <c:pt idx="27" formatCode="0%">
                  <c:v>0.1690201190170243</c:v>
                </c:pt>
                <c:pt idx="28" formatCode="0%">
                  <c:v>0.1656266591265938</c:v>
                </c:pt>
                <c:pt idx="29" formatCode="0%">
                  <c:v>6.0746471098008847E-2</c:v>
                </c:pt>
                <c:pt idx="31" formatCode="0%">
                  <c:v>5.0267198568756957E-2</c:v>
                </c:pt>
                <c:pt idx="32" formatCode="0%">
                  <c:v>0.1007535970495201</c:v>
                </c:pt>
                <c:pt idx="33" formatCode="0%">
                  <c:v>5.4648016479828247E-2</c:v>
                </c:pt>
                <c:pt idx="34" formatCode="0%">
                  <c:v>0.1169523708258102</c:v>
                </c:pt>
                <c:pt idx="36" formatCode="0%">
                  <c:v>8.1529916334973598E-2</c:v>
                </c:pt>
                <c:pt idx="37" formatCode="0%">
                  <c:v>7.6258678888063425E-2</c:v>
                </c:pt>
                <c:pt idx="38" formatCode="0%">
                  <c:v>9.0471386109522947E-2</c:v>
                </c:pt>
                <c:pt idx="40" formatCode="0%">
                  <c:v>6.5541205370357E-2</c:v>
                </c:pt>
                <c:pt idx="41" formatCode="0%">
                  <c:v>0.15746216782161199</c:v>
                </c:pt>
                <c:pt idx="43" formatCode="0%">
                  <c:v>4.2043266734342458E-2</c:v>
                </c:pt>
                <c:pt idx="44" formatCode="0%">
                  <c:v>4.7343423482576101E-3</c:v>
                </c:pt>
                <c:pt idx="45" formatCode="0%">
                  <c:v>0.1052434670326519</c:v>
                </c:pt>
                <c:pt idx="46" formatCode="0%">
                  <c:v>9.6881375299050027E-2</c:v>
                </c:pt>
                <c:pt idx="47" formatCode="0%">
                  <c:v>0.1418784978268538</c:v>
                </c:pt>
                <c:pt idx="49" formatCode="0%">
                  <c:v>0.1057842734003677</c:v>
                </c:pt>
                <c:pt idx="50" formatCode="0%">
                  <c:v>8.7271220646334288E-2</c:v>
                </c:pt>
                <c:pt idx="51" formatCode="0%">
                  <c:v>0</c:v>
                </c:pt>
                <c:pt idx="52" formatCode="0%">
                  <c:v>9.6121811818601008E-3</c:v>
                </c:pt>
                <c:pt idx="53" formatCode="0%">
                  <c:v>3.8088306832329027E-2</c:v>
                </c:pt>
                <c:pt idx="54" formatCode="0%">
                  <c:v>7.0049839389644125E-2</c:v>
                </c:pt>
                <c:pt idx="56" formatCode="0%">
                  <c:v>0.1100402721556672</c:v>
                </c:pt>
                <c:pt idx="57" formatCode="0%">
                  <c:v>0.12561091505683469</c:v>
                </c:pt>
                <c:pt idx="58" formatCode="0%">
                  <c:v>2.0482571471869319E-2</c:v>
                </c:pt>
                <c:pt idx="59" formatCode="0%">
                  <c:v>1.59938389085756E-2</c:v>
                </c:pt>
                <c:pt idx="60" formatCode="0%">
                  <c:v>9.0681446557262124E-2</c:v>
                </c:pt>
                <c:pt idx="61" formatCode="0%">
                  <c:v>0.1184472285540271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471-4877-9C25-94C78B8BE14F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Clase media baja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Sheet1!$C$41:$BL$41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&lt; Bs. 1000</c:v>
                </c:pt>
                <c:pt idx="20">
                  <c:v>Bs. 1000 a Bs. 2500</c:v>
                </c:pt>
                <c:pt idx="21">
                  <c:v>Bs. 2500 a Bs. 4000</c:v>
                </c:pt>
                <c:pt idx="22">
                  <c:v>Bs. 4000 a Bs. 7000</c:v>
                </c:pt>
                <c:pt idx="23">
                  <c:v>&gt;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MAS</c:v>
                </c:pt>
                <c:pt idx="57">
                  <c:v>EVO Pueblo</c:v>
                </c:pt>
                <c:pt idx="58">
                  <c:v>Alianza opositora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Sheet1!$C$43:$BL$43</c:f>
              <c:numCache>
                <c:formatCode>General</c:formatCode>
                <c:ptCount val="62"/>
                <c:pt idx="0" formatCode="0%">
                  <c:v>0.21619940776425231</c:v>
                </c:pt>
                <c:pt idx="2" formatCode="0%">
                  <c:v>0.26699707833186198</c:v>
                </c:pt>
                <c:pt idx="3" formatCode="0%">
                  <c:v>0.1668376077711041</c:v>
                </c:pt>
                <c:pt idx="5" formatCode="0%">
                  <c:v>0.22555037547064741</c:v>
                </c:pt>
                <c:pt idx="6" formatCode="0%">
                  <c:v>0.23729121738854719</c:v>
                </c:pt>
                <c:pt idx="7" formatCode="0%">
                  <c:v>0.25751432322793211</c:v>
                </c:pt>
                <c:pt idx="8" formatCode="0%">
                  <c:v>0.1015619899351556</c:v>
                </c:pt>
                <c:pt idx="10" formatCode="0%">
                  <c:v>0.28105234207912377</c:v>
                </c:pt>
                <c:pt idx="11" formatCode="0%">
                  <c:v>0.20572384764170051</c:v>
                </c:pt>
                <c:pt idx="12" formatCode="0%">
                  <c:v>0.20762971776840969</c:v>
                </c:pt>
                <c:pt idx="14" formatCode="0%">
                  <c:v>0</c:v>
                </c:pt>
                <c:pt idx="15" formatCode="0%">
                  <c:v>1</c:v>
                </c:pt>
                <c:pt idx="16" formatCode="0%">
                  <c:v>0</c:v>
                </c:pt>
                <c:pt idx="17" formatCode="0%">
                  <c:v>0</c:v>
                </c:pt>
                <c:pt idx="19" formatCode="0%">
                  <c:v>0.1780283172159571</c:v>
                </c:pt>
                <c:pt idx="20" formatCode="0%">
                  <c:v>0.30281989985479629</c:v>
                </c:pt>
                <c:pt idx="21" formatCode="0%">
                  <c:v>0.35445294189772431</c:v>
                </c:pt>
                <c:pt idx="22" formatCode="0%">
                  <c:v>0.117032042914424</c:v>
                </c:pt>
                <c:pt idx="23" formatCode="0%">
                  <c:v>3.6238679219766569E-2</c:v>
                </c:pt>
                <c:pt idx="25" formatCode="0%">
                  <c:v>6.1930270748556768E-2</c:v>
                </c:pt>
                <c:pt idx="26" formatCode="0%">
                  <c:v>0.23070776631364559</c:v>
                </c:pt>
                <c:pt idx="27" formatCode="0%">
                  <c:v>0.23038224364281201</c:v>
                </c:pt>
                <c:pt idx="28" formatCode="0%">
                  <c:v>0.27471441523340939</c:v>
                </c:pt>
                <c:pt idx="29" formatCode="0%">
                  <c:v>0.2108184236815325</c:v>
                </c:pt>
                <c:pt idx="31" formatCode="0%">
                  <c:v>0.21439786730362839</c:v>
                </c:pt>
                <c:pt idx="32" formatCode="0%">
                  <c:v>0.27337774631663042</c:v>
                </c:pt>
                <c:pt idx="33" formatCode="0%">
                  <c:v>0.1330894853269349</c:v>
                </c:pt>
                <c:pt idx="34" formatCode="0%">
                  <c:v>0.21025219114560709</c:v>
                </c:pt>
                <c:pt idx="36" formatCode="0%">
                  <c:v>0.2303740731373238</c:v>
                </c:pt>
                <c:pt idx="37" formatCode="0%">
                  <c:v>0.14099697840282349</c:v>
                </c:pt>
                <c:pt idx="38" formatCode="0%">
                  <c:v>0.25972297766416319</c:v>
                </c:pt>
                <c:pt idx="40" formatCode="0%">
                  <c:v>0.20225658988723411</c:v>
                </c:pt>
                <c:pt idx="41" formatCode="0%">
                  <c:v>0.27720092132808682</c:v>
                </c:pt>
                <c:pt idx="43" formatCode="0%">
                  <c:v>0.2365733612176471</c:v>
                </c:pt>
                <c:pt idx="44" formatCode="0%">
                  <c:v>0.2405396464360029</c:v>
                </c:pt>
                <c:pt idx="45" formatCode="0%">
                  <c:v>0.27561942225576858</c:v>
                </c:pt>
                <c:pt idx="46" formatCode="0%">
                  <c:v>0.18243924128816141</c:v>
                </c:pt>
                <c:pt idx="47" formatCode="0%">
                  <c:v>0.1185466367934814</c:v>
                </c:pt>
                <c:pt idx="49" formatCode="0%">
                  <c:v>0.20134764327887561</c:v>
                </c:pt>
                <c:pt idx="50" formatCode="0%">
                  <c:v>8.6664241728209551E-2</c:v>
                </c:pt>
                <c:pt idx="51" formatCode="0%">
                  <c:v>0.17886825442628421</c:v>
                </c:pt>
                <c:pt idx="52" formatCode="0%">
                  <c:v>0.52157491745747209</c:v>
                </c:pt>
                <c:pt idx="53" formatCode="0%">
                  <c:v>0.28778577024186558</c:v>
                </c:pt>
                <c:pt idx="54" formatCode="0%">
                  <c:v>0.21932332780314159</c:v>
                </c:pt>
                <c:pt idx="56" formatCode="0%">
                  <c:v>0.21364381376474159</c:v>
                </c:pt>
                <c:pt idx="57" formatCode="0%">
                  <c:v>9.5804307916835155E-2</c:v>
                </c:pt>
                <c:pt idx="58" formatCode="0%">
                  <c:v>0.27082794037799318</c:v>
                </c:pt>
                <c:pt idx="59" formatCode="0%">
                  <c:v>0.18927891465033131</c:v>
                </c:pt>
                <c:pt idx="60" formatCode="0%">
                  <c:v>0.26892962001267517</c:v>
                </c:pt>
                <c:pt idx="61" formatCode="0%">
                  <c:v>0.19716360787370241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471-4877-9C25-94C78B8BE14F}"/>
            </c:ext>
          </c:extLst>
        </c:ser>
        <c:ser>
          <c:idx val="2"/>
          <c:order val="2"/>
          <c:tx>
            <c:strRef>
              <c:f>Sheet1!$B$44</c:f>
              <c:strCache>
                <c:ptCount val="1"/>
                <c:pt idx="0">
                  <c:v>Clase media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Sheet1!$C$41:$BL$41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&lt; Bs. 1000</c:v>
                </c:pt>
                <c:pt idx="20">
                  <c:v>Bs. 1000 a Bs. 2500</c:v>
                </c:pt>
                <c:pt idx="21">
                  <c:v>Bs. 2500 a Bs. 4000</c:v>
                </c:pt>
                <c:pt idx="22">
                  <c:v>Bs. 4000 a Bs. 7000</c:v>
                </c:pt>
                <c:pt idx="23">
                  <c:v>&gt;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MAS</c:v>
                </c:pt>
                <c:pt idx="57">
                  <c:v>EVO Pueblo</c:v>
                </c:pt>
                <c:pt idx="58">
                  <c:v>Alianza opositora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Sheet1!$C$44:$BL$44</c:f>
              <c:numCache>
                <c:formatCode>General</c:formatCode>
                <c:ptCount val="62"/>
                <c:pt idx="0" formatCode="0%">
                  <c:v>0.48252729212867052</c:v>
                </c:pt>
                <c:pt idx="2" formatCode="0%">
                  <c:v>0.45887971314076409</c:v>
                </c:pt>
                <c:pt idx="3" formatCode="0%">
                  <c:v>0.51502159228991451</c:v>
                </c:pt>
                <c:pt idx="5" formatCode="0%">
                  <c:v>0.4665242144895308</c:v>
                </c:pt>
                <c:pt idx="6" formatCode="0%">
                  <c:v>0.45478302562490669</c:v>
                </c:pt>
                <c:pt idx="7" formatCode="0%">
                  <c:v>0.47672162885675079</c:v>
                </c:pt>
                <c:pt idx="8" formatCode="0%">
                  <c:v>0.57960490569449463</c:v>
                </c:pt>
                <c:pt idx="10" formatCode="0%">
                  <c:v>0.26862906245883139</c:v>
                </c:pt>
                <c:pt idx="11" formatCode="0%">
                  <c:v>0.47957193042120932</c:v>
                </c:pt>
                <c:pt idx="12" formatCode="0%">
                  <c:v>0.55738038957276226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1</c:v>
                </c:pt>
                <c:pt idx="17" formatCode="0%">
                  <c:v>0</c:v>
                </c:pt>
                <c:pt idx="19" formatCode="0%">
                  <c:v>0.17955607504369861</c:v>
                </c:pt>
                <c:pt idx="20" formatCode="0%">
                  <c:v>0.40929292766010872</c:v>
                </c:pt>
                <c:pt idx="21" formatCode="0%">
                  <c:v>0.55505725453458077</c:v>
                </c:pt>
                <c:pt idx="22" formatCode="0%">
                  <c:v>0.72485876636394242</c:v>
                </c:pt>
                <c:pt idx="23" formatCode="0%">
                  <c:v>0.50373369125023648</c:v>
                </c:pt>
                <c:pt idx="25" formatCode="0%">
                  <c:v>0.47800531664169682</c:v>
                </c:pt>
                <c:pt idx="26" formatCode="0%">
                  <c:v>0.55262303572401628</c:v>
                </c:pt>
                <c:pt idx="27" formatCode="0%">
                  <c:v>0.36823143032214578</c:v>
                </c:pt>
                <c:pt idx="28" formatCode="0%">
                  <c:v>0.38611030622414722</c:v>
                </c:pt>
                <c:pt idx="29" formatCode="0%">
                  <c:v>0.46753237258118302</c:v>
                </c:pt>
                <c:pt idx="31" formatCode="0%">
                  <c:v>0.54166227197786376</c:v>
                </c:pt>
                <c:pt idx="32" formatCode="0%">
                  <c:v>0.46163685847985653</c:v>
                </c:pt>
                <c:pt idx="33" formatCode="0%">
                  <c:v>0.55878922702031941</c:v>
                </c:pt>
                <c:pt idx="34" formatCode="0%">
                  <c:v>0.39437370614445821</c:v>
                </c:pt>
                <c:pt idx="36" formatCode="0%">
                  <c:v>0.4825590841153431</c:v>
                </c:pt>
                <c:pt idx="37" formatCode="0%">
                  <c:v>0.50035286426089198</c:v>
                </c:pt>
                <c:pt idx="38" formatCode="0%">
                  <c:v>0.46882949319294631</c:v>
                </c:pt>
                <c:pt idx="40" formatCode="0%">
                  <c:v>0.53340289652233863</c:v>
                </c:pt>
                <c:pt idx="41" formatCode="0%">
                  <c:v>0.34352423088771261</c:v>
                </c:pt>
                <c:pt idx="43" formatCode="0%">
                  <c:v>0.45811156604301911</c:v>
                </c:pt>
                <c:pt idx="44" formatCode="0%">
                  <c:v>0.58323427897336289</c:v>
                </c:pt>
                <c:pt idx="45" formatCode="0%">
                  <c:v>0.49973095812035428</c:v>
                </c:pt>
                <c:pt idx="46" formatCode="0%">
                  <c:v>0.52487160922805187</c:v>
                </c:pt>
                <c:pt idx="47" formatCode="0%">
                  <c:v>0.61988108783568996</c:v>
                </c:pt>
                <c:pt idx="49" formatCode="0%">
                  <c:v>0.45272039234374672</c:v>
                </c:pt>
                <c:pt idx="50" formatCode="0%">
                  <c:v>0.57680372672460012</c:v>
                </c:pt>
                <c:pt idx="51" formatCode="0%">
                  <c:v>0.41320686178899729</c:v>
                </c:pt>
                <c:pt idx="52" formatCode="0%">
                  <c:v>0.29885096516314952</c:v>
                </c:pt>
                <c:pt idx="53" formatCode="0%">
                  <c:v>0.33978293366697149</c:v>
                </c:pt>
                <c:pt idx="54" formatCode="0%">
                  <c:v>0.56502821898109434</c:v>
                </c:pt>
                <c:pt idx="56" formatCode="0%">
                  <c:v>0.59172650650989533</c:v>
                </c:pt>
                <c:pt idx="57" formatCode="0%">
                  <c:v>0.49838810139111872</c:v>
                </c:pt>
                <c:pt idx="58" formatCode="0%">
                  <c:v>0.508735501596141</c:v>
                </c:pt>
                <c:pt idx="59" formatCode="0%">
                  <c:v>0.57204773920365348</c:v>
                </c:pt>
                <c:pt idx="60" formatCode="0%">
                  <c:v>0.44221278803527692</c:v>
                </c:pt>
                <c:pt idx="61" formatCode="0%">
                  <c:v>0.43773031064096413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471-4877-9C25-94C78B8BE14F}"/>
            </c:ext>
          </c:extLst>
        </c:ser>
        <c:ser>
          <c:idx val="3"/>
          <c:order val="3"/>
          <c:tx>
            <c:strRef>
              <c:f>Sheet1!$B$45</c:f>
              <c:strCache>
                <c:ptCount val="1"/>
                <c:pt idx="0">
                  <c:v>Clase media alta</c:v>
                </c:pt>
              </c:strCache>
            </c:strRef>
          </c:tx>
          <c:spPr>
            <a:solidFill>
              <a:srgbClr val="BF203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Sheet1!$C$41:$BL$41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&lt; Bs. 1000</c:v>
                </c:pt>
                <c:pt idx="20">
                  <c:v>Bs. 1000 a Bs. 2500</c:v>
                </c:pt>
                <c:pt idx="21">
                  <c:v>Bs. 2500 a Bs. 4000</c:v>
                </c:pt>
                <c:pt idx="22">
                  <c:v>Bs. 4000 a Bs. 7000</c:v>
                </c:pt>
                <c:pt idx="23">
                  <c:v>&gt;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MAS</c:v>
                </c:pt>
                <c:pt idx="57">
                  <c:v>EVO Pueblo</c:v>
                </c:pt>
                <c:pt idx="58">
                  <c:v>Alianza opositora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Sheet1!$C$45:$BL$45</c:f>
              <c:numCache>
                <c:formatCode>General</c:formatCode>
                <c:ptCount val="62"/>
                <c:pt idx="0" formatCode="0%">
                  <c:v>0.1160007701500966</c:v>
                </c:pt>
                <c:pt idx="2" formatCode="0%">
                  <c:v>0.1066652740693991</c:v>
                </c:pt>
                <c:pt idx="3" formatCode="0%">
                  <c:v>0.12902374320903259</c:v>
                </c:pt>
                <c:pt idx="5" formatCode="0%">
                  <c:v>0.16255485720609231</c:v>
                </c:pt>
                <c:pt idx="6" formatCode="0%">
                  <c:v>6.5316043841163546E-2</c:v>
                </c:pt>
                <c:pt idx="7" formatCode="0%">
                  <c:v>9.0991319985402636E-2</c:v>
                </c:pt>
                <c:pt idx="8" formatCode="0%">
                  <c:v>0.1204948979596657</c:v>
                </c:pt>
                <c:pt idx="10" formatCode="0%">
                  <c:v>0</c:v>
                </c:pt>
                <c:pt idx="11" formatCode="0%">
                  <c:v>0.1132240471996178</c:v>
                </c:pt>
                <c:pt idx="12" formatCode="0%">
                  <c:v>0.15805319535162199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0.7977489757888242</c:v>
                </c:pt>
                <c:pt idx="19" formatCode="0%">
                  <c:v>3.6614049389358201E-2</c:v>
                </c:pt>
                <c:pt idx="20" formatCode="0%">
                  <c:v>7.1727673578301052E-2</c:v>
                </c:pt>
                <c:pt idx="21" formatCode="0%">
                  <c:v>5.0213121800450088E-2</c:v>
                </c:pt>
                <c:pt idx="22" formatCode="0%">
                  <c:v>0.106790899623368</c:v>
                </c:pt>
                <c:pt idx="23" formatCode="0%">
                  <c:v>0.40137309210571032</c:v>
                </c:pt>
                <c:pt idx="25" formatCode="0%">
                  <c:v>0.2705477238644427</c:v>
                </c:pt>
                <c:pt idx="26" formatCode="0%">
                  <c:v>0.11912557963975</c:v>
                </c:pt>
                <c:pt idx="27" formatCode="0%">
                  <c:v>9.9095905096447112E-2</c:v>
                </c:pt>
                <c:pt idx="28" formatCode="0%">
                  <c:v>5.2159720141259899E-2</c:v>
                </c:pt>
                <c:pt idx="29" formatCode="0%">
                  <c:v>7.5389835304472491E-2</c:v>
                </c:pt>
                <c:pt idx="31" formatCode="0%">
                  <c:v>0.14561692293392511</c:v>
                </c:pt>
                <c:pt idx="32" formatCode="0%">
                  <c:v>0.10242484200167</c:v>
                </c:pt>
                <c:pt idx="33" formatCode="0%">
                  <c:v>0.15974298015453009</c:v>
                </c:pt>
                <c:pt idx="34" formatCode="0%">
                  <c:v>7.1597962642548127E-2</c:v>
                </c:pt>
                <c:pt idx="36" formatCode="0%">
                  <c:v>0.1143548441366681</c:v>
                </c:pt>
                <c:pt idx="37" formatCode="0%">
                  <c:v>0.14632047216514041</c:v>
                </c:pt>
                <c:pt idx="38" formatCode="0%">
                  <c:v>9.4396795787482599E-2</c:v>
                </c:pt>
                <c:pt idx="40" formatCode="0%">
                  <c:v>0.13701105250055601</c:v>
                </c:pt>
                <c:pt idx="41" formatCode="0%">
                  <c:v>3.6239594682118063E-2</c:v>
                </c:pt>
                <c:pt idx="43" formatCode="0%">
                  <c:v>0.15411683829978831</c:v>
                </c:pt>
                <c:pt idx="44" formatCode="0%">
                  <c:v>0.13688901340124021</c:v>
                </c:pt>
                <c:pt idx="45" formatCode="0%">
                  <c:v>0.1034011994794891</c:v>
                </c:pt>
                <c:pt idx="46" formatCode="0%">
                  <c:v>0.13948133100971261</c:v>
                </c:pt>
                <c:pt idx="47" formatCode="0%">
                  <c:v>5.4088946254086008E-2</c:v>
                </c:pt>
                <c:pt idx="49" formatCode="0%">
                  <c:v>0.13736266579495951</c:v>
                </c:pt>
                <c:pt idx="50" formatCode="0%">
                  <c:v>2.5259271379670139E-2</c:v>
                </c:pt>
                <c:pt idx="51" formatCode="0%">
                  <c:v>9.3978423738350761E-2</c:v>
                </c:pt>
                <c:pt idx="52" formatCode="0%">
                  <c:v>0.16103402398698749</c:v>
                </c:pt>
                <c:pt idx="53" formatCode="0%">
                  <c:v>0.25737784028704103</c:v>
                </c:pt>
                <c:pt idx="54" formatCode="0%">
                  <c:v>8.2266003257267559E-2</c:v>
                </c:pt>
                <c:pt idx="56" formatCode="0%">
                  <c:v>3.4654802717451028E-2</c:v>
                </c:pt>
                <c:pt idx="57" formatCode="0%">
                  <c:v>4.2103105974554383E-2</c:v>
                </c:pt>
                <c:pt idx="58" formatCode="0%">
                  <c:v>0.15224956211230981</c:v>
                </c:pt>
                <c:pt idx="59" formatCode="0%">
                  <c:v>3.6433037324284323E-2</c:v>
                </c:pt>
                <c:pt idx="60" formatCode="0%">
                  <c:v>0.15051592647441711</c:v>
                </c:pt>
                <c:pt idx="61" formatCode="0%">
                  <c:v>0.13285814951255079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471-4877-9C25-94C78B8BE14F}"/>
            </c:ext>
          </c:extLst>
        </c:ser>
        <c:ser>
          <c:idx val="4"/>
          <c:order val="4"/>
          <c:tx>
            <c:strRef>
              <c:f>Sheet1!$B$46</c:f>
              <c:strCache>
                <c:ptCount val="1"/>
                <c:pt idx="0">
                  <c:v>Clase alta</c:v>
                </c:pt>
              </c:strCache>
            </c:strRef>
          </c:tx>
          <c:spPr>
            <a:solidFill>
              <a:srgbClr val="E8563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Sheet1!$C$41:$BL$41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&lt; Bs. 1000</c:v>
                </c:pt>
                <c:pt idx="20">
                  <c:v>Bs. 1000 a Bs. 2500</c:v>
                </c:pt>
                <c:pt idx="21">
                  <c:v>Bs. 2500 a Bs. 4000</c:v>
                </c:pt>
                <c:pt idx="22">
                  <c:v>Bs. 4000 a Bs. 7000</c:v>
                </c:pt>
                <c:pt idx="23">
                  <c:v>&gt;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MAS</c:v>
                </c:pt>
                <c:pt idx="57">
                  <c:v>EVO Pueblo</c:v>
                </c:pt>
                <c:pt idx="58">
                  <c:v>Alianza opositora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Sheet1!$C$46:$BL$46</c:f>
              <c:numCache>
                <c:formatCode>General</c:formatCode>
                <c:ptCount val="62"/>
                <c:pt idx="0" formatCode="0%">
                  <c:v>2.9409344648726621E-2</c:v>
                </c:pt>
                <c:pt idx="2" formatCode="0%">
                  <c:v>1.5314121136931961E-2</c:v>
                </c:pt>
                <c:pt idx="3" formatCode="0%">
                  <c:v>2.8001105154041351E-2</c:v>
                </c:pt>
                <c:pt idx="5" formatCode="0%">
                  <c:v>3.84859510486322E-2</c:v>
                </c:pt>
                <c:pt idx="6" formatCode="0%">
                  <c:v>2.0125038697001228E-3</c:v>
                </c:pt>
                <c:pt idx="7" formatCode="0%">
                  <c:v>5.8423561340809468E-3</c:v>
                </c:pt>
                <c:pt idx="8" formatCode="0%">
                  <c:v>8.5559840956363875E-2</c:v>
                </c:pt>
                <c:pt idx="10" formatCode="0%">
                  <c:v>6.3858300908055221E-2</c:v>
                </c:pt>
                <c:pt idx="11" formatCode="0%">
                  <c:v>3.2575074712541813E-2</c:v>
                </c:pt>
                <c:pt idx="12" formatCode="0%">
                  <c:v>1.401290172763045E-2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0.20225102421117561</c:v>
                </c:pt>
                <c:pt idx="19" formatCode="0%">
                  <c:v>8.0893732241821545E-2</c:v>
                </c:pt>
                <c:pt idx="20" formatCode="0%">
                  <c:v>4.5305622538663208E-2</c:v>
                </c:pt>
                <c:pt idx="21" formatCode="0%">
                  <c:v>1.2570791056004079E-2</c:v>
                </c:pt>
                <c:pt idx="22" formatCode="0%">
                  <c:v>4.4518383542807389E-3</c:v>
                </c:pt>
                <c:pt idx="23" formatCode="0%">
                  <c:v>4.1154494219562021E-2</c:v>
                </c:pt>
                <c:pt idx="25" formatCode="0%">
                  <c:v>6.2173609582210583E-2</c:v>
                </c:pt>
                <c:pt idx="26" formatCode="0%">
                  <c:v>8.0765414483552067E-3</c:v>
                </c:pt>
                <c:pt idx="27" formatCode="0%">
                  <c:v>6.6056688772506963E-2</c:v>
                </c:pt>
                <c:pt idx="28" formatCode="0%">
                  <c:v>0</c:v>
                </c:pt>
                <c:pt idx="29" formatCode="0%">
                  <c:v>6.0243884607938121E-2</c:v>
                </c:pt>
                <c:pt idx="31" formatCode="0%">
                  <c:v>9.7297231889313153E-4</c:v>
                </c:pt>
                <c:pt idx="32" formatCode="0%">
                  <c:v>1.385923037835448E-2</c:v>
                </c:pt>
                <c:pt idx="33" formatCode="0%">
                  <c:v>8.1165649542561627E-2</c:v>
                </c:pt>
                <c:pt idx="34" formatCode="0%">
                  <c:v>4.1345181489708158E-2</c:v>
                </c:pt>
                <c:pt idx="36" formatCode="0%">
                  <c:v>5.9383423143600598E-3</c:v>
                </c:pt>
                <c:pt idx="37" formatCode="0%">
                  <c:v>5.1608485230929847E-2</c:v>
                </c:pt>
                <c:pt idx="38" formatCode="0%">
                  <c:v>3.5788781286951753E-2</c:v>
                </c:pt>
                <c:pt idx="40" formatCode="0%">
                  <c:v>1.387504967992681E-2</c:v>
                </c:pt>
                <c:pt idx="41" formatCode="0%">
                  <c:v>1.392240097591636E-2</c:v>
                </c:pt>
                <c:pt idx="43" formatCode="0%">
                  <c:v>3.8526225239709319E-2</c:v>
                </c:pt>
                <c:pt idx="44" formatCode="0%">
                  <c:v>3.1263613903590323E-2</c:v>
                </c:pt>
                <c:pt idx="45" formatCode="0%">
                  <c:v>5.8495008073178693E-3</c:v>
                </c:pt>
                <c:pt idx="46" formatCode="0%">
                  <c:v>2.987207641211103E-2</c:v>
                </c:pt>
                <c:pt idx="47" formatCode="0%">
                  <c:v>1.436860829228803E-2</c:v>
                </c:pt>
                <c:pt idx="49" formatCode="0%">
                  <c:v>2.429534560043636E-2</c:v>
                </c:pt>
                <c:pt idx="50" formatCode="0%">
                  <c:v>0.1181046270796912</c:v>
                </c:pt>
                <c:pt idx="51" formatCode="0%">
                  <c:v>1.150521640180038E-2</c:v>
                </c:pt>
                <c:pt idx="52" formatCode="0%">
                  <c:v>0</c:v>
                </c:pt>
                <c:pt idx="53" formatCode="0%">
                  <c:v>7.6965148971792907E-2</c:v>
                </c:pt>
                <c:pt idx="54" formatCode="0%">
                  <c:v>1.239921139885717E-2</c:v>
                </c:pt>
                <c:pt idx="56" formatCode="0%">
                  <c:v>2.7055633558160781E-2</c:v>
                </c:pt>
                <c:pt idx="57" formatCode="0%">
                  <c:v>1.7317641741980808E-2</c:v>
                </c:pt>
                <c:pt idx="58" formatCode="0%">
                  <c:v>2.6703010033927811E-2</c:v>
                </c:pt>
                <c:pt idx="59" formatCode="0%">
                  <c:v>0.1771666263110748</c:v>
                </c:pt>
                <c:pt idx="60" formatCode="0%">
                  <c:v>3.4193528240136712E-3</c:v>
                </c:pt>
                <c:pt idx="61" formatCode="0%">
                  <c:v>3.8050243885767408E-2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471-4877-9C25-94C78B8BE14F}"/>
            </c:ext>
          </c:extLst>
        </c:ser>
        <c:ser>
          <c:idx val="5"/>
          <c:order val="5"/>
          <c:tx>
            <c:strRef>
              <c:f>Sheet1!$B$47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Sheet1!$C$41:$BL$41</c:f>
              <c:strCache>
                <c:ptCount val="62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&lt; Bs. 1000</c:v>
                </c:pt>
                <c:pt idx="20">
                  <c:v>Bs. 1000 a Bs. 2500</c:v>
                </c:pt>
                <c:pt idx="21">
                  <c:v>Bs. 2500 a Bs. 4000</c:v>
                </c:pt>
                <c:pt idx="22">
                  <c:v>Bs. 4000 a Bs. 7000</c:v>
                </c:pt>
                <c:pt idx="23">
                  <c:v>&gt; Bs. 7000</c:v>
                </c:pt>
                <c:pt idx="25">
                  <c:v>Blanco</c:v>
                </c:pt>
                <c:pt idx="26">
                  <c:v>Mestizo</c:v>
                </c:pt>
                <c:pt idx="27">
                  <c:v>Quechua</c:v>
                </c:pt>
                <c:pt idx="28">
                  <c:v>Aymara</c:v>
                </c:pt>
                <c:pt idx="29">
                  <c:v>Otra</c:v>
                </c:pt>
                <c:pt idx="31">
                  <c:v>La Paz</c:v>
                </c:pt>
                <c:pt idx="32">
                  <c:v>Santa Cruz</c:v>
                </c:pt>
                <c:pt idx="33">
                  <c:v>Cochabamba</c:v>
                </c:pt>
                <c:pt idx="34">
                  <c:v>RESTO</c:v>
                </c:pt>
                <c:pt idx="36">
                  <c:v>ANDINA</c:v>
                </c:pt>
                <c:pt idx="37">
                  <c:v>SUBANDINA</c:v>
                </c:pt>
                <c:pt idx="38">
                  <c:v>LLANOS</c:v>
                </c:pt>
                <c:pt idx="40">
                  <c:v>Zona urbana</c:v>
                </c:pt>
                <c:pt idx="41">
                  <c:v>Zona rural</c:v>
                </c:pt>
                <c:pt idx="43">
                  <c:v>Derecha</c:v>
                </c:pt>
                <c:pt idx="44">
                  <c:v>Centro Derecha</c:v>
                </c:pt>
                <c:pt idx="45">
                  <c:v>Centro</c:v>
                </c:pt>
                <c:pt idx="46">
                  <c:v>Centro Izquierda</c:v>
                </c:pt>
                <c:pt idx="47">
                  <c:v>Izquierda</c:v>
                </c:pt>
                <c:pt idx="49">
                  <c:v>Ninguno</c:v>
                </c:pt>
                <c:pt idx="50">
                  <c:v>MAS-IPSP</c:v>
                </c:pt>
                <c:pt idx="51">
                  <c:v>CC</c:v>
                </c:pt>
                <c:pt idx="52">
                  <c:v>Creemos</c:v>
                </c:pt>
                <c:pt idx="53">
                  <c:v>FPV</c:v>
                </c:pt>
                <c:pt idx="54">
                  <c:v>Otro</c:v>
                </c:pt>
                <c:pt idx="56">
                  <c:v>MAS</c:v>
                </c:pt>
                <c:pt idx="57">
                  <c:v>EVO Pueblo</c:v>
                </c:pt>
                <c:pt idx="58">
                  <c:v>Alianza opositora</c:v>
                </c:pt>
                <c:pt idx="59">
                  <c:v>Alianza APB Súmate</c:v>
                </c:pt>
                <c:pt idx="60">
                  <c:v>Otro partido político</c:v>
                </c:pt>
                <c:pt idx="61">
                  <c:v>No sabe</c:v>
                </c:pt>
              </c:strCache>
            </c:strRef>
          </c:cat>
          <c:val>
            <c:numRef>
              <c:f>Sheet1!$C$47:$BL$47</c:f>
              <c:numCache>
                <c:formatCode>General</c:formatCode>
                <c:ptCount val="62"/>
                <c:pt idx="0" formatCode="0%">
                  <c:v>7.2560115100649358E-2</c:v>
                </c:pt>
                <c:pt idx="2" formatCode="0%">
                  <c:v>7.3986086614021701E-2</c:v>
                </c:pt>
                <c:pt idx="3" formatCode="0%">
                  <c:v>7.0374241765504261E-2</c:v>
                </c:pt>
                <c:pt idx="5" formatCode="0%">
                  <c:v>7.6677680404626899E-2</c:v>
                </c:pt>
                <c:pt idx="6" formatCode="0%">
                  <c:v>8.4363517293198825E-2</c:v>
                </c:pt>
                <c:pt idx="7" formatCode="0%">
                  <c:v>3.9262069198677418E-2</c:v>
                </c:pt>
                <c:pt idx="8" formatCode="0%">
                  <c:v>8.454030103819056E-2</c:v>
                </c:pt>
                <c:pt idx="10" formatCode="0%">
                  <c:v>0.22061113762741891</c:v>
                </c:pt>
                <c:pt idx="11" formatCode="0%">
                  <c:v>6.8724557068922471E-2</c:v>
                </c:pt>
                <c:pt idx="12" formatCode="0%">
                  <c:v>2.8055400087524499E-2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</c:v>
                </c:pt>
                <c:pt idx="19" formatCode="0%">
                  <c:v>0.14887803735957419</c:v>
                </c:pt>
                <c:pt idx="20" formatCode="0%">
                  <c:v>7.5597469771375547E-2</c:v>
                </c:pt>
                <c:pt idx="21" formatCode="0%">
                  <c:v>7.3799344774825078E-3</c:v>
                </c:pt>
                <c:pt idx="22" formatCode="0%">
                  <c:v>1.9354079859256221E-2</c:v>
                </c:pt>
                <c:pt idx="23" formatCode="0%">
                  <c:v>1.4843704417084909E-2</c:v>
                </c:pt>
                <c:pt idx="25" formatCode="0%">
                  <c:v>8.4842209253015818E-2</c:v>
                </c:pt>
                <c:pt idx="26" formatCode="0%">
                  <c:v>4.0628344510803688E-2</c:v>
                </c:pt>
                <c:pt idx="27" formatCode="0%">
                  <c:v>6.7213613149064086E-2</c:v>
                </c:pt>
                <c:pt idx="28" formatCode="0%">
                  <c:v>0.12138889927459</c:v>
                </c:pt>
                <c:pt idx="29" formatCode="0%">
                  <c:v>0.12526901272686461</c:v>
                </c:pt>
                <c:pt idx="31" formatCode="0%">
                  <c:v>4.7082766896932783E-2</c:v>
                </c:pt>
                <c:pt idx="32" formatCode="0%">
                  <c:v>4.7947725773967512E-2</c:v>
                </c:pt>
                <c:pt idx="33" formatCode="0%">
                  <c:v>1.256464147582571E-2</c:v>
                </c:pt>
                <c:pt idx="34" formatCode="0%">
                  <c:v>0.1654785877518683</c:v>
                </c:pt>
                <c:pt idx="36" formatCode="0%">
                  <c:v>8.5243739961330306E-2</c:v>
                </c:pt>
                <c:pt idx="37" formatCode="0%">
                  <c:v>8.4462521052151671E-2</c:v>
                </c:pt>
                <c:pt idx="38" formatCode="0%">
                  <c:v>5.0790565958932242E-2</c:v>
                </c:pt>
                <c:pt idx="40" formatCode="0%">
                  <c:v>4.7913206039587382E-2</c:v>
                </c:pt>
                <c:pt idx="41" formatCode="0%">
                  <c:v>0.1716506843045541</c:v>
                </c:pt>
                <c:pt idx="43" formatCode="0%">
                  <c:v>7.0628742465492778E-2</c:v>
                </c:pt>
                <c:pt idx="44" formatCode="0%">
                  <c:v>3.339104937545692E-3</c:v>
                </c:pt>
                <c:pt idx="45" formatCode="0%">
                  <c:v>1.015545230441752E-2</c:v>
                </c:pt>
                <c:pt idx="46" formatCode="0%">
                  <c:v>2.6454366762912691E-2</c:v>
                </c:pt>
                <c:pt idx="47" formatCode="0%">
                  <c:v>5.1236222997600632E-2</c:v>
                </c:pt>
                <c:pt idx="49" formatCode="0%">
                  <c:v>7.8489679581613014E-2</c:v>
                </c:pt>
                <c:pt idx="50" formatCode="0%">
                  <c:v>0.1058969124414945</c:v>
                </c:pt>
                <c:pt idx="51" formatCode="0%">
                  <c:v>0.30244124364456793</c:v>
                </c:pt>
                <c:pt idx="52" formatCode="0%">
                  <c:v>8.9279122105306984E-3</c:v>
                </c:pt>
                <c:pt idx="53" formatCode="0%">
                  <c:v>0</c:v>
                </c:pt>
                <c:pt idx="54" formatCode="0%">
                  <c:v>5.093339916999489E-2</c:v>
                </c:pt>
                <c:pt idx="56" formatCode="0%">
                  <c:v>2.2878971294083901E-2</c:v>
                </c:pt>
                <c:pt idx="57" formatCode="0%">
                  <c:v>0.22077592791867631</c:v>
                </c:pt>
                <c:pt idx="58" formatCode="0%">
                  <c:v>2.1001414407759551E-2</c:v>
                </c:pt>
                <c:pt idx="59" formatCode="0%">
                  <c:v>9.0798436020804504E-3</c:v>
                </c:pt>
                <c:pt idx="60" formatCode="0%">
                  <c:v>4.4240866096355892E-2</c:v>
                </c:pt>
                <c:pt idx="61" formatCode="0%">
                  <c:v>7.5750459532987813E-2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181-4C8A-9279-88B3B5CA47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5842944"/>
        <c:axId val="1695853280"/>
      </c:barChart>
      <c:catAx>
        <c:axId val="1695842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n-US"/>
          </a:p>
        </c:txPr>
        <c:crossAx val="1695853280"/>
        <c:crosses val="autoZero"/>
        <c:auto val="1"/>
        <c:lblAlgn val="ctr"/>
        <c:lblOffset val="100"/>
        <c:noMultiLvlLbl val="0"/>
      </c:catAx>
      <c:valAx>
        <c:axId val="169585328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95842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vert="horz"/>
          <a:lstStyle/>
          <a:p>
            <a:pPr>
              <a:defRPr lang="en-US" sz="24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1"/>
        <c:txPr>
          <a:bodyPr rot="0" vert="horz"/>
          <a:lstStyle/>
          <a:p>
            <a:pPr>
              <a:defRPr lang="en-US" sz="24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2"/>
        <c:txPr>
          <a:bodyPr rot="0" vert="horz"/>
          <a:lstStyle/>
          <a:p>
            <a:pPr>
              <a:defRPr lang="en-US" sz="24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3"/>
        <c:txPr>
          <a:bodyPr rot="0" vert="horz"/>
          <a:lstStyle/>
          <a:p>
            <a:pPr>
              <a:defRPr lang="en-US" sz="2400" b="0" i="0" baseline="0">
                <a:ln>
                  <a:noFill/>
                </a:ln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4"/>
        <c:txPr>
          <a:bodyPr rot="0" vert="horz"/>
          <a:lstStyle/>
          <a:p>
            <a:pPr>
              <a:defRPr lang="en-US" sz="24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egendEntry>
        <c:idx val="5"/>
        <c:txPr>
          <a:bodyPr rot="0" vert="horz"/>
          <a:lstStyle/>
          <a:p>
            <a:pPr>
              <a:defRPr sz="2400" b="0" i="0" baseline="0">
                <a:solidFill>
                  <a:schemeClr val="tx1"/>
                </a:solidFill>
                <a:latin typeface="HelveticaNeue Std"/>
              </a:defRPr>
            </a:pPr>
            <a:endParaRPr lang="en-US"/>
          </a:p>
        </c:txPr>
      </c:legendEntry>
      <c:layout>
        <c:manualLayout>
          <c:xMode val="edge"/>
          <c:yMode val="edge"/>
          <c:x val="0"/>
          <c:y val="1.1820936160953723E-2"/>
          <c:w val="0.99082922890523828"/>
          <c:h val="9.5818537388708769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lang="en-US" sz="2400" b="0" i="0" baseline="0">
              <a:latin typeface="HelveticaNeue Std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xmlns="" id="{2A847946-9BE3-4CF4-BA9D-EF2008D7D4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300E4230-685D-4F1C-BCE1-0888764AFF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02445CB-7166-4038-A7B1-61AFE9768C96}" type="datetimeFigureOut">
              <a:rPr lang="es-AR"/>
              <a:pPr>
                <a:defRPr/>
              </a:pPr>
              <a:t>1/9/2025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2B4B9E78-71F2-4026-91FA-3C7D3CE5DC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C61D676-CD4B-4492-88F1-08F04C314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A531F3B-ED6B-405D-BD46-1EB9D78C9834}" type="slidenum">
              <a:rPr lang="es-AR"/>
              <a:pPr>
                <a:defRPr/>
              </a:pPr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1603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xmlns="" id="{1095A6BA-C13B-4BE5-A62B-CC25B691C1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A70E4BFA-BCCD-4212-B8C3-371A2E2C3C8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CD622D-ABF3-42F6-960E-AED95841111E}" type="datetimeFigureOut">
              <a:rPr lang="es-AR"/>
              <a:pPr>
                <a:defRPr/>
              </a:pPr>
              <a:t>1/9/2025</a:t>
            </a:fld>
            <a:endParaRPr lang="es-AR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xmlns="" id="{B9BBACC0-2219-4046-B681-F8ADA9E5F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AR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xmlns="" id="{36017F63-06EF-4CE4-849D-D4B2AE2DC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AR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174C67C8-E66B-49F4-96F3-10A1ED4305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CA404766-7773-4B67-860D-29B5ED4A7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EBA88CF-02B0-45EF-BD97-B9BFA8CEC404}" type="slidenum">
              <a:rPr lang="es-AR"/>
              <a:pPr>
                <a:defRPr/>
              </a:pPr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5917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28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72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16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60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14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057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00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743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8852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EBE2D32-A32B-47A9-905F-2056E28B2AF1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531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085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8852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EBE2D32-A32B-47A9-905F-2056E28B2AF1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2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8852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EBE2D32-A32B-47A9-905F-2056E28B2AF1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774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910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300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529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8852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EBE2D32-A32B-47A9-905F-2056E28B2AF1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963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98685A3-EDD6-D9A2-229B-8B1260B8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imagen de diapositiva 1">
            <a:extLst>
              <a:ext uri="{FF2B5EF4-FFF2-40B4-BE49-F238E27FC236}">
                <a16:creationId xmlns:a16="http://schemas.microsoft.com/office/drawing/2014/main" xmlns="" id="{22C3D8C7-66B8-BCEF-88B9-F9C2D0D7BE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notas 2">
            <a:extLst>
              <a:ext uri="{FF2B5EF4-FFF2-40B4-BE49-F238E27FC236}">
                <a16:creationId xmlns:a16="http://schemas.microsoft.com/office/drawing/2014/main" xmlns="" id="{A51D094E-25C4-8A9D-E986-828BF9CBA8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/>
          </a:p>
        </p:txBody>
      </p:sp>
      <p:sp>
        <p:nvSpPr>
          <p:cNvPr id="25604" name="Marcador de número de diapositiva 3">
            <a:extLst>
              <a:ext uri="{FF2B5EF4-FFF2-40B4-BE49-F238E27FC236}">
                <a16:creationId xmlns:a16="http://schemas.microsoft.com/office/drawing/2014/main" xmlns="" id="{92B29BCE-51FF-78F2-0C60-EF9EE979D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fld id="{27953701-18B1-4F0D-BD7A-94C05407DC09}" type="slidenum">
              <a:rPr lang="es-AR" sz="1200" smtClean="0">
                <a:solidFill>
                  <a:prstClr val="black"/>
                </a:solidFill>
                <a:latin typeface="Calibri" panose="020F0502020204030204" pitchFamily="34" charset="0"/>
              </a:rPr>
              <a:pPr/>
              <a:t>9</a:t>
            </a:fld>
            <a:endParaRPr lang="es-AR" sz="120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895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8852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EBE2D32-A32B-47A9-905F-2056E28B2AF1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588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8852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EBE2D32-A32B-47A9-905F-2056E28B2AF1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473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xmlns="" id="{FB77EE90-AC52-4B3F-A969-0D8FDC0C8765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xmlns="" id="{6CBA3942-A5B0-4532-B125-9DB67683036F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xmlns="" id="{AAF9B887-9B68-4BD8-B092-4FB09EBD0B44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xmlns="" id="{25F0AC9D-AF2B-4133-8CE6-7D3C70479B06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xmlns="" id="{D405B260-7538-4AD8-85F3-CA04DC141F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xmlns="" id="{D207D6BB-FA50-4491-BE85-F9A883B7AB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BC3FB5F7-9A28-4D6C-8714-D7A6B7ED0046}" type="slidenum">
              <a:rPr lang="es-AR" b="1"/>
              <a:pPr>
                <a:defRPr/>
              </a:pPr>
              <a:t>‹#›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60958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xmlns="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xmlns="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xmlns="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xmlns="" id="{9C0B164B-4049-484C-B0D7-17F400BB3817}"/>
              </a:ext>
            </a:extLst>
          </p:cNvPr>
          <p:cNvCxnSpPr/>
          <p:nvPr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xmlns="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xmlns="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xmlns="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xmlns="" id="{CFA44746-0DC8-4298-8F20-F2B9D0A24219}"/>
              </a:ext>
            </a:extLst>
          </p:cNvPr>
          <p:cNvCxnSpPr/>
          <p:nvPr userDrawn="1"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xmlns="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xmlns="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2FD5591-0DDA-4689-828C-90ADDDCC6247}" type="slidenum">
              <a:rPr lang="es-AR" b="1"/>
              <a:pPr>
                <a:defRPr/>
              </a:pPr>
              <a:t>‹#›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07935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xmlns="" id="{6F076492-65B7-4C6A-BF63-33F5B7F41BE9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xmlns="" id="{A590755A-A3CE-418F-9080-67BDE4BB8328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xmlns="" id="{1601FFF3-1DFA-4375-BB40-75F3E9BEEC87}"/>
              </a:ext>
            </a:extLst>
          </p:cNvPr>
          <p:cNvCxnSpPr/>
          <p:nvPr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xmlns="" id="{76094B25-AF01-4EB5-98BE-C8CD2CE37523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xmlns="" id="{4ABCE2B1-627E-4621-A76F-6D0CEE084028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xmlns="" id="{16F3F221-A4E0-492D-993F-481DBEE5E1C8}"/>
              </a:ext>
            </a:extLst>
          </p:cNvPr>
          <p:cNvCxnSpPr/>
          <p:nvPr userDrawn="1"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xmlns="" id="{6667BEFD-C07E-4A42-B959-AA5BF47D6D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xmlns="" id="{DC3769ED-B0DA-44B0-A305-A210819F04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26E160C-46CA-45CB-A778-C6C9840497FC}" type="slidenum">
              <a:rPr lang="es-AR" b="1"/>
              <a:pPr>
                <a:defRPr/>
              </a:pPr>
              <a:t>‹#›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6565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xmlns="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xmlns="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xmlns="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xmlns="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xmlns="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xmlns="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xmlns="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xmlns="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93FED9F-D15C-44F1-B922-EAED7A5C27FB}" type="slidenum">
              <a:rPr lang="es-AR" b="1"/>
              <a:pPr>
                <a:defRPr/>
              </a:pPr>
              <a:t>‹#›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974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xmlns="" id="{1FF3520E-31A2-4709-985A-AE6ACDB3A3B2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7D0A3B32-85A4-49AE-A1E5-D3D6977C3D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042D1153-C229-4B06-9F44-9FEA018E30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E5804C2F-4738-486C-A1BA-3764D49B885D}" type="slidenum">
              <a:rPr lang="es-AR" b="1"/>
              <a:pPr>
                <a:defRPr/>
              </a:pPr>
              <a:t>‹#›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8356471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xmlns="" id="{170A9F63-06A8-4DB5-85D0-3B15E56D1BCA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03AF7A37-8794-4E01-B504-1C055E8112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8D1CFCBD-99A8-479B-AB6E-A0DE7B1142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0BC4BCBF-8625-4648-BBF6-98C0E60DD74B}" type="slidenum">
              <a:rPr lang="es-AR" b="1"/>
              <a:pPr>
                <a:defRPr/>
              </a:pPr>
              <a:t>‹#›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61376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76400" y="3651250"/>
            <a:ext cx="21029613" cy="870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smtClean="0"/>
              <a:t>Haga clic para modificar los estilos de texto del patrón</a:t>
            </a:r>
          </a:p>
          <a:p>
            <a:pPr lvl="1"/>
            <a:r>
              <a:rPr lang="es-ES" altLang="es-ES" smtClean="0"/>
              <a:t>Segundo nivel</a:t>
            </a:r>
          </a:p>
          <a:p>
            <a:pPr lvl="2"/>
            <a:r>
              <a:rPr lang="es-ES" altLang="es-ES" smtClean="0"/>
              <a:t>Tercer nivel</a:t>
            </a:r>
          </a:p>
          <a:p>
            <a:pPr lvl="3"/>
            <a:r>
              <a:rPr lang="es-ES" altLang="es-ES" smtClean="0"/>
              <a:t>Cuarto nivel</a:t>
            </a:r>
          </a:p>
          <a:p>
            <a:pPr lvl="4"/>
            <a:r>
              <a:rPr lang="es-ES" altLang="es-ES" smtClean="0"/>
              <a:t>Quinto nivel</a:t>
            </a:r>
            <a:endParaRPr lang="en-US" altLang="es-ES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DAC682-D637-43EB-BF71-DE55D5454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69B1C1-A7AE-426E-85CA-432BC42EF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0"/>
            <a:ext cx="822801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9124" eaLnBrk="1" fontAlgn="auto" hangingPunct="1">
              <a:spcBef>
                <a:spcPts val="0"/>
              </a:spcBef>
              <a:spcAft>
                <a:spcPts val="0"/>
              </a:spcAft>
              <a:defRPr sz="2400" dirty="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AR"/>
              <a:t>AMBA | septiembre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99A78F-38B6-403F-8474-4DCF3F5BC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19613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fld id="{5DC8EF21-CED1-4BD6-B21D-B9EC2B036739}" type="slidenum">
              <a:rPr lang="es-AR"/>
              <a:pPr>
                <a:defRPr/>
              </a:pPr>
              <a:t>‹#›</a:t>
            </a:fld>
            <a:endParaRPr lang="es-AR"/>
          </a:p>
        </p:txBody>
      </p:sp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730250"/>
            <a:ext cx="21029613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 smtClean="0"/>
              <a:t>Haga clic para modificar el estilo de título del patrón</a:t>
            </a:r>
            <a:endParaRPr lang="en-US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8" r:id="rId1"/>
    <p:sldLayoutId id="2147484839" r:id="rId2"/>
    <p:sldLayoutId id="2147484840" r:id="rId3"/>
    <p:sldLayoutId id="2147484841" r:id="rId4"/>
    <p:sldLayoutId id="2147484843" r:id="rId5"/>
    <p:sldLayoutId id="2147484844" r:id="rId6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2pPr>
      <a:lvl3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3pPr>
      <a:lvl4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4pPr>
      <a:lvl5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5pPr>
      <a:lvl6pPr marL="4572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6pPr>
      <a:lvl7pPr marL="9144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7pPr>
      <a:lvl8pPr marL="13716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8pPr>
      <a:lvl9pPr marL="18288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9pPr>
    </p:titleStyle>
    <p:bodyStyle>
      <a:lvl1pPr marL="455613" indent="-455613" algn="l" defTabSz="1827213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00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44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1988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32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886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229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571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914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686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29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371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14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057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0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7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AR" sz="1800" dirty="0" smtClean="0">
                <a:solidFill>
                  <a:srgbClr val="000000"/>
                </a:solidFill>
              </a:rPr>
              <a:t>PIE DE PAGINA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77828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111CAA50-6A9E-40A1-92AA-063B66CCB373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25" name="Gráfico 24">
            <a:extLst>
              <a:ext uri="{FF2B5EF4-FFF2-40B4-BE49-F238E27FC236}">
                <a16:creationId xmlns:a16="http://schemas.microsoft.com/office/drawing/2014/main" xmlns="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251478"/>
              </p:ext>
            </p:extLst>
          </p:nvPr>
        </p:nvGraphicFramePr>
        <p:xfrm>
          <a:off x="594360" y="1920240"/>
          <a:ext cx="23189184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7826" name="Título 1"/>
          <p:cNvSpPr>
            <a:spLocks noGrp="1"/>
          </p:cNvSpPr>
          <p:nvPr>
            <p:ph type="title"/>
          </p:nvPr>
        </p:nvSpPr>
        <p:spPr>
          <a:xfrm>
            <a:off x="986536" y="800100"/>
            <a:ext cx="20227544" cy="1123950"/>
          </a:xfrm>
        </p:spPr>
        <p:txBody>
          <a:bodyPr/>
          <a:lstStyle/>
          <a:p>
            <a:r>
              <a:rPr lang="es-ES" altLang="es-ES" sz="3600" b="0" dirty="0" smtClean="0">
                <a:latin typeface="HelveticaNeue Std (Títulos)"/>
              </a:rPr>
              <a:t>PLANTILLA MISC</a:t>
            </a:r>
            <a:endParaRPr lang="es-AR" altLang="es-AR" sz="3600" b="0" dirty="0"/>
          </a:p>
        </p:txBody>
      </p:sp>
      <p:grpSp>
        <p:nvGrpSpPr>
          <p:cNvPr id="6" name="Group 5"/>
          <p:cNvGrpSpPr/>
          <p:nvPr/>
        </p:nvGrpSpPr>
        <p:grpSpPr>
          <a:xfrm>
            <a:off x="1462425" y="3092978"/>
            <a:ext cx="22111953" cy="810067"/>
            <a:chOff x="1462425" y="3092978"/>
            <a:chExt cx="22111953" cy="810067"/>
          </a:xfrm>
        </p:grpSpPr>
        <p:grpSp>
          <p:nvGrpSpPr>
            <p:cNvPr id="7" name="Group 6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10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11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Cerrar corchete 45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14" name="Cerrar corchete 44">
                <a:extLst>
                  <a:ext uri="{FF2B5EF4-FFF2-40B4-BE49-F238E27FC236}">
                    <a16:creationId xmlns=""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16" name="Cerrar corchete 50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Religión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Cerrar corchete 39">
                <a:extLst>
                  <a:ext uri="{FF2B5EF4-FFF2-40B4-BE49-F238E27FC236}">
                    <a16:creationId xmlns=""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20" name="Cerrar corchete 5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Orientación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Cerrar corchete 59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enerales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Cerrar corchete 62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Zona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28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 smtClean="0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. de voto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Interna PH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" name="Cerrar corchete 3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8212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6821048" cy="1123950"/>
          </a:xfrm>
        </p:spPr>
        <p:txBody>
          <a:bodyPr/>
          <a:lstStyle/>
          <a:p>
            <a:r>
              <a:rPr lang="es-AR" altLang="es-ES" sz="3600" b="0" dirty="0" smtClean="0"/>
              <a:t>PLANTILLA VALORATIVA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:a16="http://schemas.microsoft.com/office/drawing/2014/main" xmlns="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396766"/>
              </p:ext>
            </p:extLst>
          </p:nvPr>
        </p:nvGraphicFramePr>
        <p:xfrm>
          <a:off x="593660" y="1924050"/>
          <a:ext cx="23184310" cy="1088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1462425" y="3092978"/>
            <a:ext cx="22111953" cy="810067"/>
            <a:chOff x="1462425" y="3092978"/>
            <a:chExt cx="22111953" cy="810067"/>
          </a:xfrm>
        </p:grpSpPr>
        <p:grpSp>
          <p:nvGrpSpPr>
            <p:cNvPr id="6" name="Group 5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7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8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Cerrar corchete 45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11" name="Cerrar corchete 44">
                <a:extLst>
                  <a:ext uri="{FF2B5EF4-FFF2-40B4-BE49-F238E27FC236}">
                    <a16:creationId xmlns=""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13" name="Cerrar corchete 50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Religión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Cerrar corchete 39">
                <a:extLst>
                  <a:ext uri="{FF2B5EF4-FFF2-40B4-BE49-F238E27FC236}">
                    <a16:creationId xmlns=""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17" name="Cerrar corchete 5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Orientación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Cerrar corchete 59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enerales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Cerrar corchete 62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Zona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24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 smtClean="0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. de voto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Interna PH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1" name="Cerrar corchete 3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2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24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ítulo 1"/>
          <p:cNvSpPr>
            <a:spLocks noGrp="1"/>
          </p:cNvSpPr>
          <p:nvPr>
            <p:ph type="title"/>
          </p:nvPr>
        </p:nvSpPr>
        <p:spPr>
          <a:xfrm>
            <a:off x="986536" y="800100"/>
            <a:ext cx="20227544" cy="1123950"/>
          </a:xfrm>
        </p:spPr>
        <p:txBody>
          <a:bodyPr/>
          <a:lstStyle/>
          <a:p>
            <a:r>
              <a:rPr lang="es-ES" altLang="es-ES" sz="3600" b="0" dirty="0" smtClean="0">
                <a:latin typeface="HelveticaNeue Std (Títulos)"/>
              </a:rPr>
              <a:t>PLANTILLA CONOCIMIENTO</a:t>
            </a:r>
            <a:endParaRPr lang="es-AR" altLang="es-AR" sz="3600" b="0" dirty="0"/>
          </a:p>
        </p:txBody>
      </p:sp>
      <p:sp>
        <p:nvSpPr>
          <p:cNvPr id="77827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AR" sz="1800" dirty="0" smtClean="0">
                <a:solidFill>
                  <a:srgbClr val="000000"/>
                </a:solidFill>
              </a:rPr>
              <a:t>PIE DE PAGINA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77828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111CAA50-6A9E-40A1-92AA-063B66CCB373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25" name="Gráfico 24">
            <a:extLst>
              <a:ext uri="{FF2B5EF4-FFF2-40B4-BE49-F238E27FC236}">
                <a16:creationId xmlns:a16="http://schemas.microsoft.com/office/drawing/2014/main" xmlns="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4638266"/>
              </p:ext>
            </p:extLst>
          </p:nvPr>
        </p:nvGraphicFramePr>
        <p:xfrm>
          <a:off x="594360" y="1924050"/>
          <a:ext cx="23184310" cy="1088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1462425" y="3092978"/>
            <a:ext cx="22111953" cy="810067"/>
            <a:chOff x="1462425" y="3092978"/>
            <a:chExt cx="22111953" cy="810067"/>
          </a:xfrm>
        </p:grpSpPr>
        <p:grpSp>
          <p:nvGrpSpPr>
            <p:cNvPr id="7" name="Group 6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10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11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Cerrar corchete 45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14" name="Cerrar corchete 44">
                <a:extLst>
                  <a:ext uri="{FF2B5EF4-FFF2-40B4-BE49-F238E27FC236}">
                    <a16:creationId xmlns=""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16" name="Cerrar corchete 50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Religión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Cerrar corchete 39">
                <a:extLst>
                  <a:ext uri="{FF2B5EF4-FFF2-40B4-BE49-F238E27FC236}">
                    <a16:creationId xmlns=""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20" name="Cerrar corchete 5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Orientación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Cerrar corchete 59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enerales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Cerrar corchete 62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Zona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28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 smtClean="0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. de voto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Interna PH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" name="Cerrar corchete 3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3914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ítulo 1"/>
          <p:cNvSpPr>
            <a:spLocks noGrp="1"/>
          </p:cNvSpPr>
          <p:nvPr>
            <p:ph type="title"/>
          </p:nvPr>
        </p:nvSpPr>
        <p:spPr>
          <a:xfrm>
            <a:off x="986536" y="800100"/>
            <a:ext cx="20227544" cy="1123950"/>
          </a:xfrm>
        </p:spPr>
        <p:txBody>
          <a:bodyPr/>
          <a:lstStyle/>
          <a:p>
            <a:r>
              <a:rPr lang="es-ES" altLang="es-ES" sz="3600" b="0" dirty="0" smtClean="0">
                <a:latin typeface="HelveticaNeue Std (Títulos)"/>
              </a:rPr>
              <a:t>PLANTILLA POSITIVO REGULAR</a:t>
            </a:r>
            <a:endParaRPr lang="es-AR" altLang="es-AR" sz="3600" b="0" dirty="0"/>
          </a:p>
        </p:txBody>
      </p:sp>
      <p:sp>
        <p:nvSpPr>
          <p:cNvPr id="77827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AR" sz="1800" dirty="0" smtClean="0">
                <a:solidFill>
                  <a:srgbClr val="000000"/>
                </a:solidFill>
              </a:rPr>
              <a:t>PIE DE PAGINA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77828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111CAA50-6A9E-40A1-92AA-063B66CCB373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25" name="Gráfico 24">
            <a:extLst>
              <a:ext uri="{FF2B5EF4-FFF2-40B4-BE49-F238E27FC236}">
                <a16:creationId xmlns:a16="http://schemas.microsoft.com/office/drawing/2014/main" xmlns="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0798797"/>
              </p:ext>
            </p:extLst>
          </p:nvPr>
        </p:nvGraphicFramePr>
        <p:xfrm>
          <a:off x="5943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5" name="Group 34"/>
          <p:cNvGrpSpPr/>
          <p:nvPr/>
        </p:nvGrpSpPr>
        <p:grpSpPr>
          <a:xfrm>
            <a:off x="1462425" y="3092978"/>
            <a:ext cx="22111953" cy="810067"/>
            <a:chOff x="1462425" y="3092978"/>
            <a:chExt cx="22111953" cy="810067"/>
          </a:xfrm>
        </p:grpSpPr>
        <p:grpSp>
          <p:nvGrpSpPr>
            <p:cNvPr id="36" name="Group 35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39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40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" name="Cerrar corchete 45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43" name="Cerrar corchete 44">
                <a:extLst>
                  <a:ext uri="{FF2B5EF4-FFF2-40B4-BE49-F238E27FC236}">
                    <a16:creationId xmlns=""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45" name="Cerrar corchete 50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Religión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Cerrar corchete 39">
                <a:extLst>
                  <a:ext uri="{FF2B5EF4-FFF2-40B4-BE49-F238E27FC236}">
                    <a16:creationId xmlns=""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49" name="Cerrar corchete 5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Orientación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Cerrar corchete 59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enerales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Cerrar corchete 62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Zona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56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 smtClean="0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. de voto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0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1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Interna PH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2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" name="Cerrar corchete 3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8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04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PIE DE PAGINA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6697960"/>
              </p:ext>
            </p:extLst>
          </p:nvPr>
        </p:nvGraphicFramePr>
        <p:xfrm>
          <a:off x="5943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1462425" y="3092978"/>
            <a:ext cx="22111953" cy="810067"/>
            <a:chOff x="1462425" y="3092978"/>
            <a:chExt cx="22111953" cy="810067"/>
          </a:xfrm>
        </p:grpSpPr>
        <p:grpSp>
          <p:nvGrpSpPr>
            <p:cNvPr id="7" name="Group 6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10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11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Cerrar corchete 45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14" name="Cerrar corchete 44">
                <a:extLst>
                  <a:ext uri="{FF2B5EF4-FFF2-40B4-BE49-F238E27FC236}">
                    <a16:creationId xmlns=""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16" name="Cerrar corchete 50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Religión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Cerrar corchete 39">
                <a:extLst>
                  <a:ext uri="{FF2B5EF4-FFF2-40B4-BE49-F238E27FC236}">
                    <a16:creationId xmlns=""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20" name="Cerrar corchete 5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Orientación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Cerrar corchete 59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enerales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Cerrar corchete 62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Zona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27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 smtClean="0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. de voto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Interna PH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" name="Cerrar corchete 3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ES" altLang="es-ES" sz="3600" b="0" dirty="0" smtClean="0"/>
              <a:t>PLANTILLA ACUERDO</a:t>
            </a:r>
            <a:endParaRPr lang="es-AR" altLang="es-AR" sz="3600" b="0" dirty="0"/>
          </a:p>
        </p:txBody>
      </p:sp>
    </p:spTree>
    <p:extLst>
      <p:ext uri="{BB962C8B-B14F-4D97-AF65-F5344CB8AC3E}">
        <p14:creationId xmlns:p14="http://schemas.microsoft.com/office/powerpoint/2010/main" val="1848605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PIE DE PAGINA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1028431"/>
              </p:ext>
            </p:extLst>
          </p:nvPr>
        </p:nvGraphicFramePr>
        <p:xfrm>
          <a:off x="5943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1462425" y="3092978"/>
            <a:ext cx="22111953" cy="810067"/>
            <a:chOff x="1462425" y="3092978"/>
            <a:chExt cx="22111953" cy="810067"/>
          </a:xfrm>
        </p:grpSpPr>
        <p:grpSp>
          <p:nvGrpSpPr>
            <p:cNvPr id="7" name="Group 6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10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11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Cerrar corchete 45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14" name="Cerrar corchete 44">
                <a:extLst>
                  <a:ext uri="{FF2B5EF4-FFF2-40B4-BE49-F238E27FC236}">
                    <a16:creationId xmlns=""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16" name="Cerrar corchete 50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Religión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Cerrar corchete 39">
                <a:extLst>
                  <a:ext uri="{FF2B5EF4-FFF2-40B4-BE49-F238E27FC236}">
                    <a16:creationId xmlns=""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20" name="Cerrar corchete 5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Orientación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Cerrar corchete 59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enerales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Cerrar corchete 62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Zona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27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 smtClean="0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. de voto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Interna PH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" name="Cerrar corchete 3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b="0" dirty="0"/>
              <a:t>PLANTILLA AFIRMATIVA NEGATIVA</a:t>
            </a:r>
            <a:endParaRPr lang="es-AR" altLang="es-AR" sz="3600" b="0" dirty="0"/>
          </a:p>
        </p:txBody>
      </p:sp>
    </p:spTree>
    <p:extLst>
      <p:ext uri="{BB962C8B-B14F-4D97-AF65-F5344CB8AC3E}">
        <p14:creationId xmlns:p14="http://schemas.microsoft.com/office/powerpoint/2010/main" val="389718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447000" cy="1123950"/>
          </a:xfrm>
        </p:spPr>
        <p:txBody>
          <a:bodyPr/>
          <a:lstStyle/>
          <a:p>
            <a:r>
              <a:rPr lang="es-ES" altLang="es-ES" sz="3600" b="0" dirty="0" smtClean="0"/>
              <a:t>PLANTILLA POTENCIALIDAD DE VOTO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PIE DE PAGINA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:a16="http://schemas.microsoft.com/office/drawing/2014/main" xmlns="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172428"/>
              </p:ext>
            </p:extLst>
          </p:nvPr>
        </p:nvGraphicFramePr>
        <p:xfrm>
          <a:off x="594360" y="1924050"/>
          <a:ext cx="23184310" cy="1088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1462425" y="3092978"/>
            <a:ext cx="22111953" cy="810067"/>
            <a:chOff x="1462425" y="3092978"/>
            <a:chExt cx="22111953" cy="810067"/>
          </a:xfrm>
        </p:grpSpPr>
        <p:grpSp>
          <p:nvGrpSpPr>
            <p:cNvPr id="7" name="Group 6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10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11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Cerrar corchete 45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14" name="Cerrar corchete 44">
                <a:extLst>
                  <a:ext uri="{FF2B5EF4-FFF2-40B4-BE49-F238E27FC236}">
                    <a16:creationId xmlns=""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16" name="Cerrar corchete 50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Religión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Cerrar corchete 39">
                <a:extLst>
                  <a:ext uri="{FF2B5EF4-FFF2-40B4-BE49-F238E27FC236}">
                    <a16:creationId xmlns=""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20" name="Cerrar corchete 5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Orientación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Cerrar corchete 59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enerales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Cerrar corchete 62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Zona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27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 smtClean="0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. de voto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Interna PH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" name="Cerrar corchete 3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204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AR" sz="1800" dirty="0" smtClean="0">
                <a:solidFill>
                  <a:srgbClr val="000000"/>
                </a:solidFill>
              </a:rPr>
              <a:t>PIE DE PAGINA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77828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111CAA50-6A9E-40A1-92AA-063B66CCB373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25" name="Gráfico 24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0406983"/>
              </p:ext>
            </p:extLst>
          </p:nvPr>
        </p:nvGraphicFramePr>
        <p:xfrm>
          <a:off x="594360" y="1924050"/>
          <a:ext cx="23184310" cy="1088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1462425" y="3092978"/>
            <a:ext cx="22111953" cy="810067"/>
            <a:chOff x="1462425" y="3092978"/>
            <a:chExt cx="22111953" cy="810067"/>
          </a:xfrm>
        </p:grpSpPr>
        <p:grpSp>
          <p:nvGrpSpPr>
            <p:cNvPr id="7" name="Group 6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10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11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Cerrar corchete 45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14" name="Cerrar corchete 44">
                <a:extLst>
                  <a:ext uri="{FF2B5EF4-FFF2-40B4-BE49-F238E27FC236}">
                    <a16:creationId xmlns=""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16" name="Cerrar corchete 50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Religión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Cerrar corchete 39">
                <a:extLst>
                  <a:ext uri="{FF2B5EF4-FFF2-40B4-BE49-F238E27FC236}">
                    <a16:creationId xmlns=""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20" name="Cerrar corchete 5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Orientación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Cerrar corchete 59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enerales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Cerrar corchete 62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Zona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28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 smtClean="0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. de voto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Interna PH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" name="Cerrar corchete 3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77826" name="Título 1"/>
          <p:cNvSpPr>
            <a:spLocks noGrp="1"/>
          </p:cNvSpPr>
          <p:nvPr>
            <p:ph type="title"/>
          </p:nvPr>
        </p:nvSpPr>
        <p:spPr>
          <a:xfrm>
            <a:off x="986536" y="800100"/>
            <a:ext cx="20227544" cy="1123950"/>
          </a:xfrm>
        </p:spPr>
        <p:txBody>
          <a:bodyPr/>
          <a:lstStyle/>
          <a:p>
            <a:r>
              <a:rPr lang="es-ES" altLang="es-AR" sz="3600" b="0" dirty="0" smtClean="0"/>
              <a:t>PLANTILLA CLASE SOCIAL</a:t>
            </a:r>
            <a:endParaRPr lang="es-AR" altLang="es-AR" sz="3600" b="0" dirty="0"/>
          </a:p>
        </p:txBody>
      </p:sp>
    </p:spTree>
    <p:extLst>
      <p:ext uri="{BB962C8B-B14F-4D97-AF65-F5344CB8AC3E}">
        <p14:creationId xmlns:p14="http://schemas.microsoft.com/office/powerpoint/2010/main" val="208183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38242FF-BD3A-3B1F-D731-165C40BC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ítulo 1">
            <a:extLst>
              <a:ext uri="{FF2B5EF4-FFF2-40B4-BE49-F238E27FC236}">
                <a16:creationId xmlns:a16="http://schemas.microsoft.com/office/drawing/2014/main" xmlns="" id="{15766B94-9CC9-43AF-C5A3-F73E8B6E8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349" y="799907"/>
            <a:ext cx="21000262" cy="1124336"/>
          </a:xfrm>
        </p:spPr>
        <p:txBody>
          <a:bodyPr/>
          <a:lstStyle/>
          <a:p>
            <a:pPr eaLnBrk="1" hangingPunct="1"/>
            <a:r>
              <a:rPr lang="pt-BR" altLang="es-ES" sz="3600" b="0" dirty="0" smtClean="0"/>
              <a:t>PLANTILLA MULTIPLE</a:t>
            </a:r>
            <a:endParaRPr lang="es-AR" sz="3600" b="0" u="sng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xmlns="" id="{2142B5A9-7C45-8963-0D87-109A1361E8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0727151"/>
              </p:ext>
            </p:extLst>
          </p:nvPr>
        </p:nvGraphicFramePr>
        <p:xfrm>
          <a:off x="594360" y="1920240"/>
          <a:ext cx="23189184" cy="1087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Marcador de pie de página 3">
            <a:extLst>
              <a:ext uri="{FF2B5EF4-FFF2-40B4-BE49-F238E27FC236}">
                <a16:creationId xmlns:a16="http://schemas.microsoft.com/office/drawing/2014/main" xmlns="" id="{FA502A63-CAF5-0BAC-239F-01E6368EA6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pt-BR" altLang="es-AR" sz="1800" dirty="0" smtClean="0">
                <a:solidFill>
                  <a:srgbClr val="000000"/>
                </a:solidFill>
              </a:rPr>
              <a:t>PIE DE PAGINA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20" name="Marcador de número de diapositiva 4">
            <a:extLst>
              <a:ext uri="{FF2B5EF4-FFF2-40B4-BE49-F238E27FC236}">
                <a16:creationId xmlns:a16="http://schemas.microsoft.com/office/drawing/2014/main" xmlns="" id="{2361514A-450D-8367-633C-3A2C3F67F0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r>
              <a:rPr lang="es-AR" sz="1800" dirty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sz="1800" b="1" dirty="0">
                <a:solidFill>
                  <a:srgbClr val="000000"/>
                </a:solidFill>
              </a:rPr>
              <a:t> | </a:t>
            </a:r>
            <a:fld id="{72ED38B6-3394-4243-B208-49D9AC9EAEFD}" type="slidenum">
              <a:rPr lang="es-AR" sz="1800" b="1" smtClean="0">
                <a:solidFill>
                  <a:srgbClr val="000000"/>
                </a:solidFill>
              </a:rPr>
              <a:pPr/>
              <a:t>9</a:t>
            </a:fld>
            <a:endParaRPr lang="es-AR" sz="1800" b="1" dirty="0">
              <a:solidFill>
                <a:srgbClr val="000000"/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xmlns="" id="{D06FC409-E9DC-7EFA-486A-770048448937}"/>
              </a:ext>
            </a:extLst>
          </p:cNvPr>
          <p:cNvCxnSpPr/>
          <p:nvPr/>
        </p:nvCxnSpPr>
        <p:spPr>
          <a:xfrm>
            <a:off x="1582183" y="7182765"/>
            <a:ext cx="221320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462425" y="3681907"/>
            <a:ext cx="22111953" cy="810067"/>
            <a:chOff x="1462425" y="3092978"/>
            <a:chExt cx="22111953" cy="810067"/>
          </a:xfrm>
        </p:grpSpPr>
        <p:grpSp>
          <p:nvGrpSpPr>
            <p:cNvPr id="8" name="Group 7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11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12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Cerrar corchete 45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15" name="Cerrar corchete 44">
                <a:extLst>
                  <a:ext uri="{FF2B5EF4-FFF2-40B4-BE49-F238E27FC236}">
                    <a16:creationId xmlns=""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17" name="Cerrar corchete 50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Religión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Cerrar corchete 39">
                <a:extLst>
                  <a:ext uri="{FF2B5EF4-FFF2-40B4-BE49-F238E27FC236}">
                    <a16:creationId xmlns=""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23" name="Cerrar corchete 5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Orientación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Cerrar corchete 59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enerales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Cerrar corchete 62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Zona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30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 smtClean="0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. de voto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Interna PH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9" name="Cerrar corchete 3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0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5020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ítulo 1"/>
          <p:cNvSpPr>
            <a:spLocks noGrp="1"/>
          </p:cNvSpPr>
          <p:nvPr>
            <p:ph type="title"/>
          </p:nvPr>
        </p:nvSpPr>
        <p:spPr>
          <a:xfrm>
            <a:off x="986536" y="800100"/>
            <a:ext cx="20227544" cy="1123950"/>
          </a:xfrm>
        </p:spPr>
        <p:txBody>
          <a:bodyPr/>
          <a:lstStyle/>
          <a:p>
            <a:r>
              <a:rPr lang="es-ES" altLang="es-ES" sz="3600" b="0" dirty="0" smtClean="0">
                <a:latin typeface="HelveticaNeue Std (Títulos)"/>
              </a:rPr>
              <a:t>PLANTILLA PRINCIPAL MOTIVO DEL VOTO</a:t>
            </a:r>
            <a:endParaRPr lang="es-AR" altLang="es-AR" sz="3600" b="0" dirty="0"/>
          </a:p>
        </p:txBody>
      </p:sp>
      <p:sp>
        <p:nvSpPr>
          <p:cNvPr id="77828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111CAA50-6A9E-40A1-92AA-063B66CCB373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25" name="Gráfico 24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9000083"/>
              </p:ext>
            </p:extLst>
          </p:nvPr>
        </p:nvGraphicFramePr>
        <p:xfrm>
          <a:off x="5943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9" name="Google Shape;225;p8"/>
          <p:cNvSpPr txBox="1">
            <a:spLocks noGrp="1"/>
          </p:cNvSpPr>
          <p:nvPr>
            <p:ph type="ftr" idx="11"/>
          </p:nvPr>
        </p:nvSpPr>
        <p:spPr>
          <a:xfrm>
            <a:off x="1022350" y="1278572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defTabSz="1217613" fontAlgn="base">
              <a:spcBef>
                <a:spcPct val="0"/>
              </a:spcBef>
              <a:spcAft>
                <a:spcPct val="0"/>
              </a:spcAft>
            </a:pPr>
            <a:r>
              <a:rPr lang="pt-BR" altLang="es-AR" sz="1800" dirty="0"/>
              <a:t>PIE DE PAGINA</a:t>
            </a:r>
            <a:endParaRPr lang="es-AR" altLang="es-AR" sz="1800" dirty="0"/>
          </a:p>
        </p:txBody>
      </p:sp>
      <p:grpSp>
        <p:nvGrpSpPr>
          <p:cNvPr id="85" name="Group 84"/>
          <p:cNvGrpSpPr/>
          <p:nvPr/>
        </p:nvGrpSpPr>
        <p:grpSpPr>
          <a:xfrm>
            <a:off x="1462425" y="3092978"/>
            <a:ext cx="22111953" cy="810067"/>
            <a:chOff x="1462425" y="3092978"/>
            <a:chExt cx="22111953" cy="810067"/>
          </a:xfrm>
        </p:grpSpPr>
        <p:grpSp>
          <p:nvGrpSpPr>
            <p:cNvPr id="86" name="Group 85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89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90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Cerrar corchete 45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2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93" name="Cerrar corchete 44">
                <a:extLst>
                  <a:ext uri="{FF2B5EF4-FFF2-40B4-BE49-F238E27FC236}">
                    <a16:creationId xmlns=""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4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95" name="Cerrar corchete 50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6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Religión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Cerrar corchete 39">
                <a:extLst>
                  <a:ext uri="{FF2B5EF4-FFF2-40B4-BE49-F238E27FC236}">
                    <a16:creationId xmlns=""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8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99" name="Cerrar corchete 5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0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Orientación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Cerrar corchete 59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enerales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Cerrar corchete 62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4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Zona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5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106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7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8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9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 smtClean="0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. de voto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0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1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Interna PH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2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7" name="Cerrar corchete 3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88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3323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ítulo 1"/>
          <p:cNvSpPr>
            <a:spLocks noGrp="1"/>
          </p:cNvSpPr>
          <p:nvPr>
            <p:ph type="title"/>
          </p:nvPr>
        </p:nvSpPr>
        <p:spPr>
          <a:xfrm>
            <a:off x="986536" y="800100"/>
            <a:ext cx="20227544" cy="1123950"/>
          </a:xfrm>
        </p:spPr>
        <p:txBody>
          <a:bodyPr/>
          <a:lstStyle/>
          <a:p>
            <a:r>
              <a:rPr lang="es-ES" altLang="es-AR" sz="3600" b="0" dirty="0" smtClean="0"/>
              <a:t>PLANTILLA CLASE SOCIAL</a:t>
            </a:r>
            <a:endParaRPr lang="es-AR" altLang="es-AR" sz="3600" b="0" dirty="0"/>
          </a:p>
        </p:txBody>
      </p:sp>
      <p:sp>
        <p:nvSpPr>
          <p:cNvPr id="77827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AR" sz="1800" dirty="0" smtClean="0">
                <a:solidFill>
                  <a:srgbClr val="000000"/>
                </a:solidFill>
              </a:rPr>
              <a:t>PIE DE PAGINA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77828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111CAA50-6A9E-40A1-92AA-063B66CCB373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25" name="Gráfico 24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0229434"/>
              </p:ext>
            </p:extLst>
          </p:nvPr>
        </p:nvGraphicFramePr>
        <p:xfrm>
          <a:off x="594360" y="1924050"/>
          <a:ext cx="23184310" cy="1088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1462425" y="3092978"/>
            <a:ext cx="22111953" cy="810067"/>
            <a:chOff x="1462425" y="3092978"/>
            <a:chExt cx="22111953" cy="810067"/>
          </a:xfrm>
        </p:grpSpPr>
        <p:grpSp>
          <p:nvGrpSpPr>
            <p:cNvPr id="7" name="Group 6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10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11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Cerrar corchete 45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14" name="Cerrar corchete 44">
                <a:extLst>
                  <a:ext uri="{FF2B5EF4-FFF2-40B4-BE49-F238E27FC236}">
                    <a16:creationId xmlns=""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16" name="Cerrar corchete 50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Religión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Cerrar corchete 39">
                <a:extLst>
                  <a:ext uri="{FF2B5EF4-FFF2-40B4-BE49-F238E27FC236}">
                    <a16:creationId xmlns=""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20" name="Cerrar corchete 5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Orientación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Cerrar corchete 59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enerales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Cerrar corchete 62">
                <a:extLst>
                  <a:ext uri="{FF2B5EF4-FFF2-40B4-BE49-F238E27FC236}">
                    <a16:creationId xmlns=""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Zona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28" name="Cerrar corchete 30">
                <a:extLst>
                  <a:ext uri="{FF2B5EF4-FFF2-40B4-BE49-F238E27FC236}">
                    <a16:creationId xmlns=""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 smtClean="0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. de voto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Cerrar corchete 36">
                <a:extLst>
                  <a:ext uri="{FF2B5EF4-FFF2-40B4-BE49-F238E27FC236}">
                    <a16:creationId xmlns=""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Interna PH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" name="Cerrar corchete 3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302372"/>
      </p:ext>
    </p:extLst>
  </p:cSld>
  <p:clrMapOvr>
    <a:masterClrMapping/>
  </p:clrMapOvr>
</p:sld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Overr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Overr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_rels/themeOverr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_rels/themeOverr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Overr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_rels/themeOverr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Overr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_rels/themeOverr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_rels/themeOverr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theme/theme1.xml><?xml version="1.0" encoding="utf-8"?>
<a:theme xmlns:a="http://schemas.openxmlformats.org/drawingml/2006/main" name="5_Agora 1">
  <a:themeElements>
    <a:clrScheme name="Agora V2">
      <a:dk1>
        <a:srgbClr val="000000"/>
      </a:dk1>
      <a:lt1>
        <a:srgbClr val="FFFFFF"/>
      </a:lt1>
      <a:dk2>
        <a:srgbClr val="023D9B"/>
      </a:dk2>
      <a:lt2>
        <a:srgbClr val="E85833"/>
      </a:lt2>
      <a:accent1>
        <a:srgbClr val="04967A"/>
      </a:accent1>
      <a:accent2>
        <a:srgbClr val="03BD85"/>
      </a:accent2>
      <a:accent3>
        <a:srgbClr val="EA3F28"/>
      </a:accent3>
      <a:accent4>
        <a:srgbClr val="C1273A"/>
      </a:accent4>
      <a:accent5>
        <a:srgbClr val="1D73FC"/>
      </a:accent5>
      <a:accent6>
        <a:srgbClr val="FF008E"/>
      </a:accent6>
      <a:hlink>
        <a:srgbClr val="7357BE"/>
      </a:hlink>
      <a:folHlink>
        <a:srgbClr val="954F72"/>
      </a:folHlink>
    </a:clrScheme>
    <a:fontScheme name="Personalizado 2">
      <a:majorFont>
        <a:latin typeface="HelveticaNeue Std"/>
        <a:ea typeface=""/>
        <a:cs typeface=""/>
      </a:majorFont>
      <a:minorFont>
        <a:latin typeface="HelveticaNeue Std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ora 1" id="{6788EB5D-D376-4F32-A8C9-334025C8CE15}" vid="{034FE926-CF5F-4530-B845-A99A1CA9270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3442</TotalTime>
  <Words>405</Words>
  <Application>Microsoft Office PowerPoint</Application>
  <PresentationFormat>Custom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HelveticaNeue Std</vt:lpstr>
      <vt:lpstr>HelveticaNeue Std (Títulos)</vt:lpstr>
      <vt:lpstr>5_Agora 1</vt:lpstr>
      <vt:lpstr>PLANTILLA MISC</vt:lpstr>
      <vt:lpstr>PLANTILLA VALORATIVA</vt:lpstr>
      <vt:lpstr>PLANTILLA CONOCIMIENTO</vt:lpstr>
      <vt:lpstr>PLANTILLA POSITIVO REGULAR</vt:lpstr>
      <vt:lpstr>PLANTILLA ACUERDO</vt:lpstr>
      <vt:lpstr>PLANTILLA AFIRMATIVA NEGATIVA</vt:lpstr>
      <vt:lpstr>PLANTILLA POTENCIALIDAD DE VOTO</vt:lpstr>
      <vt:lpstr>PLANTILLA CLASE SOCIAL</vt:lpstr>
      <vt:lpstr>PLANTILLA MULTIPLE</vt:lpstr>
      <vt:lpstr>PLANTILLA PRINCIPAL MOTIVO DEL VOTO</vt:lpstr>
      <vt:lpstr>PLANTILLA CLASE SOCIAL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Villanueva</dc:creator>
  <cp:lastModifiedBy>User</cp:lastModifiedBy>
  <cp:revision>1758</cp:revision>
  <dcterms:created xsi:type="dcterms:W3CDTF">2019-11-04T21:16:45Z</dcterms:created>
  <dcterms:modified xsi:type="dcterms:W3CDTF">2025-09-01T19:16:56Z</dcterms:modified>
</cp:coreProperties>
</file>