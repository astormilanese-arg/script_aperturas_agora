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</p:sldMasterIdLst>
  <p:notesMasterIdLst>
    <p:notesMasterId r:id="rId3"/>
  </p:notesMasterIdLst>
  <p:handoutMasterIdLst>
    <p:handoutMasterId r:id="rId4"/>
  </p:handoutMasterIdLst>
  <p:sldIdLst>
    <p:sldId id="3092" r:id="rId2"/>
  </p:sldIdLst>
  <p:sldSz cx="24382413" cy="13716000"/>
  <p:notesSz cx="6858000" cy="9144000"/>
  <p:defaultTextStyle>
    <a:defPPr>
      <a:defRPr lang="en-US"/>
    </a:defPPr>
    <a:lvl1pPr algn="l" defTabSz="1217613" rtl="0" eaLnBrk="0" fontAlgn="base" hangingPunct="0">
      <a:spcBef>
        <a:spcPct val="0"/>
      </a:spcBef>
      <a:spcAft>
        <a:spcPct val="0"/>
      </a:spcAft>
      <a:defRPr sz="4800" kern="1200">
        <a:solidFill>
          <a:schemeClr val="tx1"/>
        </a:solidFill>
        <a:latin typeface="HelveticaNeue Std"/>
        <a:ea typeface="+mn-ea"/>
        <a:cs typeface="+mn-cs"/>
      </a:defRPr>
    </a:lvl1pPr>
    <a:lvl2pPr marL="1217613" indent="-760413" algn="l" defTabSz="1217613" rtl="0" eaLnBrk="0" fontAlgn="base" hangingPunct="0">
      <a:spcBef>
        <a:spcPct val="0"/>
      </a:spcBef>
      <a:spcAft>
        <a:spcPct val="0"/>
      </a:spcAft>
      <a:defRPr sz="4800" kern="1200">
        <a:solidFill>
          <a:schemeClr val="tx1"/>
        </a:solidFill>
        <a:latin typeface="HelveticaNeue Std"/>
        <a:ea typeface="+mn-ea"/>
        <a:cs typeface="+mn-cs"/>
      </a:defRPr>
    </a:lvl2pPr>
    <a:lvl3pPr marL="2436813" indent="-1522413" algn="l" defTabSz="1217613" rtl="0" eaLnBrk="0" fontAlgn="base" hangingPunct="0">
      <a:spcBef>
        <a:spcPct val="0"/>
      </a:spcBef>
      <a:spcAft>
        <a:spcPct val="0"/>
      </a:spcAft>
      <a:defRPr sz="4800" kern="1200">
        <a:solidFill>
          <a:schemeClr val="tx1"/>
        </a:solidFill>
        <a:latin typeface="HelveticaNeue Std"/>
        <a:ea typeface="+mn-ea"/>
        <a:cs typeface="+mn-cs"/>
      </a:defRPr>
    </a:lvl3pPr>
    <a:lvl4pPr marL="3656013" indent="-2284413" algn="l" defTabSz="1217613" rtl="0" eaLnBrk="0" fontAlgn="base" hangingPunct="0">
      <a:spcBef>
        <a:spcPct val="0"/>
      </a:spcBef>
      <a:spcAft>
        <a:spcPct val="0"/>
      </a:spcAft>
      <a:defRPr sz="4800" kern="1200">
        <a:solidFill>
          <a:schemeClr val="tx1"/>
        </a:solidFill>
        <a:latin typeface="HelveticaNeue Std"/>
        <a:ea typeface="+mn-ea"/>
        <a:cs typeface="+mn-cs"/>
      </a:defRPr>
    </a:lvl4pPr>
    <a:lvl5pPr marL="4875213" indent="-3046413" algn="l" defTabSz="1217613" rtl="0" eaLnBrk="0" fontAlgn="base" hangingPunct="0">
      <a:spcBef>
        <a:spcPct val="0"/>
      </a:spcBef>
      <a:spcAft>
        <a:spcPct val="0"/>
      </a:spcAft>
      <a:defRPr sz="4800" kern="1200">
        <a:solidFill>
          <a:schemeClr val="tx1"/>
        </a:solidFill>
        <a:latin typeface="HelveticaNeue Std"/>
        <a:ea typeface="+mn-ea"/>
        <a:cs typeface="+mn-cs"/>
      </a:defRPr>
    </a:lvl5pPr>
    <a:lvl6pPr marL="2286000" algn="l" defTabSz="914400" rtl="0" eaLnBrk="1" latinLnBrk="0" hangingPunct="1">
      <a:defRPr sz="4800" kern="1200">
        <a:solidFill>
          <a:schemeClr val="tx1"/>
        </a:solidFill>
        <a:latin typeface="HelveticaNeue Std"/>
        <a:ea typeface="+mn-ea"/>
        <a:cs typeface="+mn-cs"/>
      </a:defRPr>
    </a:lvl6pPr>
    <a:lvl7pPr marL="2743200" algn="l" defTabSz="914400" rtl="0" eaLnBrk="1" latinLnBrk="0" hangingPunct="1">
      <a:defRPr sz="4800" kern="1200">
        <a:solidFill>
          <a:schemeClr val="tx1"/>
        </a:solidFill>
        <a:latin typeface="HelveticaNeue Std"/>
        <a:ea typeface="+mn-ea"/>
        <a:cs typeface="+mn-cs"/>
      </a:defRPr>
    </a:lvl7pPr>
    <a:lvl8pPr marL="3200400" algn="l" defTabSz="914400" rtl="0" eaLnBrk="1" latinLnBrk="0" hangingPunct="1">
      <a:defRPr sz="4800" kern="1200">
        <a:solidFill>
          <a:schemeClr val="tx1"/>
        </a:solidFill>
        <a:latin typeface="HelveticaNeue Std"/>
        <a:ea typeface="+mn-ea"/>
        <a:cs typeface="+mn-cs"/>
      </a:defRPr>
    </a:lvl8pPr>
    <a:lvl9pPr marL="3657600" algn="l" defTabSz="914400" rtl="0" eaLnBrk="1" latinLnBrk="0" hangingPunct="1">
      <a:defRPr sz="4800" kern="1200">
        <a:solidFill>
          <a:schemeClr val="tx1"/>
        </a:solidFill>
        <a:latin typeface="HelveticaNeue Std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BFA3"/>
    <a:srgbClr val="007E39"/>
    <a:srgbClr val="F6B38E"/>
    <a:srgbClr val="8FD783"/>
    <a:srgbClr val="F682D8"/>
    <a:srgbClr val="CEFF55"/>
    <a:srgbClr val="3BE8FF"/>
    <a:srgbClr val="FF1301"/>
    <a:srgbClr val="E800AB"/>
    <a:srgbClr val="511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666" autoAdjust="0"/>
    <p:restoredTop sz="95256" autoAdjust="0"/>
  </p:normalViewPr>
  <p:slideViewPr>
    <p:cSldViewPr snapToGrid="0">
      <p:cViewPr varScale="1">
        <p:scale>
          <a:sx n="62" d="100"/>
          <a:sy n="62" d="100"/>
        </p:scale>
        <p:origin x="420" y="72"/>
      </p:cViewPr>
      <p:guideLst>
        <p:guide orient="horz" pos="4320"/>
        <p:guide pos="767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08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User\Desktop\Agora\Clientes\CABA%20Ago%2025\astor%20-%20app_CABA_AGO%20Ago%20II.xlsx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Clase baja</c:v>
                </c:pt>
              </c:strCache>
            </c:strRef>
          </c:tx>
          <c:spPr>
            <a:solidFill>
              <a:srgbClr val="04967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Sheet1!$C$2:$BS$2</c:f>
              <c:strCache>
                <c:ptCount val="69"/>
                <c:pt idx="0">
                  <c:v>Total</c:v>
                </c:pt>
                <c:pt idx="2">
                  <c:v>Hombre</c:v>
                </c:pt>
                <c:pt idx="3">
                  <c:v>Mujer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Mas de 60</c:v>
                </c:pt>
                <c:pt idx="10">
                  <c:v>Basica</c:v>
                </c:pt>
                <c:pt idx="11">
                  <c:v>Media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Bogota</c:v>
                </c:pt>
                <c:pt idx="20">
                  <c:v>Antioquia</c:v>
                </c:pt>
                <c:pt idx="21">
                  <c:v>Pacifico</c:v>
                </c:pt>
                <c:pt idx="22">
                  <c:v>Caribe</c:v>
                </c:pt>
                <c:pt idx="23">
                  <c:v>Andina</c:v>
                </c:pt>
                <c:pt idx="24">
                  <c:v>Orinoquia</c:v>
                </c:pt>
                <c:pt idx="25">
                  <c:v>Amazonica</c:v>
                </c:pt>
                <c:pt idx="27">
                  <c:v>Blanco</c:v>
                </c:pt>
                <c:pt idx="28">
                  <c:v>Mestizo</c:v>
                </c:pt>
                <c:pt idx="29">
                  <c:v>Minoria etinca</c:v>
                </c:pt>
                <c:pt idx="30">
                  <c:v>Ninguno de ellos/ otro</c:v>
                </c:pt>
                <c:pt idx="32">
                  <c:v>Ninguna</c:v>
                </c:pt>
                <c:pt idx="33">
                  <c:v>Evangelica</c:v>
                </c:pt>
                <c:pt idx="34">
                  <c:v>Católica</c:v>
                </c:pt>
                <c:pt idx="35">
                  <c:v>Otra</c:v>
                </c:pt>
                <c:pt idx="37">
                  <c:v>Derecha</c:v>
                </c:pt>
                <c:pt idx="38">
                  <c:v>Centro Derecha</c:v>
                </c:pt>
                <c:pt idx="39">
                  <c:v>Centro</c:v>
                </c:pt>
                <c:pt idx="40">
                  <c:v>Centro Izquierda</c:v>
                </c:pt>
                <c:pt idx="41">
                  <c:v>Izquierda</c:v>
                </c:pt>
                <c:pt idx="42">
                  <c:v>Ninguna</c:v>
                </c:pt>
                <c:pt idx="44">
                  <c:v>Gustavo Petro </c:v>
                </c:pt>
                <c:pt idx="45">
                  <c:v>Rodolfo Hernández </c:v>
                </c:pt>
                <c:pt idx="46">
                  <c:v>Federico Gutiérrez </c:v>
                </c:pt>
                <c:pt idx="47">
                  <c:v>Sergio Fajardo </c:v>
                </c:pt>
                <c:pt idx="49">
                  <c:v>Gustavo Petro </c:v>
                </c:pt>
                <c:pt idx="50">
                  <c:v>Rodolfo Hernández </c:v>
                </c:pt>
                <c:pt idx="52">
                  <c:v>Pacto Histórico</c:v>
                </c:pt>
                <c:pt idx="53">
                  <c:v>Centro Democrático</c:v>
                </c:pt>
                <c:pt idx="54">
                  <c:v>Otro</c:v>
                </c:pt>
                <c:pt idx="55">
                  <c:v>No sabe</c:v>
                </c:pt>
                <c:pt idx="57">
                  <c:v>Carolina Corcho</c:v>
                </c:pt>
                <c:pt idx="58">
                  <c:v>Ivan Cepeda</c:v>
                </c:pt>
                <c:pt idx="59">
                  <c:v>Daniel Quintero</c:v>
                </c:pt>
                <c:pt idx="60">
                  <c:v>Gustavo Bolívar</c:v>
                </c:pt>
                <c:pt idx="61">
                  <c:v>María José Pizarro</c:v>
                </c:pt>
                <c:pt idx="62">
                  <c:v>Otro</c:v>
                </c:pt>
                <c:pt idx="63">
                  <c:v>No sabe</c:v>
                </c:pt>
                <c:pt idx="65">
                  <c:v>Muy buena</c:v>
                </c:pt>
                <c:pt idx="66">
                  <c:v>Buena</c:v>
                </c:pt>
                <c:pt idx="67">
                  <c:v>Mala</c:v>
                </c:pt>
                <c:pt idx="68">
                  <c:v>Muy mala</c:v>
                </c:pt>
              </c:strCache>
            </c:strRef>
          </c:cat>
          <c:val>
            <c:numRef>
              <c:f>Sheet1!$C$3:$BS$3</c:f>
              <c:numCache>
                <c:formatCode>General</c:formatCode>
                <c:ptCount val="69"/>
                <c:pt idx="0" formatCode="0%">
                  <c:v>0.34255238638551672</c:v>
                </c:pt>
                <c:pt idx="2" formatCode="0%">
                  <c:v>0.38679061102545481</c:v>
                </c:pt>
                <c:pt idx="3" formatCode="0%">
                  <c:v>0.3005836289261718</c:v>
                </c:pt>
                <c:pt idx="5" formatCode="0%">
                  <c:v>0.4352384392433189</c:v>
                </c:pt>
                <c:pt idx="6" formatCode="0%">
                  <c:v>0.38463857515437511</c:v>
                </c:pt>
                <c:pt idx="7" formatCode="0%">
                  <c:v>0.34280541024734196</c:v>
                </c:pt>
                <c:pt idx="8" formatCode="0%">
                  <c:v>0.20420951565829984</c:v>
                </c:pt>
                <c:pt idx="10" formatCode="0%">
                  <c:v>0.4869921909919902</c:v>
                </c:pt>
                <c:pt idx="11" formatCode="0%">
                  <c:v>0.34501607868470496</c:v>
                </c:pt>
                <c:pt idx="12" formatCode="0%">
                  <c:v>0.17848182710132068</c:v>
                </c:pt>
                <c:pt idx="14" formatCode="0%">
                  <c:v>1</c:v>
                </c:pt>
                <c:pt idx="15" formatCode="0%">
                  <c:v>0</c:v>
                </c:pt>
                <c:pt idx="16" formatCode="0%">
                  <c:v>0</c:v>
                </c:pt>
                <c:pt idx="17" formatCode="0%">
                  <c:v>0</c:v>
                </c:pt>
                <c:pt idx="19" formatCode="0%">
                  <c:v>0.10357925294740042</c:v>
                </c:pt>
                <c:pt idx="20" formatCode="0%">
                  <c:v>0.24784386543580172</c:v>
                </c:pt>
                <c:pt idx="21" formatCode="0%">
                  <c:v>0.50200431666894774</c:v>
                </c:pt>
                <c:pt idx="22" formatCode="0%">
                  <c:v>0.54928503343244028</c:v>
                </c:pt>
                <c:pt idx="23" formatCode="0%">
                  <c:v>0.23416534105721939</c:v>
                </c:pt>
                <c:pt idx="24" formatCode="0%">
                  <c:v>0.33771578626343002</c:v>
                </c:pt>
                <c:pt idx="25" formatCode="0%">
                  <c:v>0.52532417766801542</c:v>
                </c:pt>
                <c:pt idx="27" formatCode="0%">
                  <c:v>0.22096229715012433</c:v>
                </c:pt>
                <c:pt idx="28" formatCode="0%">
                  <c:v>0.26761654302273374</c:v>
                </c:pt>
                <c:pt idx="29" formatCode="0%">
                  <c:v>0.47902284905420311</c:v>
                </c:pt>
                <c:pt idx="30" formatCode="0%">
                  <c:v>0.42822729806397597</c:v>
                </c:pt>
                <c:pt idx="32" formatCode="0%">
                  <c:v>0.33205147825419695</c:v>
                </c:pt>
                <c:pt idx="33" formatCode="0%">
                  <c:v>0.38741204345430819</c:v>
                </c:pt>
                <c:pt idx="34" formatCode="0%">
                  <c:v>0.31111341727543129</c:v>
                </c:pt>
                <c:pt idx="35" formatCode="0%">
                  <c:v>0.44924104043734964</c:v>
                </c:pt>
                <c:pt idx="37" formatCode="0%">
                  <c:v>0.24207410509087701</c:v>
                </c:pt>
                <c:pt idx="38" formatCode="0%">
                  <c:v>0.2022088705854399</c:v>
                </c:pt>
                <c:pt idx="39" formatCode="0%">
                  <c:v>0.41378590027377954</c:v>
                </c:pt>
                <c:pt idx="40" formatCode="0%">
                  <c:v>0.37032367458282622</c:v>
                </c:pt>
                <c:pt idx="41" formatCode="0%">
                  <c:v>0.34124030979462217</c:v>
                </c:pt>
                <c:pt idx="42" formatCode="0%">
                  <c:v>0.44986173015401609</c:v>
                </c:pt>
                <c:pt idx="44" formatCode="0%">
                  <c:v>0.46266017693289024</c:v>
                </c:pt>
                <c:pt idx="45" formatCode="0%">
                  <c:v>0.25896580891820548</c:v>
                </c:pt>
                <c:pt idx="46" formatCode="0%">
                  <c:v>0.16888654776391709</c:v>
                </c:pt>
                <c:pt idx="47" formatCode="0%">
                  <c:v>0.14636860612359831</c:v>
                </c:pt>
                <c:pt idx="49" formatCode="0%">
                  <c:v>0.45088189981675536</c:v>
                </c:pt>
                <c:pt idx="50" formatCode="0%">
                  <c:v>0.23694971989620892</c:v>
                </c:pt>
                <c:pt idx="52" formatCode="0%">
                  <c:v>0.43589158903521219</c:v>
                </c:pt>
                <c:pt idx="53" formatCode="0%">
                  <c:v>0.24061236797614305</c:v>
                </c:pt>
                <c:pt idx="54" formatCode="0%">
                  <c:v>0.35616269705806497</c:v>
                </c:pt>
                <c:pt idx="55" formatCode="0%">
                  <c:v>0.41047239688500803</c:v>
                </c:pt>
                <c:pt idx="57" formatCode="0%">
                  <c:v>0.47122812769831623</c:v>
                </c:pt>
                <c:pt idx="58" formatCode="0%">
                  <c:v>0.24669122261465332</c:v>
                </c:pt>
                <c:pt idx="59" formatCode="0%">
                  <c:v>0.58994258223194451</c:v>
                </c:pt>
                <c:pt idx="60" formatCode="0%">
                  <c:v>0.687911616247325</c:v>
                </c:pt>
                <c:pt idx="61" formatCode="0%">
                  <c:v>0.59473185620264379</c:v>
                </c:pt>
                <c:pt idx="62" formatCode="0%">
                  <c:v>0.53623191138362558</c:v>
                </c:pt>
                <c:pt idx="63" formatCode="0%">
                  <c:v>0.69990059076079514</c:v>
                </c:pt>
                <c:pt idx="65" formatCode="0%">
                  <c:v>0.5165464303900219</c:v>
                </c:pt>
                <c:pt idx="66" formatCode="0%">
                  <c:v>0.33518908146908466</c:v>
                </c:pt>
                <c:pt idx="67" formatCode="0%">
                  <c:v>0.35249220599057113</c:v>
                </c:pt>
                <c:pt idx="68" formatCode="0%">
                  <c:v>0.26201381696626019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Clase media baja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Sheet1!$C$2:$BS$2</c:f>
              <c:strCache>
                <c:ptCount val="69"/>
                <c:pt idx="0">
                  <c:v>Total</c:v>
                </c:pt>
                <c:pt idx="2">
                  <c:v>Hombre</c:v>
                </c:pt>
                <c:pt idx="3">
                  <c:v>Mujer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Mas de 60</c:v>
                </c:pt>
                <c:pt idx="10">
                  <c:v>Basica</c:v>
                </c:pt>
                <c:pt idx="11">
                  <c:v>Media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Bogota</c:v>
                </c:pt>
                <c:pt idx="20">
                  <c:v>Antioquia</c:v>
                </c:pt>
                <c:pt idx="21">
                  <c:v>Pacifico</c:v>
                </c:pt>
                <c:pt idx="22">
                  <c:v>Caribe</c:v>
                </c:pt>
                <c:pt idx="23">
                  <c:v>Andina</c:v>
                </c:pt>
                <c:pt idx="24">
                  <c:v>Orinoquia</c:v>
                </c:pt>
                <c:pt idx="25">
                  <c:v>Amazonica</c:v>
                </c:pt>
                <c:pt idx="27">
                  <c:v>Blanco</c:v>
                </c:pt>
                <c:pt idx="28">
                  <c:v>Mestizo</c:v>
                </c:pt>
                <c:pt idx="29">
                  <c:v>Minoria etinca</c:v>
                </c:pt>
                <c:pt idx="30">
                  <c:v>Ninguno de ellos/ otro</c:v>
                </c:pt>
                <c:pt idx="32">
                  <c:v>Ninguna</c:v>
                </c:pt>
                <c:pt idx="33">
                  <c:v>Evangelica</c:v>
                </c:pt>
                <c:pt idx="34">
                  <c:v>Católica</c:v>
                </c:pt>
                <c:pt idx="35">
                  <c:v>Otra</c:v>
                </c:pt>
                <c:pt idx="37">
                  <c:v>Derecha</c:v>
                </c:pt>
                <c:pt idx="38">
                  <c:v>Centro Derecha</c:v>
                </c:pt>
                <c:pt idx="39">
                  <c:v>Centro</c:v>
                </c:pt>
                <c:pt idx="40">
                  <c:v>Centro Izquierda</c:v>
                </c:pt>
                <c:pt idx="41">
                  <c:v>Izquierda</c:v>
                </c:pt>
                <c:pt idx="42">
                  <c:v>Ninguna</c:v>
                </c:pt>
                <c:pt idx="44">
                  <c:v>Gustavo Petro </c:v>
                </c:pt>
                <c:pt idx="45">
                  <c:v>Rodolfo Hernández </c:v>
                </c:pt>
                <c:pt idx="46">
                  <c:v>Federico Gutiérrez </c:v>
                </c:pt>
                <c:pt idx="47">
                  <c:v>Sergio Fajardo </c:v>
                </c:pt>
                <c:pt idx="49">
                  <c:v>Gustavo Petro </c:v>
                </c:pt>
                <c:pt idx="50">
                  <c:v>Rodolfo Hernández </c:v>
                </c:pt>
                <c:pt idx="52">
                  <c:v>Pacto Histórico</c:v>
                </c:pt>
                <c:pt idx="53">
                  <c:v>Centro Democrático</c:v>
                </c:pt>
                <c:pt idx="54">
                  <c:v>Otro</c:v>
                </c:pt>
                <c:pt idx="55">
                  <c:v>No sabe</c:v>
                </c:pt>
                <c:pt idx="57">
                  <c:v>Carolina Corcho</c:v>
                </c:pt>
                <c:pt idx="58">
                  <c:v>Ivan Cepeda</c:v>
                </c:pt>
                <c:pt idx="59">
                  <c:v>Daniel Quintero</c:v>
                </c:pt>
                <c:pt idx="60">
                  <c:v>Gustavo Bolívar</c:v>
                </c:pt>
                <c:pt idx="61">
                  <c:v>María José Pizarro</c:v>
                </c:pt>
                <c:pt idx="62">
                  <c:v>Otro</c:v>
                </c:pt>
                <c:pt idx="63">
                  <c:v>No sabe</c:v>
                </c:pt>
                <c:pt idx="65">
                  <c:v>Muy buena</c:v>
                </c:pt>
                <c:pt idx="66">
                  <c:v>Buena</c:v>
                </c:pt>
                <c:pt idx="67">
                  <c:v>Mala</c:v>
                </c:pt>
                <c:pt idx="68">
                  <c:v>Muy mala</c:v>
                </c:pt>
              </c:strCache>
            </c:strRef>
          </c:cat>
          <c:val>
            <c:numRef>
              <c:f>Sheet1!$C$4:$BS$4</c:f>
              <c:numCache>
                <c:formatCode>General</c:formatCode>
                <c:ptCount val="69"/>
                <c:pt idx="0" formatCode="0%">
                  <c:v>0.30893793090287569</c:v>
                </c:pt>
                <c:pt idx="2" formatCode="0%">
                  <c:v>0.26762886282023274</c:v>
                </c:pt>
                <c:pt idx="3" formatCode="0%">
                  <c:v>0.35036363321204134</c:v>
                </c:pt>
                <c:pt idx="5" formatCode="0%">
                  <c:v>0.26108494828813716</c:v>
                </c:pt>
                <c:pt idx="6" formatCode="0%">
                  <c:v>0.34548512149283861</c:v>
                </c:pt>
                <c:pt idx="7" formatCode="0%">
                  <c:v>0.2663991417943235</c:v>
                </c:pt>
                <c:pt idx="8" formatCode="0%">
                  <c:v>0.35888461431637331</c:v>
                </c:pt>
                <c:pt idx="10" formatCode="0%">
                  <c:v>0.28698123504124418</c:v>
                </c:pt>
                <c:pt idx="11" formatCode="0%">
                  <c:v>0.28717152665799645</c:v>
                </c:pt>
                <c:pt idx="12" formatCode="0%">
                  <c:v>0.36842261534591825</c:v>
                </c:pt>
                <c:pt idx="14" formatCode="0%">
                  <c:v>0</c:v>
                </c:pt>
                <c:pt idx="15" formatCode="0%">
                  <c:v>1</c:v>
                </c:pt>
                <c:pt idx="16" formatCode="0%">
                  <c:v>0</c:v>
                </c:pt>
                <c:pt idx="17" formatCode="0%">
                  <c:v>0</c:v>
                </c:pt>
                <c:pt idx="19" formatCode="0%">
                  <c:v>0.44335798012660127</c:v>
                </c:pt>
                <c:pt idx="20" formatCode="0%">
                  <c:v>0.32236219002156441</c:v>
                </c:pt>
                <c:pt idx="21" formatCode="0%">
                  <c:v>0.25052465962307324</c:v>
                </c:pt>
                <c:pt idx="22" formatCode="0%">
                  <c:v>0.24260942355699808</c:v>
                </c:pt>
                <c:pt idx="23" formatCode="0%">
                  <c:v>0.31109988736004923</c:v>
                </c:pt>
                <c:pt idx="24" formatCode="0%">
                  <c:v>0.40457513349443919</c:v>
                </c:pt>
                <c:pt idx="25" formatCode="0%">
                  <c:v>0.25965959089258833</c:v>
                </c:pt>
                <c:pt idx="27" formatCode="0%">
                  <c:v>0.37968423231246468</c:v>
                </c:pt>
                <c:pt idx="28" formatCode="0%">
                  <c:v>0.36608782431621356</c:v>
                </c:pt>
                <c:pt idx="29" formatCode="0%">
                  <c:v>0.20634182270995907</c:v>
                </c:pt>
                <c:pt idx="30" formatCode="0%">
                  <c:v>0.25674367757418115</c:v>
                </c:pt>
                <c:pt idx="32" formatCode="0%">
                  <c:v>0.3615137442626965</c:v>
                </c:pt>
                <c:pt idx="33" formatCode="0%">
                  <c:v>0.34359905295312432</c:v>
                </c:pt>
                <c:pt idx="34" formatCode="0%">
                  <c:v>0.29775585401347038</c:v>
                </c:pt>
                <c:pt idx="35" formatCode="0%">
                  <c:v>0.27610993431944508</c:v>
                </c:pt>
                <c:pt idx="37" formatCode="0%">
                  <c:v>0.31377724163891468</c:v>
                </c:pt>
                <c:pt idx="38" formatCode="0%">
                  <c:v>0.39639775705851904</c:v>
                </c:pt>
                <c:pt idx="39" formatCode="0%">
                  <c:v>0.29705574418474934</c:v>
                </c:pt>
                <c:pt idx="40" formatCode="0%">
                  <c:v>0.13180571422211532</c:v>
                </c:pt>
                <c:pt idx="41" formatCode="0%">
                  <c:v>0.34304334507956291</c:v>
                </c:pt>
                <c:pt idx="42" formatCode="0%">
                  <c:v>0.31549819618429892</c:v>
                </c:pt>
                <c:pt idx="44" formatCode="0%">
                  <c:v>0.25576743969910781</c:v>
                </c:pt>
                <c:pt idx="45" formatCode="0%">
                  <c:v>0.36262331180648538</c:v>
                </c:pt>
                <c:pt idx="46" formatCode="0%">
                  <c:v>0.33760072568405713</c:v>
                </c:pt>
                <c:pt idx="47" formatCode="0%">
                  <c:v>0.47018645138150739</c:v>
                </c:pt>
                <c:pt idx="49" formatCode="0%">
                  <c:v>0.28225759655456328</c:v>
                </c:pt>
                <c:pt idx="50" formatCode="0%">
                  <c:v>0.32799709425570428</c:v>
                </c:pt>
                <c:pt idx="52" formatCode="0%">
                  <c:v>0.23404185021234133</c:v>
                </c:pt>
                <c:pt idx="53" formatCode="0%">
                  <c:v>0.34986602014682161</c:v>
                </c:pt>
                <c:pt idx="54" formatCode="0%">
                  <c:v>0.33351686539597791</c:v>
                </c:pt>
                <c:pt idx="55" formatCode="0%">
                  <c:v>0.33323716221749067</c:v>
                </c:pt>
                <c:pt idx="57" formatCode="0%">
                  <c:v>0.26480950418512655</c:v>
                </c:pt>
                <c:pt idx="58" formatCode="0%">
                  <c:v>0.23045216926213746</c:v>
                </c:pt>
                <c:pt idx="59" formatCode="0%">
                  <c:v>0.23339348626135037</c:v>
                </c:pt>
                <c:pt idx="60" formatCode="0%">
                  <c:v>0.22094931450767802</c:v>
                </c:pt>
                <c:pt idx="61" formatCode="0%">
                  <c:v>0.26259823252270964</c:v>
                </c:pt>
                <c:pt idx="62" formatCode="0%">
                  <c:v>0.1253505974170176</c:v>
                </c:pt>
                <c:pt idx="63" formatCode="0%">
                  <c:v>0.18098175051410537</c:v>
                </c:pt>
                <c:pt idx="65" formatCode="0%">
                  <c:v>0.20449474071159121</c:v>
                </c:pt>
                <c:pt idx="66" formatCode="0%">
                  <c:v>0.26638327729012568</c:v>
                </c:pt>
                <c:pt idx="67" formatCode="0%">
                  <c:v>0.4335437670814114</c:v>
                </c:pt>
                <c:pt idx="68" formatCode="0%">
                  <c:v>0.32030291143868828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Sheet1!$B$5</c:f>
              <c:strCache>
                <c:ptCount val="1"/>
                <c:pt idx="0">
                  <c:v>Clase media</c:v>
                </c:pt>
              </c:strCache>
            </c:strRef>
          </c:tx>
          <c:spPr>
            <a:solidFill>
              <a:srgbClr val="EA3F2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Sheet1!$C$2:$BS$2</c:f>
              <c:strCache>
                <c:ptCount val="69"/>
                <c:pt idx="0">
                  <c:v>Total</c:v>
                </c:pt>
                <c:pt idx="2">
                  <c:v>Hombre</c:v>
                </c:pt>
                <c:pt idx="3">
                  <c:v>Mujer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Mas de 60</c:v>
                </c:pt>
                <c:pt idx="10">
                  <c:v>Basica</c:v>
                </c:pt>
                <c:pt idx="11">
                  <c:v>Media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Bogota</c:v>
                </c:pt>
                <c:pt idx="20">
                  <c:v>Antioquia</c:v>
                </c:pt>
                <c:pt idx="21">
                  <c:v>Pacifico</c:v>
                </c:pt>
                <c:pt idx="22">
                  <c:v>Caribe</c:v>
                </c:pt>
                <c:pt idx="23">
                  <c:v>Andina</c:v>
                </c:pt>
                <c:pt idx="24">
                  <c:v>Orinoquia</c:v>
                </c:pt>
                <c:pt idx="25">
                  <c:v>Amazonica</c:v>
                </c:pt>
                <c:pt idx="27">
                  <c:v>Blanco</c:v>
                </c:pt>
                <c:pt idx="28">
                  <c:v>Mestizo</c:v>
                </c:pt>
                <c:pt idx="29">
                  <c:v>Minoria etinca</c:v>
                </c:pt>
                <c:pt idx="30">
                  <c:v>Ninguno de ellos/ otro</c:v>
                </c:pt>
                <c:pt idx="32">
                  <c:v>Ninguna</c:v>
                </c:pt>
                <c:pt idx="33">
                  <c:v>Evangelica</c:v>
                </c:pt>
                <c:pt idx="34">
                  <c:v>Católica</c:v>
                </c:pt>
                <c:pt idx="35">
                  <c:v>Otra</c:v>
                </c:pt>
                <c:pt idx="37">
                  <c:v>Derecha</c:v>
                </c:pt>
                <c:pt idx="38">
                  <c:v>Centro Derecha</c:v>
                </c:pt>
                <c:pt idx="39">
                  <c:v>Centro</c:v>
                </c:pt>
                <c:pt idx="40">
                  <c:v>Centro Izquierda</c:v>
                </c:pt>
                <c:pt idx="41">
                  <c:v>Izquierda</c:v>
                </c:pt>
                <c:pt idx="42">
                  <c:v>Ninguna</c:v>
                </c:pt>
                <c:pt idx="44">
                  <c:v>Gustavo Petro </c:v>
                </c:pt>
                <c:pt idx="45">
                  <c:v>Rodolfo Hernández </c:v>
                </c:pt>
                <c:pt idx="46">
                  <c:v>Federico Gutiérrez </c:v>
                </c:pt>
                <c:pt idx="47">
                  <c:v>Sergio Fajardo </c:v>
                </c:pt>
                <c:pt idx="49">
                  <c:v>Gustavo Petro </c:v>
                </c:pt>
                <c:pt idx="50">
                  <c:v>Rodolfo Hernández </c:v>
                </c:pt>
                <c:pt idx="52">
                  <c:v>Pacto Histórico</c:v>
                </c:pt>
                <c:pt idx="53">
                  <c:v>Centro Democrático</c:v>
                </c:pt>
                <c:pt idx="54">
                  <c:v>Otro</c:v>
                </c:pt>
                <c:pt idx="55">
                  <c:v>No sabe</c:v>
                </c:pt>
                <c:pt idx="57">
                  <c:v>Carolina Corcho</c:v>
                </c:pt>
                <c:pt idx="58">
                  <c:v>Ivan Cepeda</c:v>
                </c:pt>
                <c:pt idx="59">
                  <c:v>Daniel Quintero</c:v>
                </c:pt>
                <c:pt idx="60">
                  <c:v>Gustavo Bolívar</c:v>
                </c:pt>
                <c:pt idx="61">
                  <c:v>María José Pizarro</c:v>
                </c:pt>
                <c:pt idx="62">
                  <c:v>Otro</c:v>
                </c:pt>
                <c:pt idx="63">
                  <c:v>No sabe</c:v>
                </c:pt>
                <c:pt idx="65">
                  <c:v>Muy buena</c:v>
                </c:pt>
                <c:pt idx="66">
                  <c:v>Buena</c:v>
                </c:pt>
                <c:pt idx="67">
                  <c:v>Mala</c:v>
                </c:pt>
                <c:pt idx="68">
                  <c:v>Muy mala</c:v>
                </c:pt>
              </c:strCache>
            </c:strRef>
          </c:cat>
          <c:val>
            <c:numRef>
              <c:f>Sheet1!$C$5:$BS$5</c:f>
              <c:numCache>
                <c:formatCode>General</c:formatCode>
                <c:ptCount val="69"/>
                <c:pt idx="0" formatCode="0%">
                  <c:v>0.26980625574473155</c:v>
                </c:pt>
                <c:pt idx="2" formatCode="0%">
                  <c:v>0.28402324244130783</c:v>
                </c:pt>
                <c:pt idx="3" formatCode="0%">
                  <c:v>0.25632408946564367</c:v>
                </c:pt>
                <c:pt idx="5" formatCode="0%">
                  <c:v>0.20999704856938958</c:v>
                </c:pt>
                <c:pt idx="6" formatCode="0%">
                  <c:v>0.21221927716568206</c:v>
                </c:pt>
                <c:pt idx="7" formatCode="0%">
                  <c:v>0.33473951377286582</c:v>
                </c:pt>
                <c:pt idx="8" formatCode="0%">
                  <c:v>0.31041974137737965</c:v>
                </c:pt>
                <c:pt idx="10" formatCode="0%">
                  <c:v>0.16781067441784334</c:v>
                </c:pt>
                <c:pt idx="11" formatCode="0%">
                  <c:v>0.27669338057378096</c:v>
                </c:pt>
                <c:pt idx="12" formatCode="0%">
                  <c:v>0.37205100343018299</c:v>
                </c:pt>
                <c:pt idx="14" formatCode="0%">
                  <c:v>0</c:v>
                </c:pt>
                <c:pt idx="15" formatCode="0%">
                  <c:v>0</c:v>
                </c:pt>
                <c:pt idx="16" formatCode="0%">
                  <c:v>1</c:v>
                </c:pt>
                <c:pt idx="17" formatCode="0%">
                  <c:v>0</c:v>
                </c:pt>
                <c:pt idx="19" formatCode="0%">
                  <c:v>0.37407174332629706</c:v>
                </c:pt>
                <c:pt idx="20" formatCode="0%">
                  <c:v>0.3881873779440434</c:v>
                </c:pt>
                <c:pt idx="21" formatCode="0%">
                  <c:v>0.19591813230840638</c:v>
                </c:pt>
                <c:pt idx="22" formatCode="0%">
                  <c:v>0.14226660763049298</c:v>
                </c:pt>
                <c:pt idx="23" formatCode="0%">
                  <c:v>0.32519778686125844</c:v>
                </c:pt>
                <c:pt idx="24" formatCode="0%">
                  <c:v>0.22484007570824058</c:v>
                </c:pt>
                <c:pt idx="25" formatCode="0%">
                  <c:v>0.10815140111245126</c:v>
                </c:pt>
                <c:pt idx="27" formatCode="0%">
                  <c:v>0.29767027933512941</c:v>
                </c:pt>
                <c:pt idx="28" formatCode="0%">
                  <c:v>0.31080682344085714</c:v>
                </c:pt>
                <c:pt idx="29" formatCode="0%">
                  <c:v>0.29090948071975009</c:v>
                </c:pt>
                <c:pt idx="30" formatCode="0%">
                  <c:v>0.21176599204151045</c:v>
                </c:pt>
                <c:pt idx="32" formatCode="0%">
                  <c:v>0.28043543478745847</c:v>
                </c:pt>
                <c:pt idx="33" formatCode="0%">
                  <c:v>0.20200686247038543</c:v>
                </c:pt>
                <c:pt idx="34" formatCode="0%">
                  <c:v>0.29454881156614382</c:v>
                </c:pt>
                <c:pt idx="35" formatCode="0%">
                  <c:v>0.23538396597015082</c:v>
                </c:pt>
                <c:pt idx="37" formatCode="0%">
                  <c:v>0.37495391736334421</c:v>
                </c:pt>
                <c:pt idx="38" formatCode="0%">
                  <c:v>0.28694874032851897</c:v>
                </c:pt>
                <c:pt idx="39" formatCode="0%">
                  <c:v>0.11005952765316607</c:v>
                </c:pt>
                <c:pt idx="40" formatCode="0%">
                  <c:v>0.35105369628525218</c:v>
                </c:pt>
                <c:pt idx="41" formatCode="0%">
                  <c:v>0.2849090924431083</c:v>
                </c:pt>
                <c:pt idx="42" formatCode="0%">
                  <c:v>0.19881396191029047</c:v>
                </c:pt>
                <c:pt idx="44" formatCode="0%">
                  <c:v>0.23119691284868657</c:v>
                </c:pt>
                <c:pt idx="45" formatCode="0%">
                  <c:v>0.3001630530015616</c:v>
                </c:pt>
                <c:pt idx="46" formatCode="0%">
                  <c:v>0.34839429905467545</c:v>
                </c:pt>
                <c:pt idx="47" formatCode="0%">
                  <c:v>0.34382739895706121</c:v>
                </c:pt>
                <c:pt idx="49" formatCode="0%">
                  <c:v>0.21577877999632153</c:v>
                </c:pt>
                <c:pt idx="50" formatCode="0%">
                  <c:v>0.35000058289939501</c:v>
                </c:pt>
                <c:pt idx="52" formatCode="0%">
                  <c:v>0.26586996276386066</c:v>
                </c:pt>
                <c:pt idx="53" formatCode="0%">
                  <c:v>0.29353571322416394</c:v>
                </c:pt>
                <c:pt idx="54" formatCode="0%">
                  <c:v>0.26514256237082007</c:v>
                </c:pt>
                <c:pt idx="55" formatCode="0%">
                  <c:v>0.21640247323997264</c:v>
                </c:pt>
                <c:pt idx="57" formatCode="0%">
                  <c:v>0.16858581349350929</c:v>
                </c:pt>
                <c:pt idx="58" formatCode="0%">
                  <c:v>0.45625991974597097</c:v>
                </c:pt>
                <c:pt idx="59" formatCode="0%">
                  <c:v>0.13953352695597523</c:v>
                </c:pt>
                <c:pt idx="60" formatCode="0%">
                  <c:v>5.1790587430379141E-2</c:v>
                </c:pt>
                <c:pt idx="61" formatCode="0%">
                  <c:v>0.1408305523960863</c:v>
                </c:pt>
                <c:pt idx="62" formatCode="0%">
                  <c:v>0.33213265045863255</c:v>
                </c:pt>
                <c:pt idx="63" formatCode="0%">
                  <c:v>3.7411362893821881E-2</c:v>
                </c:pt>
                <c:pt idx="65" formatCode="0%">
                  <c:v>0.20567944463570467</c:v>
                </c:pt>
                <c:pt idx="66" formatCode="0%">
                  <c:v>0.29665553774805742</c:v>
                </c:pt>
                <c:pt idx="67" formatCode="0%">
                  <c:v>0.11926089078733643</c:v>
                </c:pt>
                <c:pt idx="68" formatCode="0%">
                  <c:v>0.35287197971390261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Sheet1!$B$6</c:f>
              <c:strCache>
                <c:ptCount val="1"/>
                <c:pt idx="0">
                  <c:v>Clase media alta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3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Sheet1!$C$2:$BS$2</c:f>
              <c:strCache>
                <c:ptCount val="69"/>
                <c:pt idx="0">
                  <c:v>Total</c:v>
                </c:pt>
                <c:pt idx="2">
                  <c:v>Hombre</c:v>
                </c:pt>
                <c:pt idx="3">
                  <c:v>Mujer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Mas de 60</c:v>
                </c:pt>
                <c:pt idx="10">
                  <c:v>Basica</c:v>
                </c:pt>
                <c:pt idx="11">
                  <c:v>Media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Bogota</c:v>
                </c:pt>
                <c:pt idx="20">
                  <c:v>Antioquia</c:v>
                </c:pt>
                <c:pt idx="21">
                  <c:v>Pacifico</c:v>
                </c:pt>
                <c:pt idx="22">
                  <c:v>Caribe</c:v>
                </c:pt>
                <c:pt idx="23">
                  <c:v>Andina</c:v>
                </c:pt>
                <c:pt idx="24">
                  <c:v>Orinoquia</c:v>
                </c:pt>
                <c:pt idx="25">
                  <c:v>Amazonica</c:v>
                </c:pt>
                <c:pt idx="27">
                  <c:v>Blanco</c:v>
                </c:pt>
                <c:pt idx="28">
                  <c:v>Mestizo</c:v>
                </c:pt>
                <c:pt idx="29">
                  <c:v>Minoria etinca</c:v>
                </c:pt>
                <c:pt idx="30">
                  <c:v>Ninguno de ellos/ otro</c:v>
                </c:pt>
                <c:pt idx="32">
                  <c:v>Ninguna</c:v>
                </c:pt>
                <c:pt idx="33">
                  <c:v>Evangelica</c:v>
                </c:pt>
                <c:pt idx="34">
                  <c:v>Católica</c:v>
                </c:pt>
                <c:pt idx="35">
                  <c:v>Otra</c:v>
                </c:pt>
                <c:pt idx="37">
                  <c:v>Derecha</c:v>
                </c:pt>
                <c:pt idx="38">
                  <c:v>Centro Derecha</c:v>
                </c:pt>
                <c:pt idx="39">
                  <c:v>Centro</c:v>
                </c:pt>
                <c:pt idx="40">
                  <c:v>Centro Izquierda</c:v>
                </c:pt>
                <c:pt idx="41">
                  <c:v>Izquierda</c:v>
                </c:pt>
                <c:pt idx="42">
                  <c:v>Ninguna</c:v>
                </c:pt>
                <c:pt idx="44">
                  <c:v>Gustavo Petro </c:v>
                </c:pt>
                <c:pt idx="45">
                  <c:v>Rodolfo Hernández </c:v>
                </c:pt>
                <c:pt idx="46">
                  <c:v>Federico Gutiérrez </c:v>
                </c:pt>
                <c:pt idx="47">
                  <c:v>Sergio Fajardo </c:v>
                </c:pt>
                <c:pt idx="49">
                  <c:v>Gustavo Petro </c:v>
                </c:pt>
                <c:pt idx="50">
                  <c:v>Rodolfo Hernández </c:v>
                </c:pt>
                <c:pt idx="52">
                  <c:v>Pacto Histórico</c:v>
                </c:pt>
                <c:pt idx="53">
                  <c:v>Centro Democrático</c:v>
                </c:pt>
                <c:pt idx="54">
                  <c:v>Otro</c:v>
                </c:pt>
                <c:pt idx="55">
                  <c:v>No sabe</c:v>
                </c:pt>
                <c:pt idx="57">
                  <c:v>Carolina Corcho</c:v>
                </c:pt>
                <c:pt idx="58">
                  <c:v>Ivan Cepeda</c:v>
                </c:pt>
                <c:pt idx="59">
                  <c:v>Daniel Quintero</c:v>
                </c:pt>
                <c:pt idx="60">
                  <c:v>Gustavo Bolívar</c:v>
                </c:pt>
                <c:pt idx="61">
                  <c:v>María José Pizarro</c:v>
                </c:pt>
                <c:pt idx="62">
                  <c:v>Otro</c:v>
                </c:pt>
                <c:pt idx="63">
                  <c:v>No sabe</c:v>
                </c:pt>
                <c:pt idx="65">
                  <c:v>Muy buena</c:v>
                </c:pt>
                <c:pt idx="66">
                  <c:v>Buena</c:v>
                </c:pt>
                <c:pt idx="67">
                  <c:v>Mala</c:v>
                </c:pt>
                <c:pt idx="68">
                  <c:v>Muy mala</c:v>
                </c:pt>
              </c:strCache>
            </c:strRef>
          </c:cat>
          <c:val>
            <c:numRef>
              <c:f>Sheet1!$C$6:$BS$6</c:f>
              <c:numCache>
                <c:formatCode>General</c:formatCode>
                <c:ptCount val="69"/>
                <c:pt idx="0" formatCode="0%">
                  <c:v>4.6898972349068785E-2</c:v>
                </c:pt>
                <c:pt idx="2" formatCode="0%">
                  <c:v>4.4716552740386072E-2</c:v>
                </c:pt>
                <c:pt idx="3" formatCode="0%">
                  <c:v>4.9201982344698705E-2</c:v>
                </c:pt>
                <c:pt idx="5" formatCode="0%">
                  <c:v>6.4982062730392309E-2</c:v>
                </c:pt>
                <c:pt idx="6" formatCode="0%">
                  <c:v>1.4918382584427294E-2</c:v>
                </c:pt>
                <c:pt idx="7" formatCode="0%">
                  <c:v>3.0615510344242772E-2</c:v>
                </c:pt>
                <c:pt idx="8" formatCode="0%">
                  <c:v>9.8257471815235059E-2</c:v>
                </c:pt>
                <c:pt idx="10" formatCode="0%">
                  <c:v>3.2410794836890959E-2</c:v>
                </c:pt>
                <c:pt idx="11" formatCode="0%">
                  <c:v>4.9664983629800735E-2</c:v>
                </c:pt>
                <c:pt idx="12" formatCode="0%">
                  <c:v>5.8554859212262896E-2</c:v>
                </c:pt>
                <c:pt idx="14" formatCode="0%">
                  <c:v>0</c:v>
                </c:pt>
                <c:pt idx="15" formatCode="0%">
                  <c:v>0</c:v>
                </c:pt>
                <c:pt idx="16" formatCode="0%">
                  <c:v>0</c:v>
                </c:pt>
                <c:pt idx="17" formatCode="0%">
                  <c:v>0.89136443384470676</c:v>
                </c:pt>
                <c:pt idx="19" formatCode="0%">
                  <c:v>6.3650054784079493E-2</c:v>
                </c:pt>
                <c:pt idx="20" formatCode="0%">
                  <c:v>2.6978059875281044E-2</c:v>
                </c:pt>
                <c:pt idx="21" formatCode="0%">
                  <c:v>2.9873210061012952E-2</c:v>
                </c:pt>
                <c:pt idx="22" formatCode="0%">
                  <c:v>1.4088952690057343E-2</c:v>
                </c:pt>
                <c:pt idx="23" formatCode="0%">
                  <c:v>9.1144141741820464E-2</c:v>
                </c:pt>
                <c:pt idx="24" formatCode="0%">
                  <c:v>2.3667889334658646E-2</c:v>
                </c:pt>
                <c:pt idx="25" formatCode="0%">
                  <c:v>2.9075869379709327E-2</c:v>
                </c:pt>
                <c:pt idx="27" formatCode="0%">
                  <c:v>6.8707783181374882E-2</c:v>
                </c:pt>
                <c:pt idx="28" formatCode="0%">
                  <c:v>4.9616624737971883E-2</c:v>
                </c:pt>
                <c:pt idx="29" formatCode="0%">
                  <c:v>6.6583366249999207E-3</c:v>
                </c:pt>
                <c:pt idx="30" formatCode="0%">
                  <c:v>4.5942598476163408E-2</c:v>
                </c:pt>
                <c:pt idx="32" formatCode="0%">
                  <c:v>1.6429004900423521E-2</c:v>
                </c:pt>
                <c:pt idx="33" formatCode="0%">
                  <c:v>3.5652143553220314E-2</c:v>
                </c:pt>
                <c:pt idx="34" formatCode="0%">
                  <c:v>6.2338232067311997E-2</c:v>
                </c:pt>
                <c:pt idx="35" formatCode="0%">
                  <c:v>3.5937545504157922E-3</c:v>
                </c:pt>
                <c:pt idx="37" formatCode="0%">
                  <c:v>4.3344735406182486E-2</c:v>
                </c:pt>
                <c:pt idx="38" formatCode="0%">
                  <c:v>0.10742953037250873</c:v>
                </c:pt>
                <c:pt idx="39" formatCode="0%">
                  <c:v>0.10335508459018525</c:v>
                </c:pt>
                <c:pt idx="40" formatCode="0%">
                  <c:v>0.10124972075319284</c:v>
                </c:pt>
                <c:pt idx="41" formatCode="0%">
                  <c:v>1.7052677021702756E-2</c:v>
                </c:pt>
                <c:pt idx="42" formatCode="0%">
                  <c:v>1.6743677800494235E-2</c:v>
                </c:pt>
                <c:pt idx="44" formatCode="0%">
                  <c:v>3.4268464254929513E-2</c:v>
                </c:pt>
                <c:pt idx="45" formatCode="0%">
                  <c:v>5.6291804452218368E-2</c:v>
                </c:pt>
                <c:pt idx="46" formatCode="0%">
                  <c:v>0.11734382024368284</c:v>
                </c:pt>
                <c:pt idx="47" formatCode="0%">
                  <c:v>2.114743258272659E-2</c:v>
                </c:pt>
                <c:pt idx="49" formatCode="0%">
                  <c:v>3.4739848912645414E-2</c:v>
                </c:pt>
                <c:pt idx="50" formatCode="0%">
                  <c:v>6.6185254811835431E-2</c:v>
                </c:pt>
                <c:pt idx="52" formatCode="0%">
                  <c:v>4.08545063195353E-2</c:v>
                </c:pt>
                <c:pt idx="53" formatCode="0%">
                  <c:v>6.776371054215842E-2</c:v>
                </c:pt>
                <c:pt idx="54" formatCode="0%">
                  <c:v>3.6508064525058254E-2</c:v>
                </c:pt>
                <c:pt idx="55" formatCode="0%">
                  <c:v>1.2055241874061332E-2</c:v>
                </c:pt>
                <c:pt idx="57" formatCode="0%">
                  <c:v>8.1734772480180448E-2</c:v>
                </c:pt>
                <c:pt idx="58" formatCode="0%">
                  <c:v>2.8441768622887723E-2</c:v>
                </c:pt>
                <c:pt idx="59" formatCode="0%">
                  <c:v>2.9136176410276788E-2</c:v>
                </c:pt>
                <c:pt idx="60" formatCode="0%">
                  <c:v>3.5485176306668607E-2</c:v>
                </c:pt>
                <c:pt idx="61" formatCode="0%">
                  <c:v>0</c:v>
                </c:pt>
                <c:pt idx="62" formatCode="0%">
                  <c:v>0</c:v>
                </c:pt>
                <c:pt idx="63" formatCode="0%">
                  <c:v>0</c:v>
                </c:pt>
                <c:pt idx="65" formatCode="0%">
                  <c:v>4.4330052355649852E-2</c:v>
                </c:pt>
                <c:pt idx="66" formatCode="0%">
                  <c:v>3.460183763567206E-2</c:v>
                </c:pt>
                <c:pt idx="67" formatCode="0%">
                  <c:v>7.8109576843863798E-2</c:v>
                </c:pt>
                <c:pt idx="68" formatCode="0%">
                  <c:v>4.9758771314070867E-2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Sheet1!$B$7</c:f>
              <c:strCache>
                <c:ptCount val="1"/>
                <c:pt idx="0">
                  <c:v>Clase alta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3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Sheet1!$C$2:$BS$2</c:f>
              <c:strCache>
                <c:ptCount val="69"/>
                <c:pt idx="0">
                  <c:v>Total</c:v>
                </c:pt>
                <c:pt idx="2">
                  <c:v>Hombre</c:v>
                </c:pt>
                <c:pt idx="3">
                  <c:v>Mujer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Mas de 60</c:v>
                </c:pt>
                <c:pt idx="10">
                  <c:v>Basica</c:v>
                </c:pt>
                <c:pt idx="11">
                  <c:v>Media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Bogota</c:v>
                </c:pt>
                <c:pt idx="20">
                  <c:v>Antioquia</c:v>
                </c:pt>
                <c:pt idx="21">
                  <c:v>Pacifico</c:v>
                </c:pt>
                <c:pt idx="22">
                  <c:v>Caribe</c:v>
                </c:pt>
                <c:pt idx="23">
                  <c:v>Andina</c:v>
                </c:pt>
                <c:pt idx="24">
                  <c:v>Orinoquia</c:v>
                </c:pt>
                <c:pt idx="25">
                  <c:v>Amazonica</c:v>
                </c:pt>
                <c:pt idx="27">
                  <c:v>Blanco</c:v>
                </c:pt>
                <c:pt idx="28">
                  <c:v>Mestizo</c:v>
                </c:pt>
                <c:pt idx="29">
                  <c:v>Minoria etinca</c:v>
                </c:pt>
                <c:pt idx="30">
                  <c:v>Ninguno de ellos/ otro</c:v>
                </c:pt>
                <c:pt idx="32">
                  <c:v>Ninguna</c:v>
                </c:pt>
                <c:pt idx="33">
                  <c:v>Evangelica</c:v>
                </c:pt>
                <c:pt idx="34">
                  <c:v>Católica</c:v>
                </c:pt>
                <c:pt idx="35">
                  <c:v>Otra</c:v>
                </c:pt>
                <c:pt idx="37">
                  <c:v>Derecha</c:v>
                </c:pt>
                <c:pt idx="38">
                  <c:v>Centro Derecha</c:v>
                </c:pt>
                <c:pt idx="39">
                  <c:v>Centro</c:v>
                </c:pt>
                <c:pt idx="40">
                  <c:v>Centro Izquierda</c:v>
                </c:pt>
                <c:pt idx="41">
                  <c:v>Izquierda</c:v>
                </c:pt>
                <c:pt idx="42">
                  <c:v>Ninguna</c:v>
                </c:pt>
                <c:pt idx="44">
                  <c:v>Gustavo Petro </c:v>
                </c:pt>
                <c:pt idx="45">
                  <c:v>Rodolfo Hernández </c:v>
                </c:pt>
                <c:pt idx="46">
                  <c:v>Federico Gutiérrez </c:v>
                </c:pt>
                <c:pt idx="47">
                  <c:v>Sergio Fajardo </c:v>
                </c:pt>
                <c:pt idx="49">
                  <c:v>Gustavo Petro </c:v>
                </c:pt>
                <c:pt idx="50">
                  <c:v>Rodolfo Hernández </c:v>
                </c:pt>
                <c:pt idx="52">
                  <c:v>Pacto Histórico</c:v>
                </c:pt>
                <c:pt idx="53">
                  <c:v>Centro Democrático</c:v>
                </c:pt>
                <c:pt idx="54">
                  <c:v>Otro</c:v>
                </c:pt>
                <c:pt idx="55">
                  <c:v>No sabe</c:v>
                </c:pt>
                <c:pt idx="57">
                  <c:v>Carolina Corcho</c:v>
                </c:pt>
                <c:pt idx="58">
                  <c:v>Ivan Cepeda</c:v>
                </c:pt>
                <c:pt idx="59">
                  <c:v>Daniel Quintero</c:v>
                </c:pt>
                <c:pt idx="60">
                  <c:v>Gustavo Bolívar</c:v>
                </c:pt>
                <c:pt idx="61">
                  <c:v>María José Pizarro</c:v>
                </c:pt>
                <c:pt idx="62">
                  <c:v>Otro</c:v>
                </c:pt>
                <c:pt idx="63">
                  <c:v>No sabe</c:v>
                </c:pt>
                <c:pt idx="65">
                  <c:v>Muy buena</c:v>
                </c:pt>
                <c:pt idx="66">
                  <c:v>Buena</c:v>
                </c:pt>
                <c:pt idx="67">
                  <c:v>Mala</c:v>
                </c:pt>
                <c:pt idx="68">
                  <c:v>Muy mala</c:v>
                </c:pt>
              </c:strCache>
            </c:strRef>
          </c:cat>
          <c:val>
            <c:numRef>
              <c:f>Sheet1!$C$7:$BS$7</c:f>
              <c:numCache>
                <c:formatCode>General</c:formatCode>
                <c:ptCount val="69"/>
                <c:pt idx="0" formatCode="0%">
                  <c:v>5.7158399188834723E-3</c:v>
                </c:pt>
                <c:pt idx="2" formatCode="0%">
                  <c:v>2.5431589760346695E-3</c:v>
                </c:pt>
                <c:pt idx="3" formatCode="0%">
                  <c:v>8.3925510465936576E-3</c:v>
                </c:pt>
                <c:pt idx="5" formatCode="0%">
                  <c:v>2.0736040747508889E-2</c:v>
                </c:pt>
                <c:pt idx="6" formatCode="0%">
                  <c:v>1.1479350143904257E-4</c:v>
                </c:pt>
                <c:pt idx="7" formatCode="0%">
                  <c:v>4.4330576708757081E-3</c:v>
                </c:pt>
                <c:pt idx="8" formatCode="0%">
                  <c:v>2.3199141636874279E-3</c:v>
                </c:pt>
                <c:pt idx="10" formatCode="0%">
                  <c:v>0</c:v>
                </c:pt>
                <c:pt idx="11" formatCode="0%">
                  <c:v>2.5414776077003344E-3</c:v>
                </c:pt>
                <c:pt idx="12" formatCode="0%">
                  <c:v>1.7160589382019271E-2</c:v>
                </c:pt>
                <c:pt idx="14" formatCode="0%">
                  <c:v>0</c:v>
                </c:pt>
                <c:pt idx="15" formatCode="0%">
                  <c:v>0</c:v>
                </c:pt>
                <c:pt idx="16" formatCode="0%">
                  <c:v>0</c:v>
                </c:pt>
                <c:pt idx="17" formatCode="0%">
                  <c:v>0.10863556615529352</c:v>
                </c:pt>
                <c:pt idx="19" formatCode="0%">
                  <c:v>0</c:v>
                </c:pt>
                <c:pt idx="20" formatCode="0%">
                  <c:v>8.8273196810407951E-3</c:v>
                </c:pt>
                <c:pt idx="21" formatCode="0%">
                  <c:v>2.1346670644335465E-2</c:v>
                </c:pt>
                <c:pt idx="22" formatCode="0%">
                  <c:v>2.1773514283667437E-3</c:v>
                </c:pt>
                <c:pt idx="23" formatCode="0%">
                  <c:v>1.6825117057025071E-3</c:v>
                </c:pt>
                <c:pt idx="24" formatCode="0%">
                  <c:v>0</c:v>
                </c:pt>
                <c:pt idx="25" formatCode="0%">
                  <c:v>4.62904041402642E-3</c:v>
                </c:pt>
                <c:pt idx="27" formatCode="0%">
                  <c:v>2.3015605410099709E-2</c:v>
                </c:pt>
                <c:pt idx="28" formatCode="0%">
                  <c:v>0</c:v>
                </c:pt>
                <c:pt idx="29" formatCode="0%">
                  <c:v>4.0381231119910582E-3</c:v>
                </c:pt>
                <c:pt idx="30" formatCode="0%">
                  <c:v>1.4870939505686031E-4</c:v>
                </c:pt>
                <c:pt idx="32" formatCode="0%">
                  <c:v>2.6558248184041723E-3</c:v>
                </c:pt>
                <c:pt idx="33" formatCode="0%">
                  <c:v>0</c:v>
                </c:pt>
                <c:pt idx="34" formatCode="0%">
                  <c:v>8.8236836944019254E-3</c:v>
                </c:pt>
                <c:pt idx="35" formatCode="0%">
                  <c:v>1.9376560529594085E-4</c:v>
                </c:pt>
                <c:pt idx="37" formatCode="0%">
                  <c:v>1.6995629182980764E-2</c:v>
                </c:pt>
                <c:pt idx="38" formatCode="0%">
                  <c:v>6.269809847721762E-3</c:v>
                </c:pt>
                <c:pt idx="39" formatCode="0%">
                  <c:v>1.090787247802175E-3</c:v>
                </c:pt>
                <c:pt idx="40" formatCode="0%">
                  <c:v>2.8973728225926504E-4</c:v>
                </c:pt>
                <c:pt idx="41" formatCode="0%">
                  <c:v>1.2589381645259762E-3</c:v>
                </c:pt>
                <c:pt idx="42" formatCode="0%">
                  <c:v>9.9769364091585253E-4</c:v>
                </c:pt>
                <c:pt idx="44" formatCode="0%">
                  <c:v>8.7665641917598447E-4</c:v>
                </c:pt>
                <c:pt idx="45" formatCode="0%">
                  <c:v>3.9715621461528091E-3</c:v>
                </c:pt>
                <c:pt idx="46" formatCode="0%">
                  <c:v>2.4238818098459999E-2</c:v>
                </c:pt>
                <c:pt idx="47" formatCode="0%">
                  <c:v>7.6915624924962854E-4</c:v>
                </c:pt>
                <c:pt idx="49" formatCode="0%">
                  <c:v>7.4028366386543376E-4</c:v>
                </c:pt>
                <c:pt idx="50" formatCode="0%">
                  <c:v>1.475563186534995E-2</c:v>
                </c:pt>
                <c:pt idx="52" formatCode="0%">
                  <c:v>7.7219478544076779E-4</c:v>
                </c:pt>
                <c:pt idx="53" formatCode="0%">
                  <c:v>1.2950065368075338E-2</c:v>
                </c:pt>
                <c:pt idx="54" formatCode="0%">
                  <c:v>2.1802868106700964E-4</c:v>
                </c:pt>
                <c:pt idx="55" formatCode="0%">
                  <c:v>1.8351807213265916E-3</c:v>
                </c:pt>
                <c:pt idx="57" formatCode="0%">
                  <c:v>2.2418061380224857E-4</c:v>
                </c:pt>
                <c:pt idx="58" formatCode="0%">
                  <c:v>1.9081277890295972E-3</c:v>
                </c:pt>
                <c:pt idx="59" formatCode="0%">
                  <c:v>0</c:v>
                </c:pt>
                <c:pt idx="60" formatCode="0%">
                  <c:v>1.2137813835670006E-3</c:v>
                </c:pt>
                <c:pt idx="61" formatCode="0%">
                  <c:v>0</c:v>
                </c:pt>
                <c:pt idx="62" formatCode="0%">
                  <c:v>0</c:v>
                </c:pt>
                <c:pt idx="63" formatCode="0%">
                  <c:v>0</c:v>
                </c:pt>
                <c:pt idx="65" formatCode="0%">
                  <c:v>1.128747311239885E-3</c:v>
                </c:pt>
                <c:pt idx="66" formatCode="0%">
                  <c:v>2.0812780655762221E-4</c:v>
                </c:pt>
                <c:pt idx="67" formatCode="0%">
                  <c:v>1.0355709293076356E-2</c:v>
                </c:pt>
                <c:pt idx="68" formatCode="0%">
                  <c:v>9.8142292554498304E-3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522932152"/>
        <c:axId val="522930584"/>
      </c:barChart>
      <c:catAx>
        <c:axId val="522932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ES"/>
          </a:p>
        </c:txPr>
        <c:crossAx val="522930584"/>
        <c:crosses val="autoZero"/>
        <c:auto val="1"/>
        <c:lblAlgn val="ctr"/>
        <c:lblOffset val="100"/>
        <c:noMultiLvlLbl val="0"/>
      </c:catAx>
      <c:valAx>
        <c:axId val="52293058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5229321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2.932533454305113E-2"/>
          <c:w val="1"/>
          <c:h val="7.7663270032422405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E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ES"/>
    </a:p>
  </c:txPr>
  <c:externalData r:id="rId2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="" xmlns:a16="http://schemas.microsoft.com/office/drawing/2014/main" id="{2A847946-9BE3-4CF4-BA9D-EF2008D7D4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="" xmlns:a16="http://schemas.microsoft.com/office/drawing/2014/main" id="{300E4230-685D-4F1C-BCE1-0888764AFFB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02445CB-7166-4038-A7B1-61AFE9768C96}" type="datetimeFigureOut">
              <a:rPr lang="es-AR"/>
              <a:pPr>
                <a:defRPr/>
              </a:pPr>
              <a:t>4/9/2025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="" xmlns:a16="http://schemas.microsoft.com/office/drawing/2014/main" id="{2B4B9E78-71F2-4026-91FA-3C7D3CE5DCA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="" xmlns:a16="http://schemas.microsoft.com/office/drawing/2014/main" id="{CC61D676-CD4B-4492-88F1-08F04C314E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A531F3B-ED6B-405D-BD46-1EB9D78C9834}" type="slidenum">
              <a:rPr lang="es-AR"/>
              <a:pPr>
                <a:defRPr/>
              </a:pPr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316031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="" xmlns:a16="http://schemas.microsoft.com/office/drawing/2014/main" id="{1095A6BA-C13B-4BE5-A62B-CC25B691C1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="" xmlns:a16="http://schemas.microsoft.com/office/drawing/2014/main" id="{A70E4BFA-BCCD-4212-B8C3-371A2E2C3C8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FCD622D-ABF3-42F6-960E-AED95841111E}" type="datetimeFigureOut">
              <a:rPr lang="es-AR"/>
              <a:pPr>
                <a:defRPr/>
              </a:pPr>
              <a:t>4/9/2025</a:t>
            </a:fld>
            <a:endParaRPr lang="es-AR"/>
          </a:p>
        </p:txBody>
      </p:sp>
      <p:sp>
        <p:nvSpPr>
          <p:cNvPr id="4" name="Marcador de imagen de diapositiva 3">
            <a:extLst>
              <a:ext uri="{FF2B5EF4-FFF2-40B4-BE49-F238E27FC236}">
                <a16:creationId xmlns="" xmlns:a16="http://schemas.microsoft.com/office/drawing/2014/main" id="{B9BBACC0-2219-4046-B681-F8ADA9E5F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AR" noProof="0"/>
          </a:p>
        </p:txBody>
      </p:sp>
      <p:sp>
        <p:nvSpPr>
          <p:cNvPr id="5" name="Marcador de notas 4">
            <a:extLst>
              <a:ext uri="{FF2B5EF4-FFF2-40B4-BE49-F238E27FC236}">
                <a16:creationId xmlns="" xmlns:a16="http://schemas.microsoft.com/office/drawing/2014/main" id="{36017F63-06EF-4CE4-849D-D4B2AE2DC4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AR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174C67C8-E66B-49F4-96F3-10A1ED4305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CA404766-7773-4B67-860D-29B5ED4A71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EBA88CF-02B0-45EF-BD97-B9BFA8CEC404}" type="slidenum">
              <a:rPr lang="es-AR"/>
              <a:pPr>
                <a:defRPr/>
              </a:pPr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859170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18272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2813" algn="l" defTabSz="18272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7213" algn="l" defTabSz="18272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1613" algn="l" defTabSz="18272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6013" algn="l" defTabSz="18272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1714" algn="l" defTabSz="182868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057" algn="l" defTabSz="182868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0400" algn="l" defTabSz="182868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4743" algn="l" defTabSz="182868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085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Conector recto 3">
            <a:extLst>
              <a:ext uri="{FF2B5EF4-FFF2-40B4-BE49-F238E27FC236}">
                <a16:creationId xmlns="" xmlns:a16="http://schemas.microsoft.com/office/drawing/2014/main" id="{FB77EE90-AC52-4B3F-A969-0D8FDC0C8765}"/>
              </a:ext>
            </a:extLst>
          </p:cNvPr>
          <p:cNvCxnSpPr/>
          <p:nvPr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="" xmlns:a16="http://schemas.microsoft.com/office/drawing/2014/main" id="{6CBA3942-A5B0-4532-B125-9DB67683036F}"/>
              </a:ext>
            </a:extLst>
          </p:cNvPr>
          <p:cNvCxnSpPr/>
          <p:nvPr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áfico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Conector recto 6">
            <a:extLst>
              <a:ext uri="{FF2B5EF4-FFF2-40B4-BE49-F238E27FC236}">
                <a16:creationId xmlns="" xmlns:a16="http://schemas.microsoft.com/office/drawing/2014/main" id="{AAF9B887-9B68-4BD8-B092-4FB09EBD0B44}"/>
              </a:ext>
            </a:extLst>
          </p:cNvPr>
          <p:cNvCxnSpPr/>
          <p:nvPr userDrawn="1"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="" xmlns:a16="http://schemas.microsoft.com/office/drawing/2014/main" id="{25F0AC9D-AF2B-4133-8CE6-7D3C70479B06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arcador de pie de página 4">
            <a:extLst>
              <a:ext uri="{FF2B5EF4-FFF2-40B4-BE49-F238E27FC236}">
                <a16:creationId xmlns="" xmlns:a16="http://schemas.microsoft.com/office/drawing/2014/main" id="{D405B260-7538-4AD8-85F3-CA04DC141F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 dirty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septiembre 2019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="" xmlns:a16="http://schemas.microsoft.com/office/drawing/2014/main" id="{D207D6BB-FA50-4491-BE85-F9A883B7AB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BC3FB5F7-9A28-4D6C-8714-D7A6B7ED0046}" type="slidenum">
              <a:rPr lang="es-AR" b="1"/>
              <a:pPr>
                <a:defRPr/>
              </a:pPr>
              <a:t>‹#›</a:t>
            </a:fld>
            <a:endParaRPr lang="es-AR" b="1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41243" y="799907"/>
            <a:ext cx="19118028" cy="1124336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s-ES" dirty="0"/>
              <a:t>Haga clic para modificar el estilo de título del patrón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6460958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Conector recto 3">
            <a:extLst>
              <a:ext uri="{FF2B5EF4-FFF2-40B4-BE49-F238E27FC236}">
                <a16:creationId xmlns="" xmlns:a16="http://schemas.microsoft.com/office/drawing/2014/main" id="{DD076234-0766-44FE-AF72-ED6765817A5C}"/>
              </a:ext>
            </a:extLst>
          </p:cNvPr>
          <p:cNvCxnSpPr/>
          <p:nvPr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="" xmlns:a16="http://schemas.microsoft.com/office/drawing/2014/main" id="{89D5AFC2-2B23-49BD-BDDC-8C3E00146A40}"/>
              </a:ext>
            </a:extLst>
          </p:cNvPr>
          <p:cNvCxnSpPr/>
          <p:nvPr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="" xmlns:a16="http://schemas.microsoft.com/office/drawing/2014/main" id="{FB5B6A96-3D09-4435-B8C6-387D571EDB4F}"/>
              </a:ext>
            </a:extLst>
          </p:cNvPr>
          <p:cNvCxnSpPr/>
          <p:nvPr/>
        </p:nvCxnSpPr>
        <p:spPr>
          <a:xfrm>
            <a:off x="8440738" y="1939925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="" xmlns:a16="http://schemas.microsoft.com/office/drawing/2014/main" id="{9C0B164B-4049-484C-B0D7-17F400BB3817}"/>
              </a:ext>
            </a:extLst>
          </p:cNvPr>
          <p:cNvCxnSpPr/>
          <p:nvPr/>
        </p:nvCxnSpPr>
        <p:spPr>
          <a:xfrm>
            <a:off x="16217900" y="1924050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áfico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Conector recto 8">
            <a:extLst>
              <a:ext uri="{FF2B5EF4-FFF2-40B4-BE49-F238E27FC236}">
                <a16:creationId xmlns="" xmlns:a16="http://schemas.microsoft.com/office/drawing/2014/main" id="{6A15AB9A-62A8-46DF-9C87-8E822E7DAED1}"/>
              </a:ext>
            </a:extLst>
          </p:cNvPr>
          <p:cNvCxnSpPr/>
          <p:nvPr userDrawn="1"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="" xmlns:a16="http://schemas.microsoft.com/office/drawing/2014/main" id="{DD1FC266-E919-4CE9-B646-016973896DDC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="" xmlns:a16="http://schemas.microsoft.com/office/drawing/2014/main" id="{25C95704-0BF8-48EC-AFFA-ABDCCB2F0E2D}"/>
              </a:ext>
            </a:extLst>
          </p:cNvPr>
          <p:cNvCxnSpPr/>
          <p:nvPr userDrawn="1"/>
        </p:nvCxnSpPr>
        <p:spPr>
          <a:xfrm>
            <a:off x="8440738" y="1939925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="" xmlns:a16="http://schemas.microsoft.com/office/drawing/2014/main" id="{CFA44746-0DC8-4298-8F20-F2B9D0A24219}"/>
              </a:ext>
            </a:extLst>
          </p:cNvPr>
          <p:cNvCxnSpPr/>
          <p:nvPr userDrawn="1"/>
        </p:nvCxnSpPr>
        <p:spPr>
          <a:xfrm>
            <a:off x="16217900" y="1924050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pie de página 4">
            <a:extLst>
              <a:ext uri="{FF2B5EF4-FFF2-40B4-BE49-F238E27FC236}">
                <a16:creationId xmlns="" xmlns:a16="http://schemas.microsoft.com/office/drawing/2014/main" id="{A48E0AB2-F12F-4229-83B4-6FE191C78B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 dirty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septiembre 2019</a:t>
            </a:r>
          </a:p>
        </p:txBody>
      </p:sp>
      <p:sp>
        <p:nvSpPr>
          <p:cNvPr id="14" name="Marcador de número de diapositiva 5">
            <a:extLst>
              <a:ext uri="{FF2B5EF4-FFF2-40B4-BE49-F238E27FC236}">
                <a16:creationId xmlns="" xmlns:a16="http://schemas.microsoft.com/office/drawing/2014/main" id="{DFED3621-E51D-4D33-B8B8-6E77F9D3D0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52FD5591-0DDA-4689-828C-90ADDDCC6247}" type="slidenum">
              <a:rPr lang="es-AR" b="1"/>
              <a:pPr>
                <a:defRPr/>
              </a:pPr>
              <a:t>‹#›</a:t>
            </a:fld>
            <a:endParaRPr lang="es-AR" b="1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41243" y="799907"/>
            <a:ext cx="19118028" cy="1124336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s-ES"/>
              <a:t>Haga clic para modificar el estilo de título del patrón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507935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Conector recto 3">
            <a:extLst>
              <a:ext uri="{FF2B5EF4-FFF2-40B4-BE49-F238E27FC236}">
                <a16:creationId xmlns="" xmlns:a16="http://schemas.microsoft.com/office/drawing/2014/main" id="{6F076492-65B7-4C6A-BF63-33F5B7F41BE9}"/>
              </a:ext>
            </a:extLst>
          </p:cNvPr>
          <p:cNvCxnSpPr/>
          <p:nvPr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="" xmlns:a16="http://schemas.microsoft.com/office/drawing/2014/main" id="{A590755A-A3CE-418F-9080-67BDE4BB8328}"/>
              </a:ext>
            </a:extLst>
          </p:cNvPr>
          <p:cNvCxnSpPr/>
          <p:nvPr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="" xmlns:a16="http://schemas.microsoft.com/office/drawing/2014/main" id="{1601FFF3-1DFA-4375-BB40-75F3E9BEEC87}"/>
              </a:ext>
            </a:extLst>
          </p:cNvPr>
          <p:cNvCxnSpPr/>
          <p:nvPr/>
        </p:nvCxnSpPr>
        <p:spPr>
          <a:xfrm>
            <a:off x="12226925" y="1924050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Conector recto 7">
            <a:extLst>
              <a:ext uri="{FF2B5EF4-FFF2-40B4-BE49-F238E27FC236}">
                <a16:creationId xmlns="" xmlns:a16="http://schemas.microsoft.com/office/drawing/2014/main" id="{76094B25-AF01-4EB5-98BE-C8CD2CE37523}"/>
              </a:ext>
            </a:extLst>
          </p:cNvPr>
          <p:cNvCxnSpPr/>
          <p:nvPr userDrawn="1"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="" xmlns:a16="http://schemas.microsoft.com/office/drawing/2014/main" id="{4ABCE2B1-627E-4621-A76F-6D0CEE084028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="" xmlns:a16="http://schemas.microsoft.com/office/drawing/2014/main" id="{16F3F221-A4E0-492D-993F-481DBEE5E1C8}"/>
              </a:ext>
            </a:extLst>
          </p:cNvPr>
          <p:cNvCxnSpPr/>
          <p:nvPr userDrawn="1"/>
        </p:nvCxnSpPr>
        <p:spPr>
          <a:xfrm>
            <a:off x="12226925" y="1924050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pie de página 4">
            <a:extLst>
              <a:ext uri="{FF2B5EF4-FFF2-40B4-BE49-F238E27FC236}">
                <a16:creationId xmlns="" xmlns:a16="http://schemas.microsoft.com/office/drawing/2014/main" id="{6667BEFD-C07E-4A42-B959-AA5BF47D6D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 dirty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septiembre 2019</a:t>
            </a:r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="" xmlns:a16="http://schemas.microsoft.com/office/drawing/2014/main" id="{DC3769ED-B0DA-44B0-A305-A210819F04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526E160C-46CA-45CB-A778-C6C9840497FC}" type="slidenum">
              <a:rPr lang="es-AR" b="1"/>
              <a:pPr>
                <a:defRPr/>
              </a:pPr>
              <a:t>‹#›</a:t>
            </a:fld>
            <a:endParaRPr lang="es-AR" b="1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41243" y="799907"/>
            <a:ext cx="19118028" cy="1124336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s-ES"/>
              <a:t>Haga clic para modificar el estilo de título del patrón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06565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Conector recto 3">
            <a:extLst>
              <a:ext uri="{FF2B5EF4-FFF2-40B4-BE49-F238E27FC236}">
                <a16:creationId xmlns="" xmlns:a16="http://schemas.microsoft.com/office/drawing/2014/main" id="{DD076234-0766-44FE-AF72-ED6765817A5C}"/>
              </a:ext>
            </a:extLst>
          </p:cNvPr>
          <p:cNvCxnSpPr/>
          <p:nvPr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="" xmlns:a16="http://schemas.microsoft.com/office/drawing/2014/main" id="{89D5AFC2-2B23-49BD-BDDC-8C3E00146A40}"/>
              </a:ext>
            </a:extLst>
          </p:cNvPr>
          <p:cNvCxnSpPr/>
          <p:nvPr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="" xmlns:a16="http://schemas.microsoft.com/office/drawing/2014/main" id="{FB5B6A96-3D09-4435-B8C6-387D571EDB4F}"/>
              </a:ext>
            </a:extLst>
          </p:cNvPr>
          <p:cNvCxnSpPr/>
          <p:nvPr/>
        </p:nvCxnSpPr>
        <p:spPr>
          <a:xfrm>
            <a:off x="8440738" y="1939925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Conector recto 7">
            <a:extLst>
              <a:ext uri="{FF2B5EF4-FFF2-40B4-BE49-F238E27FC236}">
                <a16:creationId xmlns="" xmlns:a16="http://schemas.microsoft.com/office/drawing/2014/main" id="{6A15AB9A-62A8-46DF-9C87-8E822E7DAED1}"/>
              </a:ext>
            </a:extLst>
          </p:cNvPr>
          <p:cNvCxnSpPr/>
          <p:nvPr userDrawn="1"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="" xmlns:a16="http://schemas.microsoft.com/office/drawing/2014/main" id="{DD1FC266-E919-4CE9-B646-016973896DDC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="" xmlns:a16="http://schemas.microsoft.com/office/drawing/2014/main" id="{25C95704-0BF8-48EC-AFFA-ABDCCB2F0E2D}"/>
              </a:ext>
            </a:extLst>
          </p:cNvPr>
          <p:cNvCxnSpPr/>
          <p:nvPr userDrawn="1"/>
        </p:nvCxnSpPr>
        <p:spPr>
          <a:xfrm>
            <a:off x="8440738" y="1939925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pie de página 4">
            <a:extLst>
              <a:ext uri="{FF2B5EF4-FFF2-40B4-BE49-F238E27FC236}">
                <a16:creationId xmlns="" xmlns:a16="http://schemas.microsoft.com/office/drawing/2014/main" id="{A48E0AB2-F12F-4229-83B4-6FE191C78B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 dirty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septiembre 2019</a:t>
            </a:r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="" xmlns:a16="http://schemas.microsoft.com/office/drawing/2014/main" id="{DFED3621-E51D-4D33-B8B8-6E77F9D3D0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593FED9F-D15C-44F1-B922-EAED7A5C27FB}" type="slidenum">
              <a:rPr lang="es-AR" b="1"/>
              <a:pPr>
                <a:defRPr/>
              </a:pPr>
              <a:t>‹#›</a:t>
            </a:fld>
            <a:endParaRPr lang="es-AR" b="1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41243" y="799907"/>
            <a:ext cx="19118028" cy="1124336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s-ES"/>
              <a:t>Haga clic para modificar el estilo de título del patrón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649748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Conector recto 2">
            <a:extLst>
              <a:ext uri="{FF2B5EF4-FFF2-40B4-BE49-F238E27FC236}">
                <a16:creationId xmlns="" xmlns:a16="http://schemas.microsoft.com/office/drawing/2014/main" id="{1FF3520E-31A2-4709-985A-AE6ACDB3A3B2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áfico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1938338"/>
            <a:ext cx="22610763" cy="661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7D0A3B32-85A4-49AE-A1E5-D3D6977C3D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 dirty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septiembre 2019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042D1153-C229-4B06-9F44-9FEA018E30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E5804C2F-4738-486C-A1BA-3764D49B885D}" type="slidenum">
              <a:rPr lang="es-AR" b="1"/>
              <a:pPr>
                <a:defRPr/>
              </a:pPr>
              <a:t>‹#›</a:t>
            </a:fld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28356471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Conector recto 2">
            <a:extLst>
              <a:ext uri="{FF2B5EF4-FFF2-40B4-BE49-F238E27FC236}">
                <a16:creationId xmlns="" xmlns:a16="http://schemas.microsoft.com/office/drawing/2014/main" id="{170A9F63-06A8-4DB5-85D0-3B15E56D1BCA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áfico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1938338"/>
            <a:ext cx="22610763" cy="661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03AF7A37-8794-4E01-B504-1C055E8112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 dirty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septiembre 2019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8D1CFCBD-99A8-479B-AB6E-A0DE7B1142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0BC4BCBF-8625-4648-BBF6-98C0E60DD74B}" type="slidenum">
              <a:rPr lang="es-AR" b="1"/>
              <a:pPr>
                <a:defRPr/>
              </a:pPr>
              <a:t>‹#›</a:t>
            </a:fld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1613763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676400" y="3651250"/>
            <a:ext cx="21029613" cy="870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 smtClean="0"/>
              <a:t>Haga clic para modificar los estilos de texto del patrón</a:t>
            </a:r>
          </a:p>
          <a:p>
            <a:pPr lvl="1"/>
            <a:r>
              <a:rPr lang="es-ES" altLang="es-ES" smtClean="0"/>
              <a:t>Segundo nivel</a:t>
            </a:r>
          </a:p>
          <a:p>
            <a:pPr lvl="2"/>
            <a:r>
              <a:rPr lang="es-ES" altLang="es-ES" smtClean="0"/>
              <a:t>Tercer nivel</a:t>
            </a:r>
          </a:p>
          <a:p>
            <a:pPr lvl="3"/>
            <a:r>
              <a:rPr lang="es-ES" altLang="es-ES" smtClean="0"/>
              <a:t>Cuarto nivel</a:t>
            </a:r>
          </a:p>
          <a:p>
            <a:pPr lvl="4"/>
            <a:r>
              <a:rPr lang="es-ES" altLang="es-ES" smtClean="0"/>
              <a:t>Quinto nivel</a:t>
            </a:r>
            <a:endParaRPr lang="en-US" altLang="es-ES" smtClean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7DAC682-D637-43EB-BF71-DE55D5454E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1219124" eaLnBrk="1" fontAlgn="auto" hangingPunct="1">
              <a:spcBef>
                <a:spcPts val="0"/>
              </a:spcBef>
              <a:spcAft>
                <a:spcPts val="0"/>
              </a:spcAft>
              <a:defRPr sz="2400">
                <a:solidFill>
                  <a:srgbClr val="000000">
                    <a:tint val="75000"/>
                  </a:srgbClr>
                </a:solidFill>
                <a:latin typeface="+mn-lt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969B1C1-A7AE-426E-85CA-432BC42EF8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12712700"/>
            <a:ext cx="822801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1219124" eaLnBrk="1" fontAlgn="auto" hangingPunct="1">
              <a:spcBef>
                <a:spcPts val="0"/>
              </a:spcBef>
              <a:spcAft>
                <a:spcPts val="0"/>
              </a:spcAft>
              <a:defRPr sz="2400" dirty="0">
                <a:solidFill>
                  <a:srgbClr val="000000">
                    <a:tint val="75000"/>
                  </a:srgb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s-AR"/>
              <a:t>AMBA | septiembre 2019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299A78F-38B6-403F-8474-4DCF3F5BCC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19613" y="12712700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1219124" eaLnBrk="1" fontAlgn="auto" hangingPunct="1">
              <a:spcBef>
                <a:spcPts val="0"/>
              </a:spcBef>
              <a:spcAft>
                <a:spcPts val="0"/>
              </a:spcAft>
              <a:defRPr sz="2400">
                <a:solidFill>
                  <a:srgbClr val="000000">
                    <a:tint val="75000"/>
                  </a:srgbClr>
                </a:solidFill>
                <a:latin typeface="+mn-lt"/>
              </a:defRPr>
            </a:lvl1pPr>
          </a:lstStyle>
          <a:p>
            <a:pPr>
              <a:defRPr/>
            </a:pPr>
            <a:fld id="{5DC8EF21-CED1-4BD6-B21D-B9EC2B036739}" type="slidenum">
              <a:rPr lang="es-AR"/>
              <a:pPr>
                <a:defRPr/>
              </a:pPr>
              <a:t>‹#›</a:t>
            </a:fld>
            <a:endParaRPr lang="es-AR"/>
          </a:p>
        </p:txBody>
      </p:sp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1676400" y="730250"/>
            <a:ext cx="21029613" cy="265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 smtClean="0"/>
              <a:t>Haga clic para modificar el estilo de título del patrón</a:t>
            </a:r>
            <a:endParaRPr lang="en-US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8" r:id="rId1"/>
    <p:sldLayoutId id="2147484839" r:id="rId2"/>
    <p:sldLayoutId id="2147484840" r:id="rId3"/>
    <p:sldLayoutId id="2147484841" r:id="rId4"/>
    <p:sldLayoutId id="2147484843" r:id="rId5"/>
    <p:sldLayoutId id="2147484844" r:id="rId6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7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2pPr>
      <a:lvl3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3pPr>
      <a:lvl4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4pPr>
      <a:lvl5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5pPr>
      <a:lvl6pPr marL="4572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6pPr>
      <a:lvl7pPr marL="9144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7pPr>
      <a:lvl8pPr marL="13716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8pPr>
      <a:lvl9pPr marL="18288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9pPr>
    </p:titleStyle>
    <p:bodyStyle>
      <a:lvl1pPr marL="455613" indent="-455613" algn="l" defTabSz="1827213" rtl="0" eaLnBrk="0" fontAlgn="base" hangingPunct="0">
        <a:lnSpc>
          <a:spcPct val="90000"/>
        </a:lnSpc>
        <a:spcBef>
          <a:spcPts val="2000"/>
        </a:spcBef>
        <a:spcAft>
          <a:spcPct val="0"/>
        </a:spcAft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00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44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1988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32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886" indent="-457171" algn="l" defTabSz="18286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229" indent="-457171" algn="l" defTabSz="18286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571" indent="-457171" algn="l" defTabSz="18286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1914" indent="-457171" algn="l" defTabSz="18286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43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686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29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371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14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057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00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743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6821048" cy="1123950"/>
          </a:xfrm>
        </p:spPr>
        <p:txBody>
          <a:bodyPr/>
          <a:lstStyle/>
          <a:p>
            <a:r>
              <a:rPr lang="es-AR" altLang="es-ES" sz="3600" b="0" dirty="0" smtClean="0"/>
              <a:t>PLANTILLA VALORATIVA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PIE DE PAGINA</a:t>
            </a: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396766"/>
              </p:ext>
            </p:extLst>
          </p:nvPr>
        </p:nvGraphicFramePr>
        <p:xfrm>
          <a:off x="593660" y="1924050"/>
          <a:ext cx="23184310" cy="10881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1462425" y="3092978"/>
            <a:ext cx="22111953" cy="810067"/>
            <a:chOff x="1462425" y="3092978"/>
            <a:chExt cx="22111953" cy="810067"/>
          </a:xfrm>
        </p:grpSpPr>
        <p:grpSp>
          <p:nvGrpSpPr>
            <p:cNvPr id="6" name="Group 5"/>
            <p:cNvGrpSpPr/>
            <p:nvPr/>
          </p:nvGrpSpPr>
          <p:grpSpPr>
            <a:xfrm>
              <a:off x="1462425" y="3092978"/>
              <a:ext cx="20476829" cy="802996"/>
              <a:chOff x="1539137" y="2937995"/>
              <a:chExt cx="20404983" cy="802996"/>
            </a:xfrm>
          </p:grpSpPr>
          <p:sp>
            <p:nvSpPr>
              <p:cNvPr id="7" name="CuadroTexto 17"/>
              <p:cNvSpPr txBox="1">
                <a:spLocks noChangeArrowheads="1"/>
              </p:cNvSpPr>
              <p:nvPr/>
            </p:nvSpPr>
            <p:spPr bwMode="auto">
              <a:xfrm>
                <a:off x="4313587" y="3212201"/>
                <a:ext cx="120444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Estudios</a:t>
                </a:r>
              </a:p>
            </p:txBody>
          </p:sp>
          <p:sp>
            <p:nvSpPr>
              <p:cNvPr id="8" name="Cerrar corchete 30">
                <a:extLst>
                  <a:ext uri="{FF2B5EF4-FFF2-40B4-BE49-F238E27FC236}">
                    <a16:creationId xmlns:a16="http://schemas.microsoft.com/office/drawing/2014/main" xmlns="" id="{3BD5FB4F-2709-3F22-0659-AFC0E0944DC5}"/>
                  </a:ext>
                </a:extLst>
              </p:cNvPr>
              <p:cNvSpPr/>
              <p:nvPr/>
            </p:nvSpPr>
            <p:spPr bwMode="auto">
              <a:xfrm rot="16200000">
                <a:off x="4838744" y="3201586"/>
                <a:ext cx="161282" cy="91751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" name="Cerrar corchete 45">
                <a:extLst>
                  <a:ext uri="{FF2B5EF4-FFF2-40B4-BE49-F238E27FC236}">
                    <a16:creationId xmlns:a16="http://schemas.microsoft.com/office/drawing/2014/main" xmlns="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3375683" y="3043614"/>
                <a:ext cx="160833" cy="1233905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" name="CuadroTexto 59"/>
              <p:cNvSpPr txBox="1">
                <a:spLocks noChangeArrowheads="1"/>
              </p:cNvSpPr>
              <p:nvPr/>
            </p:nvSpPr>
            <p:spPr bwMode="auto">
              <a:xfrm>
                <a:off x="2935482" y="3207199"/>
                <a:ext cx="103291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Edad</a:t>
                </a:r>
              </a:p>
            </p:txBody>
          </p:sp>
          <p:sp>
            <p:nvSpPr>
              <p:cNvPr id="11" name="Cerrar corchete 44">
                <a:extLst>
                  <a:ext uri="{FF2B5EF4-FFF2-40B4-BE49-F238E27FC236}">
                    <a16:creationId xmlns:a16="http://schemas.microsoft.com/office/drawing/2014/main" xmlns="" id="{7E6E9857-6C01-86B2-39C1-F7668176C0A5}"/>
                  </a:ext>
                </a:extLst>
              </p:cNvPr>
              <p:cNvSpPr/>
              <p:nvPr/>
            </p:nvSpPr>
            <p:spPr bwMode="auto">
              <a:xfrm rot="16200000">
                <a:off x="2070782" y="3368700"/>
                <a:ext cx="160832" cy="583740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CuadroTexto 45"/>
              <p:cNvSpPr txBox="1">
                <a:spLocks noChangeArrowheads="1"/>
              </p:cNvSpPr>
              <p:nvPr/>
            </p:nvSpPr>
            <p:spPr bwMode="auto">
              <a:xfrm>
                <a:off x="1539137" y="3211221"/>
                <a:ext cx="1257319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Género</a:t>
                </a:r>
              </a:p>
            </p:txBody>
          </p:sp>
          <p:sp>
            <p:nvSpPr>
              <p:cNvPr id="13" name="Cerrar corchete 50">
                <a:extLst>
                  <a:ext uri="{FF2B5EF4-FFF2-40B4-BE49-F238E27FC236}">
                    <a16:creationId xmlns:a16="http://schemas.microsoft.com/office/drawing/2014/main" xmlns="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12152370" y="3042178"/>
                <a:ext cx="157392" cy="1240233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" name="CuadroTexto 65"/>
              <p:cNvSpPr txBox="1">
                <a:spLocks noChangeArrowheads="1"/>
              </p:cNvSpPr>
              <p:nvPr/>
            </p:nvSpPr>
            <p:spPr bwMode="auto">
              <a:xfrm>
                <a:off x="11576982" y="3211221"/>
                <a:ext cx="130495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Religión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" name="Cerrar corchete 39">
                <a:extLst>
                  <a:ext uri="{FF2B5EF4-FFF2-40B4-BE49-F238E27FC236}">
                    <a16:creationId xmlns:a16="http://schemas.microsoft.com/office/drawing/2014/main" xmlns="" id="{029ED865-9F14-6082-02E9-B08E4540A0AF}"/>
                  </a:ext>
                </a:extLst>
              </p:cNvPr>
              <p:cNvSpPr/>
              <p:nvPr/>
            </p:nvSpPr>
            <p:spPr bwMode="auto">
              <a:xfrm rot="16200000">
                <a:off x="6310163" y="3021466"/>
                <a:ext cx="160835" cy="127819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" name="CuadroTexto 21"/>
              <p:cNvSpPr txBox="1">
                <a:spLocks noChangeArrowheads="1"/>
              </p:cNvSpPr>
              <p:nvPr/>
            </p:nvSpPr>
            <p:spPr bwMode="auto">
              <a:xfrm>
                <a:off x="5192049" y="3211221"/>
                <a:ext cx="239692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NSE</a:t>
                </a:r>
              </a:p>
            </p:txBody>
          </p:sp>
          <p:sp>
            <p:nvSpPr>
              <p:cNvPr id="17" name="Cerrar corchete 56">
                <a:extLst>
                  <a:ext uri="{FF2B5EF4-FFF2-40B4-BE49-F238E27FC236}">
                    <a16:creationId xmlns:a16="http://schemas.microsoft.com/office/drawing/2014/main" xmlns="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4088654" y="2719461"/>
                <a:ext cx="157393" cy="188566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" name="CuadroTexto 21"/>
              <p:cNvSpPr txBox="1">
                <a:spLocks noChangeArrowheads="1"/>
              </p:cNvSpPr>
              <p:nvPr/>
            </p:nvSpPr>
            <p:spPr bwMode="auto">
              <a:xfrm>
                <a:off x="13084236" y="3212201"/>
                <a:ext cx="215604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Orientación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" name="Cerrar corchete 59">
                <a:extLst>
                  <a:ext uri="{FF2B5EF4-FFF2-40B4-BE49-F238E27FC236}">
                    <a16:creationId xmlns:a16="http://schemas.microsoft.com/office/drawing/2014/main" xmlns="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6062901" y="3029520"/>
                <a:ext cx="157395" cy="126554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" name="CuadroTexto 21"/>
              <p:cNvSpPr txBox="1">
                <a:spLocks noChangeArrowheads="1"/>
              </p:cNvSpPr>
              <p:nvPr/>
            </p:nvSpPr>
            <p:spPr bwMode="auto">
              <a:xfrm>
                <a:off x="14966735" y="2937996"/>
                <a:ext cx="2353588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G</a:t>
                </a:r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enerales</a:t>
                </a:r>
              </a:p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‘22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1" name="Cerrar corchete 62">
                <a:extLst>
                  <a:ext uri="{FF2B5EF4-FFF2-40B4-BE49-F238E27FC236}">
                    <a16:creationId xmlns:a16="http://schemas.microsoft.com/office/drawing/2014/main" xmlns="" id="{8867E575-81C8-D071-ECD3-3C6D9C7FB040}"/>
                  </a:ext>
                </a:extLst>
              </p:cNvPr>
              <p:cNvSpPr/>
              <p:nvPr/>
            </p:nvSpPr>
            <p:spPr bwMode="auto">
              <a:xfrm rot="16200000">
                <a:off x="8416057" y="2542084"/>
                <a:ext cx="157384" cy="2240415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CuadroTexto 65"/>
              <p:cNvSpPr txBox="1">
                <a:spLocks noChangeArrowheads="1"/>
              </p:cNvSpPr>
              <p:nvPr/>
            </p:nvSpPr>
            <p:spPr bwMode="auto">
              <a:xfrm>
                <a:off x="7172059" y="3211221"/>
                <a:ext cx="26511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Zona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" name="CuadroTexto 17"/>
              <p:cNvSpPr txBox="1">
                <a:spLocks noChangeArrowheads="1"/>
              </p:cNvSpPr>
              <p:nvPr/>
            </p:nvSpPr>
            <p:spPr bwMode="auto">
              <a:xfrm>
                <a:off x="10162591" y="3190673"/>
                <a:ext cx="877680" cy="3834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Etnia</a:t>
                </a:r>
              </a:p>
            </p:txBody>
          </p:sp>
          <p:sp>
            <p:nvSpPr>
              <p:cNvPr id="24" name="Cerrar corchete 30">
                <a:extLst>
                  <a:ext uri="{FF2B5EF4-FFF2-40B4-BE49-F238E27FC236}">
                    <a16:creationId xmlns:a16="http://schemas.microsoft.com/office/drawing/2014/main" xmlns="" id="{3BD5FB4F-2709-3F22-0659-AFC0E0944DC5}"/>
                  </a:ext>
                </a:extLst>
              </p:cNvPr>
              <p:cNvSpPr/>
              <p:nvPr/>
            </p:nvSpPr>
            <p:spPr bwMode="auto">
              <a:xfrm rot="16200000">
                <a:off x="10522493" y="3038522"/>
                <a:ext cx="157390" cy="124754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5" name="Cerrar corchete 36">
                <a:extLst>
                  <a:ext uri="{FF2B5EF4-FFF2-40B4-BE49-F238E27FC236}">
                    <a16:creationId xmlns:a16="http://schemas.microsoft.com/office/drawing/2014/main" xmlns="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7363247" y="3361727"/>
                <a:ext cx="157396" cy="601129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6" name="Cerrar corchete 36">
                <a:extLst>
                  <a:ext uri="{FF2B5EF4-FFF2-40B4-BE49-F238E27FC236}">
                    <a16:creationId xmlns:a16="http://schemas.microsoft.com/office/drawing/2014/main" xmlns="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18650594" y="3042523"/>
                <a:ext cx="157396" cy="1239538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CuadroTexto 21"/>
              <p:cNvSpPr txBox="1">
                <a:spLocks noChangeArrowheads="1"/>
              </p:cNvSpPr>
              <p:nvPr/>
            </p:nvSpPr>
            <p:spPr bwMode="auto">
              <a:xfrm>
                <a:off x="17514644" y="3212201"/>
                <a:ext cx="2429293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err="1" smtClean="0">
                    <a:solidFill>
                      <a:srgbClr val="000000"/>
                    </a:solidFill>
                  </a:rPr>
                  <a:t>Int</a:t>
                </a:r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. de voto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8" name="Cerrar corchete 36">
                <a:extLst>
                  <a:ext uri="{FF2B5EF4-FFF2-40B4-BE49-F238E27FC236}">
                    <a16:creationId xmlns:a16="http://schemas.microsoft.com/office/drawing/2014/main" xmlns="" id="{281B7E6D-804D-8259-43B7-3760EF91212B}"/>
                  </a:ext>
                </a:extLst>
              </p:cNvPr>
              <p:cNvSpPr/>
              <p:nvPr/>
            </p:nvSpPr>
            <p:spPr bwMode="auto">
              <a:xfrm rot="16200000">
                <a:off x="20756525" y="2553387"/>
                <a:ext cx="166818" cy="2208373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CuadroTexto 21"/>
              <p:cNvSpPr txBox="1">
                <a:spLocks noChangeArrowheads="1"/>
              </p:cNvSpPr>
              <p:nvPr/>
            </p:nvSpPr>
            <p:spPr bwMode="auto">
              <a:xfrm>
                <a:off x="20098438" y="3197753"/>
                <a:ext cx="148299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Interna PH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" name="CuadroTexto 21"/>
              <p:cNvSpPr txBox="1">
                <a:spLocks noChangeArrowheads="1"/>
              </p:cNvSpPr>
              <p:nvPr/>
            </p:nvSpPr>
            <p:spPr bwMode="auto">
              <a:xfrm>
                <a:off x="16700449" y="2937995"/>
                <a:ext cx="1482992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Ballotage</a:t>
                </a:r>
              </a:p>
              <a:p>
                <a:pPr algn="ctr" eaLnBrk="1" hangingPunct="1"/>
                <a:r>
                  <a:rPr lang="es-AR" altLang="es-AR" sz="1800" b="1" dirty="0" smtClean="0">
                    <a:solidFill>
                      <a:srgbClr val="000000"/>
                    </a:solidFill>
                  </a:rPr>
                  <a:t>‘22</a:t>
                </a:r>
                <a:endParaRPr lang="es-AR" altLang="es-AR" sz="1800" b="1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1" name="Cerrar corchete 36">
              <a:extLst>
                <a:ext uri="{FF2B5EF4-FFF2-40B4-BE49-F238E27FC236}">
                  <a16:creationId xmlns:a16="http://schemas.microsoft.com/office/drawing/2014/main" xmlns="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867080" y="3195747"/>
              <a:ext cx="166818" cy="124777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32" name="CuadroTexto 21"/>
            <p:cNvSpPr txBox="1">
              <a:spLocks noChangeArrowheads="1"/>
            </p:cNvSpPr>
            <p:nvPr/>
          </p:nvSpPr>
          <p:spPr bwMode="auto">
            <a:xfrm>
              <a:off x="22561561" y="3363822"/>
              <a:ext cx="77785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242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Overr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5_Agora 1">
  <a:themeElements>
    <a:clrScheme name="Agora V2">
      <a:dk1>
        <a:srgbClr val="000000"/>
      </a:dk1>
      <a:lt1>
        <a:srgbClr val="FFFFFF"/>
      </a:lt1>
      <a:dk2>
        <a:srgbClr val="023D9B"/>
      </a:dk2>
      <a:lt2>
        <a:srgbClr val="E85833"/>
      </a:lt2>
      <a:accent1>
        <a:srgbClr val="04967A"/>
      </a:accent1>
      <a:accent2>
        <a:srgbClr val="03BD85"/>
      </a:accent2>
      <a:accent3>
        <a:srgbClr val="EA3F28"/>
      </a:accent3>
      <a:accent4>
        <a:srgbClr val="C1273A"/>
      </a:accent4>
      <a:accent5>
        <a:srgbClr val="1D73FC"/>
      </a:accent5>
      <a:accent6>
        <a:srgbClr val="FF008E"/>
      </a:accent6>
      <a:hlink>
        <a:srgbClr val="7357BE"/>
      </a:hlink>
      <a:folHlink>
        <a:srgbClr val="954F72"/>
      </a:folHlink>
    </a:clrScheme>
    <a:fontScheme name="Personalizado 2">
      <a:majorFont>
        <a:latin typeface="HelveticaNeue Std"/>
        <a:ea typeface=""/>
        <a:cs typeface=""/>
      </a:majorFont>
      <a:minorFont>
        <a:latin typeface="HelveticaNeue Std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gora 1" id="{6788EB5D-D376-4F32-A8C9-334025C8CE15}" vid="{034FE926-CF5F-4530-B845-A99A1CA9270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3442</TotalTime>
  <Words>36</Words>
  <Application>Microsoft Office PowerPoint</Application>
  <PresentationFormat>Custom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HelveticaNeue Std</vt:lpstr>
      <vt:lpstr>5_Agora 1</vt:lpstr>
      <vt:lpstr>PLANTILLA VALORATIVA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Diego Villanueva</dc:creator>
  <cp:lastModifiedBy>Microsoft account</cp:lastModifiedBy>
  <cp:revision>1759</cp:revision>
  <dcterms:created xsi:type="dcterms:W3CDTF">2019-11-04T21:16:45Z</dcterms:created>
  <dcterms:modified xsi:type="dcterms:W3CDTF">2025-09-04T14:27:26Z</dcterms:modified>
</cp:coreProperties>
</file>