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4"/>
  </p:notesMasterIdLst>
  <p:handoutMasterIdLst>
    <p:handoutMasterId r:id="rId5"/>
  </p:handoutMasterIdLst>
  <p:sldIdLst>
    <p:sldId id="3092" r:id="rId2"/>
    <p:sldId id="3099" r:id="rId3"/>
  </p:sldIdLst>
  <p:sldSz cx="24382413" cy="13716000"/>
  <p:notesSz cx="6858000" cy="9144000"/>
  <p:defaultTextStyle>
    <a:defPPr>
      <a:defRPr lang="en-US"/>
    </a:defPPr>
    <a:lvl1pPr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1pPr>
    <a:lvl2pPr marL="1217613" indent="-760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2pPr>
    <a:lvl3pPr marL="2436813" indent="-1522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3pPr>
    <a:lvl4pPr marL="3656013" indent="-2284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4pPr>
    <a:lvl5pPr marL="4875213" indent="-3046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5pPr>
    <a:lvl6pPr marL="22860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6pPr>
    <a:lvl7pPr marL="27432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7pPr>
    <a:lvl8pPr marL="32004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8pPr>
    <a:lvl9pPr marL="36576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FA3"/>
    <a:srgbClr val="007E39"/>
    <a:srgbClr val="F6B38E"/>
    <a:srgbClr val="8FD783"/>
    <a:srgbClr val="F682D8"/>
    <a:srgbClr val="CEFF55"/>
    <a:srgbClr val="3BE8FF"/>
    <a:srgbClr val="FF1301"/>
    <a:srgbClr val="E800AB"/>
    <a:srgbClr val="511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66" autoAdjust="0"/>
    <p:restoredTop sz="95256" autoAdjust="0"/>
  </p:normalViewPr>
  <p:slideViewPr>
    <p:cSldViewPr snapToGrid="0">
      <p:cViewPr varScale="1">
        <p:scale>
          <a:sx n="40" d="100"/>
          <a:sy n="40" d="100"/>
        </p:scale>
        <p:origin x="756" y="66"/>
      </p:cViewPr>
      <p:guideLst>
        <p:guide orient="horz" pos="4320"/>
        <p:guide pos="76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Script%20aperturas%20debug\procesado%20Frec%20y%20App%20Pilar%20Ago%2025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tor\Desktop\Script%20aperturas%20debug\procesado%20Frec%20y%20App%20Pilar%20Ago%20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Clase baja</c:v>
                </c:pt>
              </c:strCache>
            </c:strRef>
          </c:tx>
          <c:spPr>
            <a:solidFill>
              <a:srgbClr val="04967A"/>
            </a:solidFill>
            <a:ln>
              <a:solidFill>
                <a:srgbClr val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Sheet1!$C$3:$BS$3</c:f>
              <c:numCache>
                <c:formatCode>General</c:formatCode>
                <c:ptCount val="69"/>
                <c:pt idx="0" formatCode="0%">
                  <c:v>0.34255238638551672</c:v>
                </c:pt>
                <c:pt idx="2" formatCode="0%">
                  <c:v>0.38679061102545481</c:v>
                </c:pt>
                <c:pt idx="3" formatCode="0%">
                  <c:v>0.3005836289261718</c:v>
                </c:pt>
                <c:pt idx="5" formatCode="0%">
                  <c:v>0.4352384392433189</c:v>
                </c:pt>
                <c:pt idx="6" formatCode="0%">
                  <c:v>0.38463857515437511</c:v>
                </c:pt>
                <c:pt idx="7" formatCode="0%">
                  <c:v>0.34280541024734196</c:v>
                </c:pt>
                <c:pt idx="8" formatCode="0%">
                  <c:v>0.20420951565829984</c:v>
                </c:pt>
                <c:pt idx="10" formatCode="0%">
                  <c:v>0.4869921909919902</c:v>
                </c:pt>
                <c:pt idx="11" formatCode="0%">
                  <c:v>0.34501607868470496</c:v>
                </c:pt>
                <c:pt idx="12" formatCode="0%">
                  <c:v>0.17848182710132068</c:v>
                </c:pt>
                <c:pt idx="14" formatCode="0%">
                  <c:v>1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</c:v>
                </c:pt>
                <c:pt idx="19" formatCode="0%">
                  <c:v>0.10357925294740042</c:v>
                </c:pt>
                <c:pt idx="20" formatCode="0%">
                  <c:v>0.24784386543580172</c:v>
                </c:pt>
                <c:pt idx="21" formatCode="0%">
                  <c:v>0.50200431666894774</c:v>
                </c:pt>
                <c:pt idx="22" formatCode="0%">
                  <c:v>0.54928503343244028</c:v>
                </c:pt>
                <c:pt idx="23" formatCode="0%">
                  <c:v>0.23416534105721939</c:v>
                </c:pt>
                <c:pt idx="24" formatCode="0%">
                  <c:v>0.33771578626343002</c:v>
                </c:pt>
                <c:pt idx="25" formatCode="0%">
                  <c:v>0.52532417766801542</c:v>
                </c:pt>
                <c:pt idx="27" formatCode="0%">
                  <c:v>0.22096229715012433</c:v>
                </c:pt>
                <c:pt idx="28" formatCode="0%">
                  <c:v>0.26761654302273374</c:v>
                </c:pt>
                <c:pt idx="29" formatCode="0%">
                  <c:v>0.47902284905420311</c:v>
                </c:pt>
                <c:pt idx="30" formatCode="0%">
                  <c:v>0.42822729806397597</c:v>
                </c:pt>
                <c:pt idx="32" formatCode="0%">
                  <c:v>0.33205147825419695</c:v>
                </c:pt>
                <c:pt idx="33" formatCode="0%">
                  <c:v>0.38741204345430819</c:v>
                </c:pt>
                <c:pt idx="34" formatCode="0%">
                  <c:v>0.31111341727543129</c:v>
                </c:pt>
                <c:pt idx="35" formatCode="0%">
                  <c:v>0.44924104043734964</c:v>
                </c:pt>
                <c:pt idx="37" formatCode="0%">
                  <c:v>0.24207410509087701</c:v>
                </c:pt>
                <c:pt idx="38" formatCode="0%">
                  <c:v>0.2022088705854399</c:v>
                </c:pt>
                <c:pt idx="39" formatCode="0%">
                  <c:v>0.41378590027377954</c:v>
                </c:pt>
                <c:pt idx="40" formatCode="0%">
                  <c:v>0.37032367458282622</c:v>
                </c:pt>
                <c:pt idx="41" formatCode="0%">
                  <c:v>0.34124030979462217</c:v>
                </c:pt>
                <c:pt idx="42" formatCode="0%">
                  <c:v>0.44986173015401609</c:v>
                </c:pt>
                <c:pt idx="44" formatCode="0%">
                  <c:v>0.46266017693289024</c:v>
                </c:pt>
                <c:pt idx="45" formatCode="0%">
                  <c:v>0.25896580891820548</c:v>
                </c:pt>
                <c:pt idx="46" formatCode="0%">
                  <c:v>0.16888654776391709</c:v>
                </c:pt>
                <c:pt idx="47" formatCode="0%">
                  <c:v>0.14636860612359831</c:v>
                </c:pt>
                <c:pt idx="49" formatCode="0%">
                  <c:v>0.45088189981675536</c:v>
                </c:pt>
                <c:pt idx="50" formatCode="0%">
                  <c:v>0.23694971989620892</c:v>
                </c:pt>
                <c:pt idx="52" formatCode="0%">
                  <c:v>0.43589158903521219</c:v>
                </c:pt>
                <c:pt idx="53" formatCode="0%">
                  <c:v>0.24061236797614305</c:v>
                </c:pt>
                <c:pt idx="54" formatCode="0%">
                  <c:v>0.35616269705806497</c:v>
                </c:pt>
                <c:pt idx="55" formatCode="0%">
                  <c:v>0.41047239688500803</c:v>
                </c:pt>
                <c:pt idx="57" formatCode="0%">
                  <c:v>0.47122812769831623</c:v>
                </c:pt>
                <c:pt idx="58" formatCode="0%">
                  <c:v>0.24669122261465332</c:v>
                </c:pt>
                <c:pt idx="59" formatCode="0%">
                  <c:v>0.58994258223194451</c:v>
                </c:pt>
                <c:pt idx="60" formatCode="0%">
                  <c:v>0.687911616247325</c:v>
                </c:pt>
                <c:pt idx="61" formatCode="0%">
                  <c:v>0.59473185620264379</c:v>
                </c:pt>
                <c:pt idx="62" formatCode="0%">
                  <c:v>0.53623191138362558</c:v>
                </c:pt>
                <c:pt idx="63" formatCode="0%">
                  <c:v>0.69990059076079514</c:v>
                </c:pt>
                <c:pt idx="65" formatCode="0%">
                  <c:v>0.5165464303900219</c:v>
                </c:pt>
                <c:pt idx="66" formatCode="0%">
                  <c:v>0.33518908146908466</c:v>
                </c:pt>
                <c:pt idx="67" formatCode="0%">
                  <c:v>0.35249220599057113</c:v>
                </c:pt>
                <c:pt idx="68" formatCode="0%">
                  <c:v>0.26201381696626019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Clase media baja</c:v>
                </c:pt>
              </c:strCache>
            </c:strRef>
          </c:tx>
          <c:spPr>
            <a:solidFill>
              <a:srgbClr val="03BD85"/>
            </a:solidFill>
            <a:ln>
              <a:solidFill>
                <a:srgbClr val="04967A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Sheet1!$C$4:$BS$4</c:f>
              <c:numCache>
                <c:formatCode>General</c:formatCode>
                <c:ptCount val="69"/>
                <c:pt idx="0" formatCode="0%">
                  <c:v>0.30893793090287569</c:v>
                </c:pt>
                <c:pt idx="2" formatCode="0%">
                  <c:v>0.26762886282023274</c:v>
                </c:pt>
                <c:pt idx="3" formatCode="0%">
                  <c:v>0.35036363321204134</c:v>
                </c:pt>
                <c:pt idx="5" formatCode="0%">
                  <c:v>0.26108494828813716</c:v>
                </c:pt>
                <c:pt idx="6" formatCode="0%">
                  <c:v>0.34548512149283861</c:v>
                </c:pt>
                <c:pt idx="7" formatCode="0%">
                  <c:v>0.2663991417943235</c:v>
                </c:pt>
                <c:pt idx="8" formatCode="0%">
                  <c:v>0.35888461431637331</c:v>
                </c:pt>
                <c:pt idx="10" formatCode="0%">
                  <c:v>0.28698123504124418</c:v>
                </c:pt>
                <c:pt idx="11" formatCode="0%">
                  <c:v>0.28717152665799645</c:v>
                </c:pt>
                <c:pt idx="12" formatCode="0%">
                  <c:v>0.36842261534591825</c:v>
                </c:pt>
                <c:pt idx="14" formatCode="0%">
                  <c:v>0</c:v>
                </c:pt>
                <c:pt idx="15" formatCode="0%">
                  <c:v>1</c:v>
                </c:pt>
                <c:pt idx="16" formatCode="0%">
                  <c:v>0</c:v>
                </c:pt>
                <c:pt idx="17" formatCode="0%">
                  <c:v>0</c:v>
                </c:pt>
                <c:pt idx="19" formatCode="0%">
                  <c:v>0.44335798012660127</c:v>
                </c:pt>
                <c:pt idx="20" formatCode="0%">
                  <c:v>0.32236219002156441</c:v>
                </c:pt>
                <c:pt idx="21" formatCode="0%">
                  <c:v>0.25052465962307324</c:v>
                </c:pt>
                <c:pt idx="22" formatCode="0%">
                  <c:v>0.24260942355699808</c:v>
                </c:pt>
                <c:pt idx="23" formatCode="0%">
                  <c:v>0.31109988736004923</c:v>
                </c:pt>
                <c:pt idx="24" formatCode="0%">
                  <c:v>0.40457513349443919</c:v>
                </c:pt>
                <c:pt idx="25" formatCode="0%">
                  <c:v>0.25965959089258833</c:v>
                </c:pt>
                <c:pt idx="27" formatCode="0%">
                  <c:v>0.37968423231246468</c:v>
                </c:pt>
                <c:pt idx="28" formatCode="0%">
                  <c:v>0.36608782431621356</c:v>
                </c:pt>
                <c:pt idx="29" formatCode="0%">
                  <c:v>0.20634182270995907</c:v>
                </c:pt>
                <c:pt idx="30" formatCode="0%">
                  <c:v>0.25674367757418115</c:v>
                </c:pt>
                <c:pt idx="32" formatCode="0%">
                  <c:v>0.3615137442626965</c:v>
                </c:pt>
                <c:pt idx="33" formatCode="0%">
                  <c:v>0.34359905295312432</c:v>
                </c:pt>
                <c:pt idx="34" formatCode="0%">
                  <c:v>0.29775585401347038</c:v>
                </c:pt>
                <c:pt idx="35" formatCode="0%">
                  <c:v>0.27610993431944508</c:v>
                </c:pt>
                <c:pt idx="37" formatCode="0%">
                  <c:v>0.31377724163891468</c:v>
                </c:pt>
                <c:pt idx="38" formatCode="0%">
                  <c:v>0.39639775705851904</c:v>
                </c:pt>
                <c:pt idx="39" formatCode="0%">
                  <c:v>0.29705574418474934</c:v>
                </c:pt>
                <c:pt idx="40" formatCode="0%">
                  <c:v>0.13180571422211532</c:v>
                </c:pt>
                <c:pt idx="41" formatCode="0%">
                  <c:v>0.34304334507956291</c:v>
                </c:pt>
                <c:pt idx="42" formatCode="0%">
                  <c:v>0.31549819618429892</c:v>
                </c:pt>
                <c:pt idx="44" formatCode="0%">
                  <c:v>0.25576743969910781</c:v>
                </c:pt>
                <c:pt idx="45" formatCode="0%">
                  <c:v>0.36262331180648538</c:v>
                </c:pt>
                <c:pt idx="46" formatCode="0%">
                  <c:v>0.33760072568405713</c:v>
                </c:pt>
                <c:pt idx="47" formatCode="0%">
                  <c:v>0.47018645138150739</c:v>
                </c:pt>
                <c:pt idx="49" formatCode="0%">
                  <c:v>0.28225759655456328</c:v>
                </c:pt>
                <c:pt idx="50" formatCode="0%">
                  <c:v>0.32799709425570428</c:v>
                </c:pt>
                <c:pt idx="52" formatCode="0%">
                  <c:v>0.23404185021234133</c:v>
                </c:pt>
                <c:pt idx="53" formatCode="0%">
                  <c:v>0.34986602014682161</c:v>
                </c:pt>
                <c:pt idx="54" formatCode="0%">
                  <c:v>0.33351686539597791</c:v>
                </c:pt>
                <c:pt idx="55" formatCode="0%">
                  <c:v>0.33323716221749067</c:v>
                </c:pt>
                <c:pt idx="57" formatCode="0%">
                  <c:v>0.26480950418512655</c:v>
                </c:pt>
                <c:pt idx="58" formatCode="0%">
                  <c:v>0.23045216926213746</c:v>
                </c:pt>
                <c:pt idx="59" formatCode="0%">
                  <c:v>0.23339348626135037</c:v>
                </c:pt>
                <c:pt idx="60" formatCode="0%">
                  <c:v>0.22094931450767802</c:v>
                </c:pt>
                <c:pt idx="61" formatCode="0%">
                  <c:v>0.26259823252270964</c:v>
                </c:pt>
                <c:pt idx="62" formatCode="0%">
                  <c:v>0.1253505974170176</c:v>
                </c:pt>
                <c:pt idx="63" formatCode="0%">
                  <c:v>0.18098175051410537</c:v>
                </c:pt>
                <c:pt idx="65" formatCode="0%">
                  <c:v>0.20449474071159121</c:v>
                </c:pt>
                <c:pt idx="66" formatCode="0%">
                  <c:v>0.26638327729012568</c:v>
                </c:pt>
                <c:pt idx="67" formatCode="0%">
                  <c:v>0.4335437670814114</c:v>
                </c:pt>
                <c:pt idx="68" formatCode="0%">
                  <c:v>0.32030291143868828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Sheet1!$B$5</c:f>
              <c:strCache>
                <c:ptCount val="1"/>
                <c:pt idx="0">
                  <c:v>Clase media</c:v>
                </c:pt>
              </c:strCache>
            </c:strRef>
          </c:tx>
          <c:spPr>
            <a:solidFill>
              <a:srgbClr val="EA3F28"/>
            </a:solidFill>
            <a:ln>
              <a:solidFill>
                <a:srgbClr val="04967A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Sheet1!$C$5:$BS$5</c:f>
              <c:numCache>
                <c:formatCode>General</c:formatCode>
                <c:ptCount val="69"/>
                <c:pt idx="0" formatCode="0%">
                  <c:v>0.26980625574473155</c:v>
                </c:pt>
                <c:pt idx="2" formatCode="0%">
                  <c:v>0.28402324244130783</c:v>
                </c:pt>
                <c:pt idx="3" formatCode="0%">
                  <c:v>0.25632408946564367</c:v>
                </c:pt>
                <c:pt idx="5" formatCode="0%">
                  <c:v>0.20999704856938958</c:v>
                </c:pt>
                <c:pt idx="6" formatCode="0%">
                  <c:v>0.21221927716568206</c:v>
                </c:pt>
                <c:pt idx="7" formatCode="0%">
                  <c:v>0.33473951377286582</c:v>
                </c:pt>
                <c:pt idx="8" formatCode="0%">
                  <c:v>0.31041974137737965</c:v>
                </c:pt>
                <c:pt idx="10" formatCode="0%">
                  <c:v>0.16781067441784334</c:v>
                </c:pt>
                <c:pt idx="11" formatCode="0%">
                  <c:v>0.27669338057378096</c:v>
                </c:pt>
                <c:pt idx="12" formatCode="0%">
                  <c:v>0.37205100343018299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1</c:v>
                </c:pt>
                <c:pt idx="17" formatCode="0%">
                  <c:v>0</c:v>
                </c:pt>
                <c:pt idx="19" formatCode="0%">
                  <c:v>0.37407174332629706</c:v>
                </c:pt>
                <c:pt idx="20" formatCode="0%">
                  <c:v>0.3881873779440434</c:v>
                </c:pt>
                <c:pt idx="21" formatCode="0%">
                  <c:v>0.19591813230840638</c:v>
                </c:pt>
                <c:pt idx="22" formatCode="0%">
                  <c:v>0.14226660763049298</c:v>
                </c:pt>
                <c:pt idx="23" formatCode="0%">
                  <c:v>0.32519778686125844</c:v>
                </c:pt>
                <c:pt idx="24" formatCode="0%">
                  <c:v>0.22484007570824058</c:v>
                </c:pt>
                <c:pt idx="25" formatCode="0%">
                  <c:v>0.10815140111245126</c:v>
                </c:pt>
                <c:pt idx="27" formatCode="0%">
                  <c:v>0.29767027933512941</c:v>
                </c:pt>
                <c:pt idx="28" formatCode="0%">
                  <c:v>0.31080682344085714</c:v>
                </c:pt>
                <c:pt idx="29" formatCode="0%">
                  <c:v>0.29090948071975009</c:v>
                </c:pt>
                <c:pt idx="30" formatCode="0%">
                  <c:v>0.21176599204151045</c:v>
                </c:pt>
                <c:pt idx="32" formatCode="0%">
                  <c:v>0.28043543478745847</c:v>
                </c:pt>
                <c:pt idx="33" formatCode="0%">
                  <c:v>0.20200686247038543</c:v>
                </c:pt>
                <c:pt idx="34" formatCode="0%">
                  <c:v>0.29454881156614382</c:v>
                </c:pt>
                <c:pt idx="35" formatCode="0%">
                  <c:v>0.23538396597015082</c:v>
                </c:pt>
                <c:pt idx="37" formatCode="0%">
                  <c:v>0.37495391736334421</c:v>
                </c:pt>
                <c:pt idx="38" formatCode="0%">
                  <c:v>0.28694874032851897</c:v>
                </c:pt>
                <c:pt idx="39" formatCode="0%">
                  <c:v>0.11005952765316607</c:v>
                </c:pt>
                <c:pt idx="40" formatCode="0%">
                  <c:v>0.35105369628525218</c:v>
                </c:pt>
                <c:pt idx="41" formatCode="0%">
                  <c:v>0.2849090924431083</c:v>
                </c:pt>
                <c:pt idx="42" formatCode="0%">
                  <c:v>0.19881396191029047</c:v>
                </c:pt>
                <c:pt idx="44" formatCode="0%">
                  <c:v>0.23119691284868657</c:v>
                </c:pt>
                <c:pt idx="45" formatCode="0%">
                  <c:v>0.3001630530015616</c:v>
                </c:pt>
                <c:pt idx="46" formatCode="0%">
                  <c:v>0.34839429905467545</c:v>
                </c:pt>
                <c:pt idx="47" formatCode="0%">
                  <c:v>0.34382739895706121</c:v>
                </c:pt>
                <c:pt idx="49" formatCode="0%">
                  <c:v>0.21577877999632153</c:v>
                </c:pt>
                <c:pt idx="50" formatCode="0%">
                  <c:v>0.35000058289939501</c:v>
                </c:pt>
                <c:pt idx="52" formatCode="0%">
                  <c:v>0.26586996276386066</c:v>
                </c:pt>
                <c:pt idx="53" formatCode="0%">
                  <c:v>0.29353571322416394</c:v>
                </c:pt>
                <c:pt idx="54" formatCode="0%">
                  <c:v>0.26514256237082007</c:v>
                </c:pt>
                <c:pt idx="55" formatCode="0%">
                  <c:v>0.21640247323997264</c:v>
                </c:pt>
                <c:pt idx="57" formatCode="0%">
                  <c:v>0.16858581349350929</c:v>
                </c:pt>
                <c:pt idx="58" formatCode="0%">
                  <c:v>0.45625991974597097</c:v>
                </c:pt>
                <c:pt idx="59" formatCode="0%">
                  <c:v>0.13953352695597523</c:v>
                </c:pt>
                <c:pt idx="60" formatCode="0%">
                  <c:v>5.1790587430379141E-2</c:v>
                </c:pt>
                <c:pt idx="61" formatCode="0%">
                  <c:v>0.1408305523960863</c:v>
                </c:pt>
                <c:pt idx="62" formatCode="0%">
                  <c:v>0.33213265045863255</c:v>
                </c:pt>
                <c:pt idx="63" formatCode="0%">
                  <c:v>3.7411362893821881E-2</c:v>
                </c:pt>
                <c:pt idx="65" formatCode="0%">
                  <c:v>0.20567944463570467</c:v>
                </c:pt>
                <c:pt idx="66" formatCode="0%">
                  <c:v>0.29665553774805742</c:v>
                </c:pt>
                <c:pt idx="67" formatCode="0%">
                  <c:v>0.11926089078733643</c:v>
                </c:pt>
                <c:pt idx="68" formatCode="0%">
                  <c:v>0.35287197971390261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Sheet1!$B$6</c:f>
              <c:strCache>
                <c:ptCount val="1"/>
                <c:pt idx="0">
                  <c:v>Clase media alta</c:v>
                </c:pt>
              </c:strCache>
            </c:strRef>
          </c:tx>
          <c:spPr>
            <a:solidFill>
              <a:srgbClr val="C1273A"/>
            </a:solidFill>
            <a:ln>
              <a:solidFill>
                <a:srgbClr val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Sheet1!$C$6:$BS$6</c:f>
              <c:numCache>
                <c:formatCode>General</c:formatCode>
                <c:ptCount val="69"/>
                <c:pt idx="0" formatCode="0%">
                  <c:v>4.6898972349068785E-2</c:v>
                </c:pt>
                <c:pt idx="2" formatCode="0%">
                  <c:v>4.4716552740386072E-2</c:v>
                </c:pt>
                <c:pt idx="3" formatCode="0%">
                  <c:v>4.9201982344698705E-2</c:v>
                </c:pt>
                <c:pt idx="5" formatCode="0%">
                  <c:v>6.4982062730392309E-2</c:v>
                </c:pt>
                <c:pt idx="6" formatCode="0%">
                  <c:v>1.4918382584427294E-2</c:v>
                </c:pt>
                <c:pt idx="7" formatCode="0%">
                  <c:v>3.0615510344242772E-2</c:v>
                </c:pt>
                <c:pt idx="8" formatCode="0%">
                  <c:v>9.8257471815235059E-2</c:v>
                </c:pt>
                <c:pt idx="10" formatCode="0%">
                  <c:v>3.2410794836890959E-2</c:v>
                </c:pt>
                <c:pt idx="11" formatCode="0%">
                  <c:v>4.9664983629800735E-2</c:v>
                </c:pt>
                <c:pt idx="12" formatCode="0%">
                  <c:v>5.8554859212262896E-2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0.89136443384470676</c:v>
                </c:pt>
                <c:pt idx="19" formatCode="0%">
                  <c:v>6.3650054784079493E-2</c:v>
                </c:pt>
                <c:pt idx="20" formatCode="0%">
                  <c:v>2.6978059875281044E-2</c:v>
                </c:pt>
                <c:pt idx="21" formatCode="0%">
                  <c:v>2.9873210061012952E-2</c:v>
                </c:pt>
                <c:pt idx="22" formatCode="0%">
                  <c:v>1.4088952690057343E-2</c:v>
                </c:pt>
                <c:pt idx="23" formatCode="0%">
                  <c:v>9.1144141741820464E-2</c:v>
                </c:pt>
                <c:pt idx="24" formatCode="0%">
                  <c:v>2.3667889334658646E-2</c:v>
                </c:pt>
                <c:pt idx="25" formatCode="0%">
                  <c:v>2.9075869379709327E-2</c:v>
                </c:pt>
                <c:pt idx="27" formatCode="0%">
                  <c:v>6.8707783181374882E-2</c:v>
                </c:pt>
                <c:pt idx="28" formatCode="0%">
                  <c:v>4.9616624737971883E-2</c:v>
                </c:pt>
                <c:pt idx="29" formatCode="0%">
                  <c:v>6.6583366249999207E-3</c:v>
                </c:pt>
                <c:pt idx="30" formatCode="0%">
                  <c:v>4.5942598476163408E-2</c:v>
                </c:pt>
                <c:pt idx="32" formatCode="0%">
                  <c:v>1.6429004900423521E-2</c:v>
                </c:pt>
                <c:pt idx="33" formatCode="0%">
                  <c:v>3.5652143553220314E-2</c:v>
                </c:pt>
                <c:pt idx="34" formatCode="0%">
                  <c:v>6.2338232067311997E-2</c:v>
                </c:pt>
                <c:pt idx="35" formatCode="0%">
                  <c:v>3.5937545504157922E-3</c:v>
                </c:pt>
                <c:pt idx="37" formatCode="0%">
                  <c:v>4.3344735406182486E-2</c:v>
                </c:pt>
                <c:pt idx="38" formatCode="0%">
                  <c:v>0.10742953037250873</c:v>
                </c:pt>
                <c:pt idx="39" formatCode="0%">
                  <c:v>0.10335508459018525</c:v>
                </c:pt>
                <c:pt idx="40" formatCode="0%">
                  <c:v>0.10124972075319284</c:v>
                </c:pt>
                <c:pt idx="41" formatCode="0%">
                  <c:v>1.7052677021702756E-2</c:v>
                </c:pt>
                <c:pt idx="42" formatCode="0%">
                  <c:v>1.6743677800494235E-2</c:v>
                </c:pt>
                <c:pt idx="44" formatCode="0%">
                  <c:v>3.4268464254929513E-2</c:v>
                </c:pt>
                <c:pt idx="45" formatCode="0%">
                  <c:v>5.6291804452218368E-2</c:v>
                </c:pt>
                <c:pt idx="46" formatCode="0%">
                  <c:v>0.11734382024368284</c:v>
                </c:pt>
                <c:pt idx="47" formatCode="0%">
                  <c:v>2.114743258272659E-2</c:v>
                </c:pt>
                <c:pt idx="49" formatCode="0%">
                  <c:v>3.4739848912645414E-2</c:v>
                </c:pt>
                <c:pt idx="50" formatCode="0%">
                  <c:v>6.6185254811835431E-2</c:v>
                </c:pt>
                <c:pt idx="52" formatCode="0%">
                  <c:v>4.08545063195353E-2</c:v>
                </c:pt>
                <c:pt idx="53" formatCode="0%">
                  <c:v>6.776371054215842E-2</c:v>
                </c:pt>
                <c:pt idx="54" formatCode="0%">
                  <c:v>3.6508064525058254E-2</c:v>
                </c:pt>
                <c:pt idx="55" formatCode="0%">
                  <c:v>1.2055241874061332E-2</c:v>
                </c:pt>
                <c:pt idx="57" formatCode="0%">
                  <c:v>8.1734772480180448E-2</c:v>
                </c:pt>
                <c:pt idx="58" formatCode="0%">
                  <c:v>2.8441768622887723E-2</c:v>
                </c:pt>
                <c:pt idx="59" formatCode="0%">
                  <c:v>2.9136176410276788E-2</c:v>
                </c:pt>
                <c:pt idx="60" formatCode="0%">
                  <c:v>3.5485176306668607E-2</c:v>
                </c:pt>
                <c:pt idx="61" formatCode="0%">
                  <c:v>0</c:v>
                </c:pt>
                <c:pt idx="62" formatCode="0%">
                  <c:v>0</c:v>
                </c:pt>
                <c:pt idx="63" formatCode="0%">
                  <c:v>0</c:v>
                </c:pt>
                <c:pt idx="65" formatCode="0%">
                  <c:v>4.4330052355649852E-2</c:v>
                </c:pt>
                <c:pt idx="66" formatCode="0%">
                  <c:v>3.460183763567206E-2</c:v>
                </c:pt>
                <c:pt idx="67" formatCode="0%">
                  <c:v>7.8109576843863798E-2</c:v>
                </c:pt>
                <c:pt idx="68" formatCode="0%">
                  <c:v>4.9758771314070867E-2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Sheet1!$B$7</c:f>
              <c:strCache>
                <c:ptCount val="1"/>
                <c:pt idx="0">
                  <c:v>Clase alta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solidFill>
                <a:srgbClr val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3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Sheet1!$C$7:$BS$7</c:f>
              <c:numCache>
                <c:formatCode>General</c:formatCode>
                <c:ptCount val="69"/>
                <c:pt idx="0" formatCode="0%">
                  <c:v>5.7158399188834723E-3</c:v>
                </c:pt>
                <c:pt idx="2" formatCode="0%">
                  <c:v>2.5431589760346695E-3</c:v>
                </c:pt>
                <c:pt idx="3" formatCode="0%">
                  <c:v>8.3925510465936576E-3</c:v>
                </c:pt>
                <c:pt idx="5" formatCode="0%">
                  <c:v>2.0736040747508889E-2</c:v>
                </c:pt>
                <c:pt idx="6" formatCode="0%">
                  <c:v>1.1479350143904257E-4</c:v>
                </c:pt>
                <c:pt idx="7" formatCode="0%">
                  <c:v>4.4330576708757081E-3</c:v>
                </c:pt>
                <c:pt idx="8" formatCode="0%">
                  <c:v>2.3199141636874279E-3</c:v>
                </c:pt>
                <c:pt idx="10" formatCode="0%">
                  <c:v>0</c:v>
                </c:pt>
                <c:pt idx="11" formatCode="0%">
                  <c:v>2.5414776077003344E-3</c:v>
                </c:pt>
                <c:pt idx="12" formatCode="0%">
                  <c:v>1.7160589382019271E-2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0.10863556615529352</c:v>
                </c:pt>
                <c:pt idx="19" formatCode="0%">
                  <c:v>0</c:v>
                </c:pt>
                <c:pt idx="20" formatCode="0%">
                  <c:v>8.8273196810407951E-3</c:v>
                </c:pt>
                <c:pt idx="21" formatCode="0%">
                  <c:v>2.1346670644335465E-2</c:v>
                </c:pt>
                <c:pt idx="22" formatCode="0%">
                  <c:v>2.1773514283667437E-3</c:v>
                </c:pt>
                <c:pt idx="23" formatCode="0%">
                  <c:v>1.6825117057025071E-3</c:v>
                </c:pt>
                <c:pt idx="24" formatCode="0%">
                  <c:v>0</c:v>
                </c:pt>
                <c:pt idx="25" formatCode="0%">
                  <c:v>4.62904041402642E-3</c:v>
                </c:pt>
                <c:pt idx="27" formatCode="0%">
                  <c:v>2.3015605410099709E-2</c:v>
                </c:pt>
                <c:pt idx="28" formatCode="0%">
                  <c:v>0</c:v>
                </c:pt>
                <c:pt idx="29" formatCode="0%">
                  <c:v>4.0381231119910582E-3</c:v>
                </c:pt>
                <c:pt idx="30" formatCode="0%">
                  <c:v>1.4870939505686031E-4</c:v>
                </c:pt>
                <c:pt idx="32" formatCode="0%">
                  <c:v>2.6558248184041723E-3</c:v>
                </c:pt>
                <c:pt idx="33" formatCode="0%">
                  <c:v>0</c:v>
                </c:pt>
                <c:pt idx="34" formatCode="0%">
                  <c:v>8.8236836944019254E-3</c:v>
                </c:pt>
                <c:pt idx="35" formatCode="0%">
                  <c:v>1.9376560529594085E-4</c:v>
                </c:pt>
                <c:pt idx="37" formatCode="0%">
                  <c:v>1.6995629182980764E-2</c:v>
                </c:pt>
                <c:pt idx="38" formatCode="0%">
                  <c:v>6.269809847721762E-3</c:v>
                </c:pt>
                <c:pt idx="39" formatCode="0%">
                  <c:v>1.090787247802175E-3</c:v>
                </c:pt>
                <c:pt idx="40" formatCode="0%">
                  <c:v>2.8973728225926504E-4</c:v>
                </c:pt>
                <c:pt idx="41" formatCode="0%">
                  <c:v>1.2589381645259762E-3</c:v>
                </c:pt>
                <c:pt idx="42" formatCode="0%">
                  <c:v>9.9769364091585253E-4</c:v>
                </c:pt>
                <c:pt idx="44" formatCode="0%">
                  <c:v>8.7665641917598447E-4</c:v>
                </c:pt>
                <c:pt idx="45" formatCode="0%">
                  <c:v>3.9715621461528091E-3</c:v>
                </c:pt>
                <c:pt idx="46" formatCode="0%">
                  <c:v>2.4238818098459999E-2</c:v>
                </c:pt>
                <c:pt idx="47" formatCode="0%">
                  <c:v>7.6915624924962854E-4</c:v>
                </c:pt>
                <c:pt idx="49" formatCode="0%">
                  <c:v>7.4028366386543376E-4</c:v>
                </c:pt>
                <c:pt idx="50" formatCode="0%">
                  <c:v>1.475563186534995E-2</c:v>
                </c:pt>
                <c:pt idx="52" formatCode="0%">
                  <c:v>7.7219478544076779E-4</c:v>
                </c:pt>
                <c:pt idx="53" formatCode="0%">
                  <c:v>1.2950065368075338E-2</c:v>
                </c:pt>
                <c:pt idx="54" formatCode="0%">
                  <c:v>2.1802868106700964E-4</c:v>
                </c:pt>
                <c:pt idx="55" formatCode="0%">
                  <c:v>1.8351807213265916E-3</c:v>
                </c:pt>
                <c:pt idx="57" formatCode="0%">
                  <c:v>2.2418061380224857E-4</c:v>
                </c:pt>
                <c:pt idx="58" formatCode="0%">
                  <c:v>1.9081277890295972E-3</c:v>
                </c:pt>
                <c:pt idx="59" formatCode="0%">
                  <c:v>0</c:v>
                </c:pt>
                <c:pt idx="60" formatCode="0%">
                  <c:v>1.2137813835670006E-3</c:v>
                </c:pt>
                <c:pt idx="61" formatCode="0%">
                  <c:v>0</c:v>
                </c:pt>
                <c:pt idx="62" formatCode="0%">
                  <c:v>0</c:v>
                </c:pt>
                <c:pt idx="63" formatCode="0%">
                  <c:v>0</c:v>
                </c:pt>
                <c:pt idx="65" formatCode="0%">
                  <c:v>1.128747311239885E-3</c:v>
                </c:pt>
                <c:pt idx="66" formatCode="0%">
                  <c:v>2.0812780655762221E-4</c:v>
                </c:pt>
                <c:pt idx="67" formatCode="0%">
                  <c:v>1.0355709293076356E-2</c:v>
                </c:pt>
                <c:pt idx="68" formatCode="0%">
                  <c:v>9.8142292554498304E-3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22932152"/>
        <c:axId val="522930584"/>
      </c:barChart>
      <c:catAx>
        <c:axId val="522932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522930584"/>
        <c:crosses val="autoZero"/>
        <c:auto val="1"/>
        <c:lblAlgn val="ctr"/>
        <c:lblOffset val="100"/>
        <c:noMultiLvlLbl val="0"/>
      </c:catAx>
      <c:valAx>
        <c:axId val="52293058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22932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2.932533454305113E-2"/>
          <c:w val="1"/>
          <c:h val="7.7663270032422405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50198255146433E-2"/>
          <c:y val="0.24915684940744337"/>
          <c:w val="0.9730446685522145"/>
          <c:h val="0.54247001362555258"/>
        </c:manualLayout>
      </c:layout>
      <c:lineChart>
        <c:grouping val="standard"/>
        <c:varyColors val="0"/>
        <c:ser>
          <c:idx val="0"/>
          <c:order val="0"/>
          <c:tx>
            <c:strRef>
              <c:f>Sheet1!$B$290</c:f>
              <c:strCache>
                <c:ptCount val="1"/>
                <c:pt idx="0">
                  <c:v>Criação de emprego</c:v>
                </c:pt>
              </c:strCache>
            </c:strRef>
          </c:tx>
          <c:spPr>
            <a:ln w="635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Sheet1!$C$290:$BK$290</c:f>
              <c:numCache>
                <c:formatCode>General</c:formatCode>
                <c:ptCount val="61"/>
                <c:pt idx="0" formatCode="0%">
                  <c:v>0.25959798789812633</c:v>
                </c:pt>
                <c:pt idx="2" formatCode="0%">
                  <c:v>0.2382407775990561</c:v>
                </c:pt>
                <c:pt idx="3" formatCode="0%">
                  <c:v>0.28264483625441328</c:v>
                </c:pt>
                <c:pt idx="5" formatCode="0%">
                  <c:v>0.22544038606718481</c:v>
                </c:pt>
                <c:pt idx="6" formatCode="0%">
                  <c:v>0.25493049064191969</c:v>
                </c:pt>
                <c:pt idx="7" formatCode="0%">
                  <c:v>0.38032799643501869</c:v>
                </c:pt>
                <c:pt idx="8" formatCode="0%">
                  <c:v>0.17322726371254851</c:v>
                </c:pt>
                <c:pt idx="10" formatCode="0%">
                  <c:v>0.2632771413357119</c:v>
                </c:pt>
                <c:pt idx="11" formatCode="0%">
                  <c:v>0.29808875910359878</c:v>
                </c:pt>
                <c:pt idx="12" formatCode="0%">
                  <c:v>0.2023318726874046</c:v>
                </c:pt>
                <c:pt idx="14" formatCode="0%">
                  <c:v>0.35384358062179971</c:v>
                </c:pt>
                <c:pt idx="15" formatCode="0%">
                  <c:v>0.27752949721786507</c:v>
                </c:pt>
                <c:pt idx="16" formatCode="0%">
                  <c:v>0.22071028103554241</c:v>
                </c:pt>
                <c:pt idx="17" formatCode="0%">
                  <c:v>0.19884023400596021</c:v>
                </c:pt>
                <c:pt idx="19" formatCode="0%">
                  <c:v>0.2079551925594981</c:v>
                </c:pt>
                <c:pt idx="20" formatCode="0%">
                  <c:v>0.25407307405795782</c:v>
                </c:pt>
                <c:pt idx="21" formatCode="0%">
                  <c:v>0.29695076351235161</c:v>
                </c:pt>
                <c:pt idx="22" formatCode="0%">
                  <c:v>0.26168254191689427</c:v>
                </c:pt>
                <c:pt idx="23" formatCode="0%">
                  <c:v>0.21324664030433149</c:v>
                </c:pt>
                <c:pt idx="24" formatCode="0%">
                  <c:v>0.33513705793241072</c:v>
                </c:pt>
                <c:pt idx="26" formatCode="0%">
                  <c:v>0.33924537989649273</c:v>
                </c:pt>
                <c:pt idx="27" formatCode="0%">
                  <c:v>0.2392941226592642</c:v>
                </c:pt>
                <c:pt idx="28" formatCode="0%">
                  <c:v>0.15721668690875321</c:v>
                </c:pt>
                <c:pt idx="29" formatCode="0%">
                  <c:v>0.38039219279455339</c:v>
                </c:pt>
                <c:pt idx="30" formatCode="0%">
                  <c:v>0.2189281804528932</c:v>
                </c:pt>
                <c:pt idx="32" formatCode="0%">
                  <c:v>0.23130969163668691</c:v>
                </c:pt>
                <c:pt idx="33" formatCode="0%">
                  <c:v>0.19297537482342789</c:v>
                </c:pt>
                <c:pt idx="34" formatCode="0%">
                  <c:v>0.2426585935503906</c:v>
                </c:pt>
                <c:pt idx="35" formatCode="0%">
                  <c:v>0.2071999755636533</c:v>
                </c:pt>
                <c:pt idx="36" formatCode="0%">
                  <c:v>0.24049063407554089</c:v>
                </c:pt>
                <c:pt idx="38" formatCode="0%">
                  <c:v>0.29508857594874099</c:v>
                </c:pt>
                <c:pt idx="39" formatCode="0%">
                  <c:v>0.15365128648059939</c:v>
                </c:pt>
                <c:pt idx="40" formatCode="0%">
                  <c:v>0.26905882381645418</c:v>
                </c:pt>
                <c:pt idx="41" formatCode="0%">
                  <c:v>0.35938864710691409</c:v>
                </c:pt>
                <c:pt idx="42" formatCode="0%">
                  <c:v>0.26413156740584898</c:v>
                </c:pt>
                <c:pt idx="44" formatCode="0%">
                  <c:v>0.27273443697779531</c:v>
                </c:pt>
                <c:pt idx="45" formatCode="0%">
                  <c:v>0.15387248083104119</c:v>
                </c:pt>
                <c:pt idx="46" formatCode="0%">
                  <c:v>0.3754015149470557</c:v>
                </c:pt>
                <c:pt idx="47" formatCode="0%">
                  <c:v>8.5134450337469331E-2</c:v>
                </c:pt>
                <c:pt idx="48" formatCode="0%">
                  <c:v>0.14778958997399261</c:v>
                </c:pt>
                <c:pt idx="49" formatCode="0%">
                  <c:v>0.39455949880495278</c:v>
                </c:pt>
                <c:pt idx="50" formatCode="0%">
                  <c:v>7.6623232206019742E-2</c:v>
                </c:pt>
                <c:pt idx="51" formatCode="0%">
                  <c:v>0.1709873474715142</c:v>
                </c:pt>
                <c:pt idx="52" formatCode="0%">
                  <c:v>0.35401132145501107</c:v>
                </c:pt>
                <c:pt idx="53" formatCode="0%">
                  <c:v>0.36245573746474241</c:v>
                </c:pt>
                <c:pt idx="54" formatCode="0%">
                  <c:v>0.29819792377228821</c:v>
                </c:pt>
                <c:pt idx="56" formatCode="0%">
                  <c:v>0.2600511634068195</c:v>
                </c:pt>
                <c:pt idx="57" formatCode="0%">
                  <c:v>0.2413026813335932</c:v>
                </c:pt>
                <c:pt idx="58" formatCode="0%">
                  <c:v>0.24490634744477771</c:v>
                </c:pt>
                <c:pt idx="59" formatCode="0%">
                  <c:v>0.28948155824882987</c:v>
                </c:pt>
                <c:pt idx="60" formatCode="0%">
                  <c:v>0.2401319761216569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1A5-4A6E-92E6-7E2E379DF599}"/>
            </c:ext>
          </c:extLst>
        </c:ser>
        <c:ser>
          <c:idx val="1"/>
          <c:order val="1"/>
          <c:tx>
            <c:strRef>
              <c:f>Sheet1!$B$291</c:f>
              <c:strCache>
                <c:ptCount val="1"/>
                <c:pt idx="0">
                  <c:v>Apoio a empreendedores</c:v>
                </c:pt>
              </c:strCache>
            </c:strRef>
          </c:tx>
          <c:spPr>
            <a:ln w="63500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Sheet1!$C$291:$BK$291</c:f>
              <c:numCache>
                <c:formatCode>General</c:formatCode>
                <c:ptCount val="61"/>
                <c:pt idx="0" formatCode="0%">
                  <c:v>0.21468586563445269</c:v>
                </c:pt>
                <c:pt idx="2" formatCode="0%">
                  <c:v>0.24864959379793419</c:v>
                </c:pt>
                <c:pt idx="3" formatCode="0%">
                  <c:v>0.16967531256323659</c:v>
                </c:pt>
                <c:pt idx="5" formatCode="0%">
                  <c:v>0.27729393086229193</c:v>
                </c:pt>
                <c:pt idx="6" formatCode="0%">
                  <c:v>0.22724836807923829</c:v>
                </c:pt>
                <c:pt idx="7" formatCode="0%">
                  <c:v>0.29932379259136421</c:v>
                </c:pt>
                <c:pt idx="8" formatCode="0%">
                  <c:v>0.11413048487478281</c:v>
                </c:pt>
                <c:pt idx="10" formatCode="0%">
                  <c:v>0.1968927199439614</c:v>
                </c:pt>
                <c:pt idx="11" formatCode="0%">
                  <c:v>0.25646811256481139</c:v>
                </c:pt>
                <c:pt idx="12" formatCode="0%">
                  <c:v>0.17778850924017159</c:v>
                </c:pt>
                <c:pt idx="14" formatCode="0%">
                  <c:v>0.26065153575256172</c:v>
                </c:pt>
                <c:pt idx="15" formatCode="0%">
                  <c:v>0.20900449310689881</c:v>
                </c:pt>
                <c:pt idx="16" formatCode="0%">
                  <c:v>0.17236863510006301</c:v>
                </c:pt>
                <c:pt idx="17" formatCode="0%">
                  <c:v>0.24109027649357839</c:v>
                </c:pt>
                <c:pt idx="19" formatCode="0%">
                  <c:v>0.2231702464715403</c:v>
                </c:pt>
                <c:pt idx="20" formatCode="0%">
                  <c:v>0.21058770646290301</c:v>
                </c:pt>
                <c:pt idx="21" formatCode="0%">
                  <c:v>0.21337976669282679</c:v>
                </c:pt>
                <c:pt idx="22" formatCode="0%">
                  <c:v>0.20266188907823529</c:v>
                </c:pt>
                <c:pt idx="23" formatCode="0%">
                  <c:v>0.23185737757657379</c:v>
                </c:pt>
                <c:pt idx="24" formatCode="0%">
                  <c:v>0.1741602324330439</c:v>
                </c:pt>
                <c:pt idx="26" formatCode="0%">
                  <c:v>0.23974255976329481</c:v>
                </c:pt>
                <c:pt idx="27" formatCode="0%">
                  <c:v>8.1006385733213643E-2</c:v>
                </c:pt>
                <c:pt idx="28" formatCode="0%">
                  <c:v>0.14086014507778791</c:v>
                </c:pt>
                <c:pt idx="29" formatCode="0%">
                  <c:v>0.3859351462052239</c:v>
                </c:pt>
                <c:pt idx="30" formatCode="0%">
                  <c:v>0.26122060136767361</c:v>
                </c:pt>
                <c:pt idx="32" formatCode="0%">
                  <c:v>0.27854346174717359</c:v>
                </c:pt>
                <c:pt idx="33" formatCode="0%">
                  <c:v>0.2739773121528829</c:v>
                </c:pt>
                <c:pt idx="34" formatCode="0%">
                  <c:v>0.1995158058930504</c:v>
                </c:pt>
                <c:pt idx="35" formatCode="0%">
                  <c:v>0.12122350441037449</c:v>
                </c:pt>
                <c:pt idx="36" formatCode="0%">
                  <c:v>0.11887044582325069</c:v>
                </c:pt>
                <c:pt idx="38" formatCode="0%">
                  <c:v>0.30928942828798001</c:v>
                </c:pt>
                <c:pt idx="39" formatCode="0%">
                  <c:v>0.16473479523794399</c:v>
                </c:pt>
                <c:pt idx="40" formatCode="0%">
                  <c:v>0.1021250948889575</c:v>
                </c:pt>
                <c:pt idx="41" formatCode="0%">
                  <c:v>0.37961239498090199</c:v>
                </c:pt>
                <c:pt idx="42" formatCode="0%">
                  <c:v>0.26361827099422919</c:v>
                </c:pt>
                <c:pt idx="44" formatCode="0%">
                  <c:v>0.10175497278389441</c:v>
                </c:pt>
                <c:pt idx="45" formatCode="0%">
                  <c:v>0.1710655972001254</c:v>
                </c:pt>
                <c:pt idx="46" formatCode="0%">
                  <c:v>0.37804735362886749</c:v>
                </c:pt>
                <c:pt idx="47" formatCode="0%">
                  <c:v>0.37449401405465088</c:v>
                </c:pt>
                <c:pt idx="48" formatCode="0%">
                  <c:v>5.5443624670991627E-2</c:v>
                </c:pt>
                <c:pt idx="49" formatCode="0%">
                  <c:v>0.29292005548483863</c:v>
                </c:pt>
                <c:pt idx="50" formatCode="0%">
                  <c:v>0.19815635500518741</c:v>
                </c:pt>
                <c:pt idx="51" formatCode="0%">
                  <c:v>0.1690521815184311</c:v>
                </c:pt>
                <c:pt idx="52" formatCode="0%">
                  <c:v>0.26322952749204931</c:v>
                </c:pt>
                <c:pt idx="53" formatCode="0%">
                  <c:v>0.25243911896525623</c:v>
                </c:pt>
                <c:pt idx="54" formatCode="0%">
                  <c:v>0.13267139815452669</c:v>
                </c:pt>
                <c:pt idx="56" formatCode="0%">
                  <c:v>6.7683203617452087E-2</c:v>
                </c:pt>
                <c:pt idx="57" formatCode="0%">
                  <c:v>0.1849871723002102</c:v>
                </c:pt>
                <c:pt idx="58" formatCode="0%">
                  <c:v>0.24396942011385689</c:v>
                </c:pt>
                <c:pt idx="59" formatCode="0%">
                  <c:v>0.21283459589767439</c:v>
                </c:pt>
                <c:pt idx="60" formatCode="0%">
                  <c:v>0.27289785058599092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1A5-4A6E-92E6-7E2E379DF599}"/>
            </c:ext>
          </c:extLst>
        </c:ser>
        <c:ser>
          <c:idx val="2"/>
          <c:order val="2"/>
          <c:tx>
            <c:strRef>
              <c:f>Sheet1!$B$292</c:f>
              <c:strCache>
                <c:ptCount val="1"/>
                <c:pt idx="0">
                  <c:v>Condições laborais</c:v>
                </c:pt>
              </c:strCache>
            </c:strRef>
          </c:tx>
          <c:spPr>
            <a:ln w="6350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Sheet1!$C$292:$BK$292</c:f>
              <c:numCache>
                <c:formatCode>General</c:formatCode>
                <c:ptCount val="61"/>
                <c:pt idx="0" formatCode="0%">
                  <c:v>0.29353526363187599</c:v>
                </c:pt>
                <c:pt idx="2" formatCode="0%">
                  <c:v>0.28356868048470268</c:v>
                </c:pt>
                <c:pt idx="3" formatCode="0%">
                  <c:v>0.30390584533641751</c:v>
                </c:pt>
                <c:pt idx="5" formatCode="0%">
                  <c:v>0.26071257003555559</c:v>
                </c:pt>
                <c:pt idx="6" formatCode="0%">
                  <c:v>0.29922924276271962</c:v>
                </c:pt>
                <c:pt idx="7" formatCode="0%">
                  <c:v>0.36167274222675089</c:v>
                </c:pt>
                <c:pt idx="8" formatCode="0%">
                  <c:v>0.24443129901654681</c:v>
                </c:pt>
                <c:pt idx="10" formatCode="0%">
                  <c:v>0.26331804008260468</c:v>
                </c:pt>
                <c:pt idx="11" formatCode="0%">
                  <c:v>0.3319782874209361</c:v>
                </c:pt>
                <c:pt idx="12" formatCode="0%">
                  <c:v>0.27564373043893942</c:v>
                </c:pt>
                <c:pt idx="14" formatCode="0%">
                  <c:v>0.40345997027627351</c:v>
                </c:pt>
                <c:pt idx="15" formatCode="0%">
                  <c:v>0.31352098884977148</c:v>
                </c:pt>
                <c:pt idx="16" formatCode="0%">
                  <c:v>0.2777401620481314</c:v>
                </c:pt>
                <c:pt idx="17" formatCode="0%">
                  <c:v>0.1918532928485098</c:v>
                </c:pt>
                <c:pt idx="19" formatCode="0%">
                  <c:v>0.28372446287623071</c:v>
                </c:pt>
                <c:pt idx="20" formatCode="0%">
                  <c:v>0.220198231061767</c:v>
                </c:pt>
                <c:pt idx="21" formatCode="0%">
                  <c:v>0.3597545477529715</c:v>
                </c:pt>
                <c:pt idx="22" formatCode="0%">
                  <c:v>0.25612889247425058</c:v>
                </c:pt>
                <c:pt idx="23" formatCode="0%">
                  <c:v>0.25096132654533643</c:v>
                </c:pt>
                <c:pt idx="24" formatCode="0%">
                  <c:v>0.39616151863028087</c:v>
                </c:pt>
                <c:pt idx="26" formatCode="0%">
                  <c:v>0.31633043758085932</c:v>
                </c:pt>
                <c:pt idx="27" formatCode="0%">
                  <c:v>0.36318059619232163</c:v>
                </c:pt>
                <c:pt idx="28" formatCode="0%">
                  <c:v>9.3556779226843662E-2</c:v>
                </c:pt>
                <c:pt idx="29" formatCode="0%">
                  <c:v>0.33442901964763211</c:v>
                </c:pt>
                <c:pt idx="30" formatCode="0%">
                  <c:v>0.35351558611735678</c:v>
                </c:pt>
                <c:pt idx="32" formatCode="0%">
                  <c:v>0.19408071613756689</c:v>
                </c:pt>
                <c:pt idx="33" formatCode="0%">
                  <c:v>0.1623883682952833</c:v>
                </c:pt>
                <c:pt idx="34" formatCode="0%">
                  <c:v>0.212856828040661</c:v>
                </c:pt>
                <c:pt idx="35" formatCode="0%">
                  <c:v>0.3494033946464199</c:v>
                </c:pt>
                <c:pt idx="36" formatCode="0%">
                  <c:v>0.41669614904842539</c:v>
                </c:pt>
                <c:pt idx="38" formatCode="0%">
                  <c:v>0.32044462479642988</c:v>
                </c:pt>
                <c:pt idx="39" formatCode="0%">
                  <c:v>0.1155085264642195</c:v>
                </c:pt>
                <c:pt idx="40" formatCode="0%">
                  <c:v>0.36937158426835781</c:v>
                </c:pt>
                <c:pt idx="41" formatCode="0%">
                  <c:v>0.28497811847251392</c:v>
                </c:pt>
                <c:pt idx="42" formatCode="0%">
                  <c:v>0.35956067910099171</c:v>
                </c:pt>
                <c:pt idx="44" formatCode="0%">
                  <c:v>0.36712696130696038</c:v>
                </c:pt>
                <c:pt idx="45" formatCode="0%">
                  <c:v>9.9422857751697721E-2</c:v>
                </c:pt>
                <c:pt idx="46" formatCode="0%">
                  <c:v>0.32862351820403779</c:v>
                </c:pt>
                <c:pt idx="47" formatCode="0%">
                  <c:v>0.19012713586979099</c:v>
                </c:pt>
                <c:pt idx="48" formatCode="0%">
                  <c:v>0.4153901381926679</c:v>
                </c:pt>
                <c:pt idx="49" formatCode="0%">
                  <c:v>0.55362575233506717</c:v>
                </c:pt>
                <c:pt idx="50" formatCode="0%">
                  <c:v>0.37804436789448648</c:v>
                </c:pt>
                <c:pt idx="51" formatCode="0%">
                  <c:v>0.3199080781832398</c:v>
                </c:pt>
                <c:pt idx="52" formatCode="0%">
                  <c:v>0.51096946044507252</c:v>
                </c:pt>
                <c:pt idx="53" formatCode="0%">
                  <c:v>0.2606546402888234</c:v>
                </c:pt>
                <c:pt idx="54" formatCode="0%">
                  <c:v>0.35580694303127958</c:v>
                </c:pt>
                <c:pt idx="56" formatCode="0%">
                  <c:v>0.41106699210460151</c:v>
                </c:pt>
                <c:pt idx="57" formatCode="0%">
                  <c:v>0.28890589957766932</c:v>
                </c:pt>
                <c:pt idx="58" formatCode="0%">
                  <c:v>0.19253950826765509</c:v>
                </c:pt>
                <c:pt idx="59" formatCode="0%">
                  <c:v>0.32218844214186931</c:v>
                </c:pt>
                <c:pt idx="60" formatCode="0%">
                  <c:v>0.24204353726159669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A1A5-4A6E-92E6-7E2E379DF599}"/>
            </c:ext>
          </c:extLst>
        </c:ser>
        <c:ser>
          <c:idx val="3"/>
          <c:order val="3"/>
          <c:tx>
            <c:strRef>
              <c:f>Sheet1!$B$293</c:f>
              <c:strCache>
                <c:ptCount val="1"/>
                <c:pt idx="0">
                  <c:v>Custo de vida</c:v>
                </c:pt>
              </c:strCache>
            </c:strRef>
          </c:tx>
          <c:spPr>
            <a:ln w="6350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Sheet1!$C$293:$BK$293</c:f>
              <c:numCache>
                <c:formatCode>General</c:formatCode>
                <c:ptCount val="61"/>
                <c:pt idx="0" formatCode="0%">
                  <c:v>0.64146724189024629</c:v>
                </c:pt>
                <c:pt idx="2" formatCode="0%">
                  <c:v>0.59912250347949225</c:v>
                </c:pt>
                <c:pt idx="3" formatCode="0%">
                  <c:v>0.69123857771986952</c:v>
                </c:pt>
                <c:pt idx="5" formatCode="0%">
                  <c:v>0.71739463558887939</c:v>
                </c:pt>
                <c:pt idx="6" formatCode="0%">
                  <c:v>0.71167647287665803</c:v>
                </c:pt>
                <c:pt idx="7" formatCode="0%">
                  <c:v>0.64077671239037448</c:v>
                </c:pt>
                <c:pt idx="8" formatCode="0%">
                  <c:v>0.57245877211137564</c:v>
                </c:pt>
                <c:pt idx="10" formatCode="0%">
                  <c:v>0.66610906489742416</c:v>
                </c:pt>
                <c:pt idx="11" formatCode="0%">
                  <c:v>0.67519598115784418</c:v>
                </c:pt>
                <c:pt idx="12" formatCode="0%">
                  <c:v>0.56644824119875659</c:v>
                </c:pt>
                <c:pt idx="14" formatCode="0%">
                  <c:v>0.79438541090630166</c:v>
                </c:pt>
                <c:pt idx="15" formatCode="0%">
                  <c:v>0.73082477511230981</c:v>
                </c:pt>
                <c:pt idx="16" formatCode="0%">
                  <c:v>0.59327747478392712</c:v>
                </c:pt>
                <c:pt idx="17" formatCode="0%">
                  <c:v>0.4284721218094269</c:v>
                </c:pt>
                <c:pt idx="19" formatCode="0%">
                  <c:v>0.61197720476197448</c:v>
                </c:pt>
                <c:pt idx="20" formatCode="0%">
                  <c:v>0.61758617644674652</c:v>
                </c:pt>
                <c:pt idx="21" formatCode="0%">
                  <c:v>0.67108263108506738</c:v>
                </c:pt>
                <c:pt idx="22" formatCode="0%">
                  <c:v>0.62247634249507278</c:v>
                </c:pt>
                <c:pt idx="23" formatCode="0%">
                  <c:v>0.60504222143915198</c:v>
                </c:pt>
                <c:pt idx="24" formatCode="0%">
                  <c:v>0.80243102606933803</c:v>
                </c:pt>
                <c:pt idx="26" formatCode="0%">
                  <c:v>0.76765906422444308</c:v>
                </c:pt>
                <c:pt idx="27" formatCode="0%">
                  <c:v>0.64809208686408359</c:v>
                </c:pt>
                <c:pt idx="28" formatCode="0%">
                  <c:v>0.41096045736939629</c:v>
                </c:pt>
                <c:pt idx="29" formatCode="0%">
                  <c:v>0.75607962502263992</c:v>
                </c:pt>
                <c:pt idx="30" formatCode="0%">
                  <c:v>0.66735187712582444</c:v>
                </c:pt>
                <c:pt idx="32" formatCode="0%">
                  <c:v>0.57613814568119881</c:v>
                </c:pt>
                <c:pt idx="33" formatCode="0%">
                  <c:v>0.49489922644254419</c:v>
                </c:pt>
                <c:pt idx="34" formatCode="0%">
                  <c:v>0.54839316062548926</c:v>
                </c:pt>
                <c:pt idx="35" formatCode="0%">
                  <c:v>0.67293232988077833</c:v>
                </c:pt>
                <c:pt idx="36" formatCode="0%">
                  <c:v>0.71071729627885505</c:v>
                </c:pt>
                <c:pt idx="38" formatCode="0%">
                  <c:v>0.73054332051671844</c:v>
                </c:pt>
                <c:pt idx="39" formatCode="0%">
                  <c:v>0.44382977640415539</c:v>
                </c:pt>
                <c:pt idx="40" formatCode="0%">
                  <c:v>0.67483762651940793</c:v>
                </c:pt>
                <c:pt idx="41" formatCode="0%">
                  <c:v>0.74938295583770786</c:v>
                </c:pt>
                <c:pt idx="42" formatCode="0%">
                  <c:v>0.68831668613385899</c:v>
                </c:pt>
                <c:pt idx="44" formatCode="0%">
                  <c:v>0.65864086755022422</c:v>
                </c:pt>
                <c:pt idx="45" formatCode="0%">
                  <c:v>0.46218955436588949</c:v>
                </c:pt>
                <c:pt idx="46" formatCode="0%">
                  <c:v>0.76314650186674526</c:v>
                </c:pt>
                <c:pt idx="47" formatCode="0%">
                  <c:v>0.46323607155197077</c:v>
                </c:pt>
                <c:pt idx="48" formatCode="0%">
                  <c:v>0.65280890097853617</c:v>
                </c:pt>
                <c:pt idx="49" formatCode="0%">
                  <c:v>0.71304699099850144</c:v>
                </c:pt>
                <c:pt idx="50" formatCode="0%">
                  <c:v>0.76519145564447588</c:v>
                </c:pt>
                <c:pt idx="51" formatCode="0%">
                  <c:v>0.6974465227173765</c:v>
                </c:pt>
                <c:pt idx="52" formatCode="0%">
                  <c:v>0.74188039813116713</c:v>
                </c:pt>
                <c:pt idx="53" formatCode="0%">
                  <c:v>0.74902832143118558</c:v>
                </c:pt>
                <c:pt idx="54" formatCode="0%">
                  <c:v>0.7492518749243221</c:v>
                </c:pt>
                <c:pt idx="56" formatCode="0%">
                  <c:v>0.69250057471825888</c:v>
                </c:pt>
                <c:pt idx="57" formatCode="0%">
                  <c:v>0.60240644274358646</c:v>
                </c:pt>
                <c:pt idx="58" formatCode="0%">
                  <c:v>0.76285814099472304</c:v>
                </c:pt>
                <c:pt idx="59" formatCode="0%">
                  <c:v>0.72581314183819157</c:v>
                </c:pt>
                <c:pt idx="60" formatCode="0%">
                  <c:v>0.56871948756594115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A1A5-4A6E-92E6-7E2E379DF599}"/>
            </c:ext>
          </c:extLst>
        </c:ser>
        <c:ser>
          <c:idx val="4"/>
          <c:order val="4"/>
          <c:tx>
            <c:strRef>
              <c:f>Sheet1!$B$294</c:f>
              <c:strCache>
                <c:ptCount val="1"/>
                <c:pt idx="0">
                  <c:v>Apoio à economia local</c:v>
                </c:pt>
              </c:strCache>
            </c:strRef>
          </c:tx>
          <c:spPr>
            <a:ln w="63500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Sheet1!$C$294:$BK$294</c:f>
              <c:numCache>
                <c:formatCode>General</c:formatCode>
                <c:ptCount val="61"/>
                <c:pt idx="0" formatCode="0%">
                  <c:v>0.25695184486715911</c:v>
                </c:pt>
                <c:pt idx="2" formatCode="0%">
                  <c:v>0.27303581866317161</c:v>
                </c:pt>
                <c:pt idx="3" formatCode="0%">
                  <c:v>0.23899536559458931</c:v>
                </c:pt>
                <c:pt idx="5" formatCode="0%">
                  <c:v>0.32614239098853659</c:v>
                </c:pt>
                <c:pt idx="6" formatCode="0%">
                  <c:v>0.2585641756693734</c:v>
                </c:pt>
                <c:pt idx="7" formatCode="0%">
                  <c:v>0.31655533350090931</c:v>
                </c:pt>
                <c:pt idx="8" formatCode="0%">
                  <c:v>0.1817809180488974</c:v>
                </c:pt>
                <c:pt idx="10" formatCode="0%">
                  <c:v>0.243369045399321</c:v>
                </c:pt>
                <c:pt idx="11" formatCode="0%">
                  <c:v>0.31388312131207502</c:v>
                </c:pt>
                <c:pt idx="12" formatCode="0%">
                  <c:v>0.19431254186734209</c:v>
                </c:pt>
                <c:pt idx="14" formatCode="0%">
                  <c:v>0.34688133762817341</c:v>
                </c:pt>
                <c:pt idx="15" formatCode="0%">
                  <c:v>0.27389335846891588</c:v>
                </c:pt>
                <c:pt idx="16" formatCode="0%">
                  <c:v>0.2325383475557864</c:v>
                </c:pt>
                <c:pt idx="17" formatCode="0%">
                  <c:v>0.17071293203582549</c:v>
                </c:pt>
                <c:pt idx="19" formatCode="0%">
                  <c:v>0.30994152872345232</c:v>
                </c:pt>
                <c:pt idx="20" formatCode="0%">
                  <c:v>0.26666882307447032</c:v>
                </c:pt>
                <c:pt idx="21" formatCode="0%">
                  <c:v>0.28058957932179901</c:v>
                </c:pt>
                <c:pt idx="22" formatCode="0%">
                  <c:v>0.22856996847709549</c:v>
                </c:pt>
                <c:pt idx="23" formatCode="0%">
                  <c:v>0.22438500564135799</c:v>
                </c:pt>
                <c:pt idx="24" formatCode="0%">
                  <c:v>0.3409983612151033</c:v>
                </c:pt>
                <c:pt idx="26" formatCode="0%">
                  <c:v>0.29308754603279619</c:v>
                </c:pt>
                <c:pt idx="27" formatCode="0%">
                  <c:v>0.21948671508926659</c:v>
                </c:pt>
                <c:pt idx="28" formatCode="0%">
                  <c:v>0.1274193983178987</c:v>
                </c:pt>
                <c:pt idx="29" formatCode="0%">
                  <c:v>0.3933293546596548</c:v>
                </c:pt>
                <c:pt idx="30" formatCode="0%">
                  <c:v>0.27432902045831109</c:v>
                </c:pt>
                <c:pt idx="32" formatCode="0%">
                  <c:v>0.23328691245711419</c:v>
                </c:pt>
                <c:pt idx="33" formatCode="0%">
                  <c:v>0.1954101094241367</c:v>
                </c:pt>
                <c:pt idx="34" formatCode="0%">
                  <c:v>0.18922345434117241</c:v>
                </c:pt>
                <c:pt idx="35" formatCode="0%">
                  <c:v>0.21627526070229799</c:v>
                </c:pt>
                <c:pt idx="36" formatCode="0%">
                  <c:v>0.34063289456302998</c:v>
                </c:pt>
                <c:pt idx="38" formatCode="0%">
                  <c:v>0.28581269179873281</c:v>
                </c:pt>
                <c:pt idx="39" formatCode="0%">
                  <c:v>0.15178115882531151</c:v>
                </c:pt>
                <c:pt idx="40" formatCode="0%">
                  <c:v>0.24644355370535309</c:v>
                </c:pt>
                <c:pt idx="41" formatCode="0%">
                  <c:v>0.40077416767696961</c:v>
                </c:pt>
                <c:pt idx="42" formatCode="0%">
                  <c:v>0.28771064717903172</c:v>
                </c:pt>
                <c:pt idx="44" formatCode="0%">
                  <c:v>0.2498096642504222</c:v>
                </c:pt>
                <c:pt idx="45" formatCode="0%">
                  <c:v>0.13385353388019319</c:v>
                </c:pt>
                <c:pt idx="46" formatCode="0%">
                  <c:v>0.38293906112531673</c:v>
                </c:pt>
                <c:pt idx="47" formatCode="0%">
                  <c:v>0.12257163524017869</c:v>
                </c:pt>
                <c:pt idx="48" formatCode="0%">
                  <c:v>0.3313243703273091</c:v>
                </c:pt>
                <c:pt idx="49" formatCode="0%">
                  <c:v>0.49942912994590588</c:v>
                </c:pt>
                <c:pt idx="50" formatCode="0%">
                  <c:v>0.29129637252245372</c:v>
                </c:pt>
                <c:pt idx="51" formatCode="0%">
                  <c:v>3.4662239527812139E-2</c:v>
                </c:pt>
                <c:pt idx="52" formatCode="0%">
                  <c:v>0.37213629456741543</c:v>
                </c:pt>
                <c:pt idx="53" formatCode="0%">
                  <c:v>0.40713253370180119</c:v>
                </c:pt>
                <c:pt idx="54" formatCode="0%">
                  <c:v>0.17456054435239399</c:v>
                </c:pt>
                <c:pt idx="56" formatCode="0%">
                  <c:v>0.26263908285422588</c:v>
                </c:pt>
                <c:pt idx="57" formatCode="0%">
                  <c:v>0.24425306452119089</c:v>
                </c:pt>
                <c:pt idx="58" formatCode="0%">
                  <c:v>0.16798847025205299</c:v>
                </c:pt>
                <c:pt idx="59" formatCode="0%">
                  <c:v>0.27676789772449151</c:v>
                </c:pt>
                <c:pt idx="60" formatCode="0%">
                  <c:v>0.25503949534968912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A1A5-4A6E-92E6-7E2E379DF599}"/>
            </c:ext>
          </c:extLst>
        </c:ser>
        <c:ser>
          <c:idx val="5"/>
          <c:order val="5"/>
          <c:tx>
            <c:strRef>
              <c:f>Sheet1!$B$295</c:f>
              <c:strCache>
                <c:ptCount val="1"/>
                <c:pt idx="0">
                  <c:v>Inclusão social</c:v>
                </c:pt>
              </c:strCache>
            </c:strRef>
          </c:tx>
          <c:spPr>
            <a:ln w="63500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>
                  <a:lumMod val="75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Sheet1!$C$295:$BK$295</c:f>
              <c:numCache>
                <c:formatCode>General</c:formatCode>
                <c:ptCount val="61"/>
                <c:pt idx="0" formatCode="0%">
                  <c:v>0.21586040209917501</c:v>
                </c:pt>
                <c:pt idx="2" formatCode="0%">
                  <c:v>0.23702635045759021</c:v>
                </c:pt>
                <c:pt idx="3" formatCode="0%">
                  <c:v>0.19198380441285329</c:v>
                </c:pt>
                <c:pt idx="5" formatCode="0%">
                  <c:v>0.13616387435167171</c:v>
                </c:pt>
                <c:pt idx="6" formatCode="0%">
                  <c:v>0.15024261481372969</c:v>
                </c:pt>
                <c:pt idx="7" formatCode="0%">
                  <c:v>0.25396985325225158</c:v>
                </c:pt>
                <c:pt idx="8" formatCode="0%">
                  <c:v>0.25201387147178061</c:v>
                </c:pt>
                <c:pt idx="10" formatCode="0%">
                  <c:v>0.23803920718199251</c:v>
                </c:pt>
                <c:pt idx="11" formatCode="0%">
                  <c:v>0.21476435243178721</c:v>
                </c:pt>
                <c:pt idx="12" formatCode="0%">
                  <c:v>0.19164935462217511</c:v>
                </c:pt>
                <c:pt idx="14" formatCode="0%">
                  <c:v>0.2602780348949767</c:v>
                </c:pt>
                <c:pt idx="15" formatCode="0%">
                  <c:v>0.22354720776717549</c:v>
                </c:pt>
                <c:pt idx="16" formatCode="0%">
                  <c:v>0.20387426738066691</c:v>
                </c:pt>
                <c:pt idx="17" formatCode="0%">
                  <c:v>0.19831684722471629</c:v>
                </c:pt>
                <c:pt idx="19" formatCode="0%">
                  <c:v>0.2351456370696787</c:v>
                </c:pt>
                <c:pt idx="20" formatCode="0%">
                  <c:v>0.1636310492149208</c:v>
                </c:pt>
                <c:pt idx="21" formatCode="0%">
                  <c:v>0.2304984756058629</c:v>
                </c:pt>
                <c:pt idx="22" formatCode="0%">
                  <c:v>0.17798965744126219</c:v>
                </c:pt>
                <c:pt idx="23" formatCode="0%">
                  <c:v>0.23611903461013439</c:v>
                </c:pt>
                <c:pt idx="24" formatCode="0%">
                  <c:v>0.22926132484797351</c:v>
                </c:pt>
                <c:pt idx="26" formatCode="0%">
                  <c:v>0.24929595353537581</c:v>
                </c:pt>
                <c:pt idx="27" formatCode="0%">
                  <c:v>0.366768106151801</c:v>
                </c:pt>
                <c:pt idx="28" formatCode="0%">
                  <c:v>5.1264672424633222E-2</c:v>
                </c:pt>
                <c:pt idx="29" formatCode="0%">
                  <c:v>0.20639514606470569</c:v>
                </c:pt>
                <c:pt idx="30" formatCode="0%">
                  <c:v>0.19180183964344399</c:v>
                </c:pt>
                <c:pt idx="32" formatCode="0%">
                  <c:v>9.2631609229093859E-2</c:v>
                </c:pt>
                <c:pt idx="33" formatCode="0%">
                  <c:v>0.11806016937439121</c:v>
                </c:pt>
                <c:pt idx="34" formatCode="0%">
                  <c:v>0.1334018109507058</c:v>
                </c:pt>
                <c:pt idx="35" formatCode="0%">
                  <c:v>0.32234191454655092</c:v>
                </c:pt>
                <c:pt idx="36" formatCode="0%">
                  <c:v>0.35969624056863592</c:v>
                </c:pt>
                <c:pt idx="38" formatCode="0%">
                  <c:v>0.19458612058932301</c:v>
                </c:pt>
                <c:pt idx="39" formatCode="0%">
                  <c:v>6.5192598344479907E-2</c:v>
                </c:pt>
                <c:pt idx="40" formatCode="0%">
                  <c:v>0.35687329451430461</c:v>
                </c:pt>
                <c:pt idx="41" formatCode="0%">
                  <c:v>0.1342277324429737</c:v>
                </c:pt>
                <c:pt idx="42" formatCode="0%">
                  <c:v>0.26740819845112662</c:v>
                </c:pt>
                <c:pt idx="44" formatCode="0%">
                  <c:v>0.37084998977832567</c:v>
                </c:pt>
                <c:pt idx="45" formatCode="0%">
                  <c:v>7.3475414681345469E-2</c:v>
                </c:pt>
                <c:pt idx="46" formatCode="0%">
                  <c:v>0.2081689994983702</c:v>
                </c:pt>
                <c:pt idx="47" formatCode="0%">
                  <c:v>0.1110880568821149</c:v>
                </c:pt>
                <c:pt idx="48" formatCode="0%">
                  <c:v>0.35238842583135199</c:v>
                </c:pt>
                <c:pt idx="49" formatCode="0%">
                  <c:v>0.30896810426760329</c:v>
                </c:pt>
                <c:pt idx="50" formatCode="0%">
                  <c:v>0.47460998095230528</c:v>
                </c:pt>
                <c:pt idx="51" formatCode="0%">
                  <c:v>0.22310719290433939</c:v>
                </c:pt>
                <c:pt idx="52" formatCode="0%">
                  <c:v>1.352177927554069E-2</c:v>
                </c:pt>
                <c:pt idx="53" formatCode="0%">
                  <c:v>0.42009098816899398</c:v>
                </c:pt>
                <c:pt idx="54" formatCode="0%">
                  <c:v>5.3626919293379767E-2</c:v>
                </c:pt>
                <c:pt idx="56" formatCode="0%">
                  <c:v>0.36115814651113881</c:v>
                </c:pt>
                <c:pt idx="57" formatCode="0%">
                  <c:v>0.31220299686558078</c:v>
                </c:pt>
                <c:pt idx="58" formatCode="0%">
                  <c:v>0.1394636660695838</c:v>
                </c:pt>
                <c:pt idx="59" formatCode="0%">
                  <c:v>0.25944927675491591</c:v>
                </c:pt>
                <c:pt idx="60" formatCode="0%">
                  <c:v>0.12712953478501141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A1A5-4A6E-92E6-7E2E379DF599}"/>
            </c:ext>
          </c:extLst>
        </c:ser>
        <c:ser>
          <c:idx val="6"/>
          <c:order val="6"/>
          <c:tx>
            <c:strRef>
              <c:f>Sheet1!$B$296</c:f>
              <c:strCache>
                <c:ptCount val="1"/>
                <c:pt idx="0">
                  <c:v>Combate à pobreza</c:v>
                </c:pt>
              </c:strCache>
            </c:strRef>
          </c:tx>
          <c:spPr>
            <a:ln w="63500" cap="rnd">
              <a:solidFill>
                <a:schemeClr val="bg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bg2"/>
              </a:solidFill>
              <a:ln w="9525">
                <a:solidFill>
                  <a:schemeClr val="bg2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Sheet1!$C$296:$BK$296</c:f>
              <c:numCache>
                <c:formatCode>General</c:formatCode>
                <c:ptCount val="61"/>
                <c:pt idx="0" formatCode="0%">
                  <c:v>0.53397453464784539</c:v>
                </c:pt>
                <c:pt idx="2" formatCode="0%">
                  <c:v>0.53747688988405062</c:v>
                </c:pt>
                <c:pt idx="3" formatCode="0%">
                  <c:v>0.53195549722909485</c:v>
                </c:pt>
                <c:pt idx="5" formatCode="0%">
                  <c:v>0.39448296487322487</c:v>
                </c:pt>
                <c:pt idx="6" formatCode="0%">
                  <c:v>0.41677186410108502</c:v>
                </c:pt>
                <c:pt idx="7" formatCode="0%">
                  <c:v>0.54247253824515274</c:v>
                </c:pt>
                <c:pt idx="8" formatCode="0%">
                  <c:v>0.64747835481392035</c:v>
                </c:pt>
                <c:pt idx="10" formatCode="0%">
                  <c:v>0.63770650894813341</c:v>
                </c:pt>
                <c:pt idx="11" formatCode="0%">
                  <c:v>0.56568888088491132</c:v>
                </c:pt>
                <c:pt idx="12" formatCode="0%">
                  <c:v>0.37001023135485989</c:v>
                </c:pt>
                <c:pt idx="14" formatCode="0%">
                  <c:v>0.68108232879850461</c:v>
                </c:pt>
                <c:pt idx="15" formatCode="0%">
                  <c:v>0.59057206042252264</c:v>
                </c:pt>
                <c:pt idx="16" formatCode="0%">
                  <c:v>0.49264205343764372</c:v>
                </c:pt>
                <c:pt idx="17" formatCode="0%">
                  <c:v>0.36827464195092902</c:v>
                </c:pt>
                <c:pt idx="19" formatCode="0%">
                  <c:v>0.52620617981546658</c:v>
                </c:pt>
                <c:pt idx="20" formatCode="0%">
                  <c:v>0.5856039645353871</c:v>
                </c:pt>
                <c:pt idx="21" formatCode="0%">
                  <c:v>0.62228027887278747</c:v>
                </c:pt>
                <c:pt idx="22" formatCode="0%">
                  <c:v>0.51058630518899262</c:v>
                </c:pt>
                <c:pt idx="23" formatCode="0%">
                  <c:v>0.46069058806589641</c:v>
                </c:pt>
                <c:pt idx="24" formatCode="0%">
                  <c:v>0.41578138729207731</c:v>
                </c:pt>
                <c:pt idx="26" formatCode="0%">
                  <c:v>0.5397815663134079</c:v>
                </c:pt>
                <c:pt idx="27" formatCode="0%">
                  <c:v>0.68036635815871294</c:v>
                </c:pt>
                <c:pt idx="28" formatCode="0%">
                  <c:v>0.29981325342963971</c:v>
                </c:pt>
                <c:pt idx="29" formatCode="0%">
                  <c:v>0.60500538975344864</c:v>
                </c:pt>
                <c:pt idx="30" formatCode="0%">
                  <c:v>0.52555758149905385</c:v>
                </c:pt>
                <c:pt idx="32" formatCode="0%">
                  <c:v>0.42589786665785639</c:v>
                </c:pt>
                <c:pt idx="33" formatCode="0%">
                  <c:v>0.30481985071270712</c:v>
                </c:pt>
                <c:pt idx="34" formatCode="0%">
                  <c:v>0.47783639739066031</c:v>
                </c:pt>
                <c:pt idx="35" formatCode="0%">
                  <c:v>0.64909272213287483</c:v>
                </c:pt>
                <c:pt idx="36" formatCode="0%">
                  <c:v>0.66176823679431473</c:v>
                </c:pt>
                <c:pt idx="38" formatCode="0%">
                  <c:v>0.58735760166551521</c:v>
                </c:pt>
                <c:pt idx="39" formatCode="0%">
                  <c:v>0.31592973305067651</c:v>
                </c:pt>
                <c:pt idx="40" formatCode="0%">
                  <c:v>0.6644587910575781</c:v>
                </c:pt>
                <c:pt idx="41" formatCode="0%">
                  <c:v>0.56486173792027894</c:v>
                </c:pt>
                <c:pt idx="42" formatCode="0%">
                  <c:v>0.55285372775331554</c:v>
                </c:pt>
                <c:pt idx="44" formatCode="0%">
                  <c:v>0.69902221156486122</c:v>
                </c:pt>
                <c:pt idx="45" formatCode="0%">
                  <c:v>0.31332902919220812</c:v>
                </c:pt>
                <c:pt idx="46" formatCode="0%">
                  <c:v>0.61021866672874125</c:v>
                </c:pt>
                <c:pt idx="47" formatCode="0%">
                  <c:v>0.23666994017068879</c:v>
                </c:pt>
                <c:pt idx="48" formatCode="0%">
                  <c:v>0.62863287802953094</c:v>
                </c:pt>
                <c:pt idx="49" formatCode="0%">
                  <c:v>0.92521655780085377</c:v>
                </c:pt>
                <c:pt idx="50" formatCode="0%">
                  <c:v>0.55401897636210118</c:v>
                </c:pt>
                <c:pt idx="51" formatCode="0%">
                  <c:v>0.17498282674933349</c:v>
                </c:pt>
                <c:pt idx="52" formatCode="0%">
                  <c:v>0.61078436600000752</c:v>
                </c:pt>
                <c:pt idx="53" formatCode="0%">
                  <c:v>0.56177858392661773</c:v>
                </c:pt>
                <c:pt idx="54" formatCode="0%">
                  <c:v>0.48816616221255421</c:v>
                </c:pt>
                <c:pt idx="56" formatCode="0%">
                  <c:v>0.74806215161227285</c:v>
                </c:pt>
                <c:pt idx="57" formatCode="0%">
                  <c:v>0.52468688709936262</c:v>
                </c:pt>
                <c:pt idx="58" formatCode="0%">
                  <c:v>0.47747363253323338</c:v>
                </c:pt>
                <c:pt idx="59" formatCode="0%">
                  <c:v>0.51585491474868417</c:v>
                </c:pt>
                <c:pt idx="60" formatCode="0%">
                  <c:v>0.45636703816306579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6-A1A5-4A6E-92E6-7E2E379DF599}"/>
            </c:ext>
          </c:extLst>
        </c:ser>
        <c:ser>
          <c:idx val="7"/>
          <c:order val="7"/>
          <c:tx>
            <c:strRef>
              <c:f>Sheet1!$B$297</c:f>
              <c:strCache>
                <c:ptCount val="1"/>
                <c:pt idx="0">
                  <c:v>Atendimento a pessoas idosas</c:v>
                </c:pt>
              </c:strCache>
            </c:strRef>
          </c:tx>
          <c:spPr>
            <a:ln w="63500" cap="rnd">
              <a:solidFill>
                <a:srgbClr val="007F48"/>
              </a:solidFill>
              <a:prstDash val="solid"/>
              <a:round/>
            </a:ln>
            <a:effectLst/>
          </c:spPr>
          <c:marker>
            <c:symbol val="circle"/>
            <c:size val="15"/>
            <c:spPr>
              <a:solidFill>
                <a:srgbClr val="007F48"/>
              </a:solidFill>
              <a:ln w="9525">
                <a:solidFill>
                  <a:srgbClr val="007F48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Sheet1!$C$297:$BK$297</c:f>
              <c:numCache>
                <c:formatCode>General</c:formatCode>
                <c:ptCount val="61"/>
                <c:pt idx="0" formatCode="0%">
                  <c:v>0.37332719895291561</c:v>
                </c:pt>
                <c:pt idx="2" formatCode="0%">
                  <c:v>0.34808911627257583</c:v>
                </c:pt>
                <c:pt idx="3" formatCode="0%">
                  <c:v>0.40029484858930248</c:v>
                </c:pt>
                <c:pt idx="5" formatCode="0%">
                  <c:v>0.26388275942658712</c:v>
                </c:pt>
                <c:pt idx="6" formatCode="0%">
                  <c:v>0.28999982612659758</c:v>
                </c:pt>
                <c:pt idx="7" formatCode="0%">
                  <c:v>0.4298587477821269</c:v>
                </c:pt>
                <c:pt idx="8" formatCode="0%">
                  <c:v>0.41530306289322733</c:v>
                </c:pt>
                <c:pt idx="10" formatCode="0%">
                  <c:v>0.40244049666200887</c:v>
                </c:pt>
                <c:pt idx="11" formatCode="0%">
                  <c:v>0.4293490835354159</c:v>
                </c:pt>
                <c:pt idx="12" formatCode="0%">
                  <c:v>0.26242640743110851</c:v>
                </c:pt>
                <c:pt idx="14" formatCode="0%">
                  <c:v>0.46575820655948991</c:v>
                </c:pt>
                <c:pt idx="15" formatCode="0%">
                  <c:v>0.35756774121274232</c:v>
                </c:pt>
                <c:pt idx="16" formatCode="0%">
                  <c:v>0.34383490744984158</c:v>
                </c:pt>
                <c:pt idx="17" formatCode="0%">
                  <c:v>0.34817478719477979</c:v>
                </c:pt>
                <c:pt idx="19" formatCode="0%">
                  <c:v>0.28596385394466611</c:v>
                </c:pt>
                <c:pt idx="20" formatCode="0%">
                  <c:v>0.31418653229707411</c:v>
                </c:pt>
                <c:pt idx="21" formatCode="0%">
                  <c:v>0.43193985844309141</c:v>
                </c:pt>
                <c:pt idx="22" formatCode="0%">
                  <c:v>0.36477280963400899</c:v>
                </c:pt>
                <c:pt idx="23" formatCode="0%">
                  <c:v>0.35109087965431279</c:v>
                </c:pt>
                <c:pt idx="24" formatCode="0%">
                  <c:v>0.34429576126891992</c:v>
                </c:pt>
                <c:pt idx="26" formatCode="0%">
                  <c:v>0.39145603102587612</c:v>
                </c:pt>
                <c:pt idx="27" formatCode="0%">
                  <c:v>0.43489217794521839</c:v>
                </c:pt>
                <c:pt idx="28" formatCode="0%">
                  <c:v>0.24410286552544749</c:v>
                </c:pt>
                <c:pt idx="29" formatCode="0%">
                  <c:v>0.46373568885771449</c:v>
                </c:pt>
                <c:pt idx="30" formatCode="0%">
                  <c:v>0.33436910983372831</c:v>
                </c:pt>
                <c:pt idx="32" formatCode="0%">
                  <c:v>0.34012545416250151</c:v>
                </c:pt>
                <c:pt idx="33" formatCode="0%">
                  <c:v>0.28083018884706967</c:v>
                </c:pt>
                <c:pt idx="34" formatCode="0%">
                  <c:v>0.3264834975511503</c:v>
                </c:pt>
                <c:pt idx="35" formatCode="0%">
                  <c:v>0.43020276714803912</c:v>
                </c:pt>
                <c:pt idx="36" formatCode="0%">
                  <c:v>0.36332003205619462</c:v>
                </c:pt>
                <c:pt idx="38" formatCode="0%">
                  <c:v>0.36712078971360962</c:v>
                </c:pt>
                <c:pt idx="39" formatCode="0%">
                  <c:v>0.24053524994723369</c:v>
                </c:pt>
                <c:pt idx="40" formatCode="0%">
                  <c:v>0.4301876512391678</c:v>
                </c:pt>
                <c:pt idx="41" formatCode="0%">
                  <c:v>0.47363120620976529</c:v>
                </c:pt>
                <c:pt idx="42" formatCode="0%">
                  <c:v>0.37966960573635972</c:v>
                </c:pt>
                <c:pt idx="44" formatCode="0%">
                  <c:v>0.46219600397772842</c:v>
                </c:pt>
                <c:pt idx="45" formatCode="0%">
                  <c:v>0.26122169256969557</c:v>
                </c:pt>
                <c:pt idx="46" formatCode="0%">
                  <c:v>0.45184422629729698</c:v>
                </c:pt>
                <c:pt idx="47" formatCode="0%">
                  <c:v>0.1640358497167696</c:v>
                </c:pt>
                <c:pt idx="48" formatCode="0%">
                  <c:v>0.33919158937200938</c:v>
                </c:pt>
                <c:pt idx="49" formatCode="0%">
                  <c:v>0.44911505523690459</c:v>
                </c:pt>
                <c:pt idx="50" formatCode="0%">
                  <c:v>0.180784333334989</c:v>
                </c:pt>
                <c:pt idx="51" formatCode="0%">
                  <c:v>0.15509762106912681</c:v>
                </c:pt>
                <c:pt idx="52" formatCode="0%">
                  <c:v>0.38008988130615151</c:v>
                </c:pt>
                <c:pt idx="53" formatCode="0%">
                  <c:v>0.55684923790857299</c:v>
                </c:pt>
                <c:pt idx="54" formatCode="0%">
                  <c:v>0.36629043057610938</c:v>
                </c:pt>
                <c:pt idx="56" formatCode="0%">
                  <c:v>0.48960837496429122</c:v>
                </c:pt>
                <c:pt idx="57" formatCode="0%">
                  <c:v>0.34002517607407229</c:v>
                </c:pt>
                <c:pt idx="58" formatCode="0%">
                  <c:v>0.31566893503206189</c:v>
                </c:pt>
                <c:pt idx="59" formatCode="0%">
                  <c:v>0.40383143341349909</c:v>
                </c:pt>
                <c:pt idx="60" formatCode="0%">
                  <c:v>0.31729122498413281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A1A5-4A6E-92E6-7E2E379DF599}"/>
            </c:ext>
          </c:extLst>
        </c:ser>
        <c:ser>
          <c:idx val="8"/>
          <c:order val="8"/>
          <c:tx>
            <c:strRef>
              <c:f>Sheet1!$B$298</c:f>
              <c:strCache>
                <c:ptCount val="1"/>
                <c:pt idx="0">
                  <c:v>Apoio à saúde mental</c:v>
                </c:pt>
              </c:strCache>
            </c:strRef>
          </c:tx>
          <c:spPr>
            <a:ln w="635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Sheet1!$C$298:$BK$298</c:f>
              <c:numCache>
                <c:formatCode>General</c:formatCode>
                <c:ptCount val="61"/>
                <c:pt idx="0" formatCode="0%">
                  <c:v>0.2767383923326116</c:v>
                </c:pt>
                <c:pt idx="2" formatCode="0%">
                  <c:v>0.2311574945865065</c:v>
                </c:pt>
                <c:pt idx="3" formatCode="0%">
                  <c:v>0.32444808057452718</c:v>
                </c:pt>
                <c:pt idx="5" formatCode="0%">
                  <c:v>0.3340119614328072</c:v>
                </c:pt>
                <c:pt idx="6" formatCode="0%">
                  <c:v>0.25464771073257919</c:v>
                </c:pt>
                <c:pt idx="7" formatCode="0%">
                  <c:v>0.29451435238084939</c:v>
                </c:pt>
                <c:pt idx="8" formatCode="0%">
                  <c:v>0.25531535877542649</c:v>
                </c:pt>
                <c:pt idx="10" formatCode="0%">
                  <c:v>0.25328641746291208</c:v>
                </c:pt>
                <c:pt idx="11" formatCode="0%">
                  <c:v>0.32026864839756081</c:v>
                </c:pt>
                <c:pt idx="12" formatCode="0%">
                  <c:v>0.24399654406845939</c:v>
                </c:pt>
                <c:pt idx="14" formatCode="0%">
                  <c:v>0.35881114689349269</c:v>
                </c:pt>
                <c:pt idx="15" formatCode="0%">
                  <c:v>0.28712852244398901</c:v>
                </c:pt>
                <c:pt idx="16" formatCode="0%">
                  <c:v>0.25913864819688193</c:v>
                </c:pt>
                <c:pt idx="17" formatCode="0%">
                  <c:v>0.195043731573009</c:v>
                </c:pt>
                <c:pt idx="19" formatCode="0%">
                  <c:v>0.17024163766470091</c:v>
                </c:pt>
                <c:pt idx="20" formatCode="0%">
                  <c:v>0.27520712007213138</c:v>
                </c:pt>
                <c:pt idx="21" formatCode="0%">
                  <c:v>0.32087753948607101</c:v>
                </c:pt>
                <c:pt idx="22" formatCode="0%">
                  <c:v>0.3019704144237072</c:v>
                </c:pt>
                <c:pt idx="23" formatCode="0%">
                  <c:v>0.23290953276335799</c:v>
                </c:pt>
                <c:pt idx="24" formatCode="0%">
                  <c:v>0.2484762120529416</c:v>
                </c:pt>
                <c:pt idx="26" formatCode="0%">
                  <c:v>0.375415141868499</c:v>
                </c:pt>
                <c:pt idx="27" formatCode="0%">
                  <c:v>0.35163441537731199</c:v>
                </c:pt>
                <c:pt idx="28" formatCode="0%">
                  <c:v>0.1305162933545736</c:v>
                </c:pt>
                <c:pt idx="29" formatCode="0%">
                  <c:v>0.2818668973875218</c:v>
                </c:pt>
                <c:pt idx="30" formatCode="0%">
                  <c:v>0.26427319327458809</c:v>
                </c:pt>
                <c:pt idx="32" formatCode="0%">
                  <c:v>0.16237290655770051</c:v>
                </c:pt>
                <c:pt idx="33" formatCode="0%">
                  <c:v>0.14536198133854911</c:v>
                </c:pt>
                <c:pt idx="34" formatCode="0%">
                  <c:v>0.19232093383852869</c:v>
                </c:pt>
                <c:pt idx="35" formatCode="0%">
                  <c:v>0.40513459462406598</c:v>
                </c:pt>
                <c:pt idx="36" formatCode="0%">
                  <c:v>0.30739226699225242</c:v>
                </c:pt>
                <c:pt idx="38" formatCode="0%">
                  <c:v>0.33802721919682288</c:v>
                </c:pt>
                <c:pt idx="39" formatCode="0%">
                  <c:v>0.12720377164681501</c:v>
                </c:pt>
                <c:pt idx="40" formatCode="0%">
                  <c:v>0.31968435049920302</c:v>
                </c:pt>
                <c:pt idx="41" formatCode="0%">
                  <c:v>0.27783856779554711</c:v>
                </c:pt>
                <c:pt idx="42" formatCode="0%">
                  <c:v>0.30448956050800879</c:v>
                </c:pt>
                <c:pt idx="44" formatCode="0%">
                  <c:v>0.33363253140630078</c:v>
                </c:pt>
                <c:pt idx="45" formatCode="0%">
                  <c:v>0.14750540635836859</c:v>
                </c:pt>
                <c:pt idx="46" formatCode="0%">
                  <c:v>0.27482624432948749</c:v>
                </c:pt>
                <c:pt idx="47" formatCode="0%">
                  <c:v>0.11784746302863611</c:v>
                </c:pt>
                <c:pt idx="48" formatCode="0%">
                  <c:v>0.25477854083713558</c:v>
                </c:pt>
                <c:pt idx="49" formatCode="0%">
                  <c:v>0.35956582646364432</c:v>
                </c:pt>
                <c:pt idx="50" formatCode="0%">
                  <c:v>0.614355743202181</c:v>
                </c:pt>
                <c:pt idx="51" formatCode="0%">
                  <c:v>0.30944655622393707</c:v>
                </c:pt>
                <c:pt idx="52" formatCode="0%">
                  <c:v>0.20692756175995311</c:v>
                </c:pt>
                <c:pt idx="53" formatCode="0%">
                  <c:v>0.42106595976581168</c:v>
                </c:pt>
                <c:pt idx="54" formatCode="0%">
                  <c:v>0.43517139065053578</c:v>
                </c:pt>
                <c:pt idx="56" formatCode="0%">
                  <c:v>0.36339891831728383</c:v>
                </c:pt>
                <c:pt idx="57" formatCode="0%">
                  <c:v>0.31138845467419513</c:v>
                </c:pt>
                <c:pt idx="58" formatCode="0%">
                  <c:v>0.19562938504799909</c:v>
                </c:pt>
                <c:pt idx="59" formatCode="0%">
                  <c:v>0.37451513168848538</c:v>
                </c:pt>
                <c:pt idx="60" formatCode="0%">
                  <c:v>0.20816743739854149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A1A5-4A6E-92E6-7E2E379DF599}"/>
            </c:ext>
          </c:extLst>
        </c:ser>
        <c:ser>
          <c:idx val="9"/>
          <c:order val="9"/>
          <c:tx>
            <c:strRef>
              <c:f>Sheet1!$B$299</c:f>
              <c:strCache>
                <c:ptCount val="1"/>
                <c:pt idx="0">
                  <c:v>Proteção a pessoas com deficiência</c:v>
                </c:pt>
              </c:strCache>
            </c:strRef>
          </c:tx>
          <c:spPr>
            <a:ln w="6350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C000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Sheet1!$C$299:$BK$299</c:f>
              <c:numCache>
                <c:formatCode>General</c:formatCode>
                <c:ptCount val="61"/>
                <c:pt idx="0" formatCode="0%">
                  <c:v>0.2837777242379389</c:v>
                </c:pt>
                <c:pt idx="2" formatCode="0%">
                  <c:v>0.25714204797554863</c:v>
                </c:pt>
                <c:pt idx="3" formatCode="0%">
                  <c:v>0.31095767834539989</c:v>
                </c:pt>
                <c:pt idx="5" formatCode="0%">
                  <c:v>0.16411694147262831</c:v>
                </c:pt>
                <c:pt idx="6" formatCode="0%">
                  <c:v>0.23427334268545161</c:v>
                </c:pt>
                <c:pt idx="7" formatCode="0%">
                  <c:v>0.31429241295191412</c:v>
                </c:pt>
                <c:pt idx="8" formatCode="0%">
                  <c:v>0.3304210117302871</c:v>
                </c:pt>
                <c:pt idx="10" formatCode="0%">
                  <c:v>0.29567336084877421</c:v>
                </c:pt>
                <c:pt idx="11" formatCode="0%">
                  <c:v>0.35002304261950418</c:v>
                </c:pt>
                <c:pt idx="12" formatCode="0%">
                  <c:v>0.17876679604084589</c:v>
                </c:pt>
                <c:pt idx="14" formatCode="0%">
                  <c:v>0.38221090012332531</c:v>
                </c:pt>
                <c:pt idx="15" formatCode="0%">
                  <c:v>0.28487913456802078</c:v>
                </c:pt>
                <c:pt idx="16" formatCode="0%">
                  <c:v>0.24356599221603831</c:v>
                </c:pt>
                <c:pt idx="17" formatCode="0%">
                  <c:v>0.26865559922179078</c:v>
                </c:pt>
                <c:pt idx="19" formatCode="0%">
                  <c:v>0.26140906790826329</c:v>
                </c:pt>
                <c:pt idx="20" formatCode="0%">
                  <c:v>0.246738125415319</c:v>
                </c:pt>
                <c:pt idx="21" formatCode="0%">
                  <c:v>0.35166102967000401</c:v>
                </c:pt>
                <c:pt idx="22" formatCode="0%">
                  <c:v>0.29289953557472642</c:v>
                </c:pt>
                <c:pt idx="23" formatCode="0%">
                  <c:v>0.23785782097071539</c:v>
                </c:pt>
                <c:pt idx="24" formatCode="0%">
                  <c:v>0.16250231229079301</c:v>
                </c:pt>
                <c:pt idx="26" formatCode="0%">
                  <c:v>0.25115653055376602</c:v>
                </c:pt>
                <c:pt idx="27" formatCode="0%">
                  <c:v>0.35134621711099662</c:v>
                </c:pt>
                <c:pt idx="28" formatCode="0%">
                  <c:v>0.16736434161260511</c:v>
                </c:pt>
                <c:pt idx="29" formatCode="0%">
                  <c:v>0.34478770217302313</c:v>
                </c:pt>
                <c:pt idx="30" formatCode="0%">
                  <c:v>0.28488048362673368</c:v>
                </c:pt>
                <c:pt idx="32" formatCode="0%">
                  <c:v>0.17997806869414451</c:v>
                </c:pt>
                <c:pt idx="33" formatCode="0%">
                  <c:v>0.27654542861297399</c:v>
                </c:pt>
                <c:pt idx="34" formatCode="0%">
                  <c:v>0.26381871956081598</c:v>
                </c:pt>
                <c:pt idx="35" formatCode="0%">
                  <c:v>0.3662125567625345</c:v>
                </c:pt>
                <c:pt idx="36" formatCode="0%">
                  <c:v>0.2779416142923975</c:v>
                </c:pt>
                <c:pt idx="38" formatCode="0%">
                  <c:v>0.26244744913372492</c:v>
                </c:pt>
                <c:pt idx="39" formatCode="0%">
                  <c:v>0.17727072956814169</c:v>
                </c:pt>
                <c:pt idx="40" formatCode="0%">
                  <c:v>0.34427677931486361</c:v>
                </c:pt>
                <c:pt idx="41" formatCode="0%">
                  <c:v>0.33056839047146203</c:v>
                </c:pt>
                <c:pt idx="42" formatCode="0%">
                  <c:v>0.31937025971312571</c:v>
                </c:pt>
                <c:pt idx="44" formatCode="0%">
                  <c:v>0.34623292118735249</c:v>
                </c:pt>
                <c:pt idx="45" formatCode="0%">
                  <c:v>0.1770224725856982</c:v>
                </c:pt>
                <c:pt idx="46" formatCode="0%">
                  <c:v>0.3340338953309191</c:v>
                </c:pt>
                <c:pt idx="47" formatCode="0%">
                  <c:v>0.12875947197396759</c:v>
                </c:pt>
                <c:pt idx="48" formatCode="0%">
                  <c:v>0.21520632225350311</c:v>
                </c:pt>
                <c:pt idx="49" formatCode="0%">
                  <c:v>0.48941750663198752</c:v>
                </c:pt>
                <c:pt idx="50" formatCode="0%">
                  <c:v>0.30918102088333821</c:v>
                </c:pt>
                <c:pt idx="51" formatCode="0%">
                  <c:v>0.12356077535558151</c:v>
                </c:pt>
                <c:pt idx="52" formatCode="0%">
                  <c:v>0.33029852509341578</c:v>
                </c:pt>
                <c:pt idx="53" formatCode="0%">
                  <c:v>0.40041494652239801</c:v>
                </c:pt>
                <c:pt idx="54" formatCode="0%">
                  <c:v>0.23702936186314441</c:v>
                </c:pt>
                <c:pt idx="56" formatCode="0%">
                  <c:v>0.36813196350820532</c:v>
                </c:pt>
                <c:pt idx="57" formatCode="0%">
                  <c:v>0.26785919941536479</c:v>
                </c:pt>
                <c:pt idx="58" formatCode="0%">
                  <c:v>0.19214215201103119</c:v>
                </c:pt>
                <c:pt idx="59" formatCode="0%">
                  <c:v>0.28871505757115012</c:v>
                </c:pt>
                <c:pt idx="60" formatCode="0%">
                  <c:v>0.26033108523095783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A1A5-4A6E-92E6-7E2E379DF599}"/>
            </c:ext>
          </c:extLst>
        </c:ser>
        <c:ser>
          <c:idx val="10"/>
          <c:order val="10"/>
          <c:tx>
            <c:strRef>
              <c:f>Sheet1!$B$300</c:f>
              <c:strCache>
                <c:ptCount val="1"/>
                <c:pt idx="0">
                  <c:v>Integração de imigrantes</c:v>
                </c:pt>
              </c:strCache>
            </c:strRef>
          </c:tx>
          <c:spPr>
            <a:ln w="63500" cap="rnd">
              <a:solidFill>
                <a:schemeClr val="accent6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chemeClr val="accent6">
                    <a:lumMod val="40000"/>
                    <a:lumOff val="6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Sheet1!$C$300:$BK$300</c:f>
              <c:numCache>
                <c:formatCode>General</c:formatCode>
                <c:ptCount val="61"/>
                <c:pt idx="0" formatCode="0%">
                  <c:v>0.29043592181226491</c:v>
                </c:pt>
                <c:pt idx="2" formatCode="0%">
                  <c:v>0.27240571215817799</c:v>
                </c:pt>
                <c:pt idx="3" formatCode="0%">
                  <c:v>0.31197426496479719</c:v>
                </c:pt>
                <c:pt idx="5" formatCode="0%">
                  <c:v>0.19090004983120451</c:v>
                </c:pt>
                <c:pt idx="6" formatCode="0%">
                  <c:v>0.31582351724358643</c:v>
                </c:pt>
                <c:pt idx="7" formatCode="0%">
                  <c:v>0.28387630289473759</c:v>
                </c:pt>
                <c:pt idx="8" formatCode="0%">
                  <c:v>0.31523673376702771</c:v>
                </c:pt>
                <c:pt idx="10" formatCode="0%">
                  <c:v>0.2716338638385159</c:v>
                </c:pt>
                <c:pt idx="11" formatCode="0%">
                  <c:v>0.26808302948060297</c:v>
                </c:pt>
                <c:pt idx="12" formatCode="0%">
                  <c:v>0.34301882341214213</c:v>
                </c:pt>
                <c:pt idx="14" formatCode="0%">
                  <c:v>0.27776995195604232</c:v>
                </c:pt>
                <c:pt idx="15" formatCode="0%">
                  <c:v>0.28079378989281473</c:v>
                </c:pt>
                <c:pt idx="16" formatCode="0%">
                  <c:v>0.33723365591809101</c:v>
                </c:pt>
                <c:pt idx="17" formatCode="0%">
                  <c:v>0.25848252412125011</c:v>
                </c:pt>
                <c:pt idx="19" formatCode="0%">
                  <c:v>0.31740251471772712</c:v>
                </c:pt>
                <c:pt idx="20" formatCode="0%">
                  <c:v>0.38980331989068878</c:v>
                </c:pt>
                <c:pt idx="21" formatCode="0%">
                  <c:v>0.32475564982894922</c:v>
                </c:pt>
                <c:pt idx="22" formatCode="0%">
                  <c:v>0.30992747889999961</c:v>
                </c:pt>
                <c:pt idx="23" formatCode="0%">
                  <c:v>0.20946170773191791</c:v>
                </c:pt>
                <c:pt idx="24" formatCode="0%">
                  <c:v>0.26833843263642138</c:v>
                </c:pt>
                <c:pt idx="26" formatCode="0%">
                  <c:v>0.32141182036100202</c:v>
                </c:pt>
                <c:pt idx="27" formatCode="0%">
                  <c:v>0.39109227008491593</c:v>
                </c:pt>
                <c:pt idx="28" formatCode="0%">
                  <c:v>0.16190290940051519</c:v>
                </c:pt>
                <c:pt idx="29" formatCode="0%">
                  <c:v>0.26961899300084807</c:v>
                </c:pt>
                <c:pt idx="30" formatCode="0%">
                  <c:v>0.29945925105624038</c:v>
                </c:pt>
                <c:pt idx="32" formatCode="0%">
                  <c:v>0.19832019032199111</c:v>
                </c:pt>
                <c:pt idx="33" formatCode="0%">
                  <c:v>0.19830886272822471</c:v>
                </c:pt>
                <c:pt idx="34" formatCode="0%">
                  <c:v>0.32832660046147227</c:v>
                </c:pt>
                <c:pt idx="35" formatCode="0%">
                  <c:v>0.38104359835096058</c:v>
                </c:pt>
                <c:pt idx="36" formatCode="0%">
                  <c:v>0.40297520760951472</c:v>
                </c:pt>
                <c:pt idx="38" formatCode="0%">
                  <c:v>0.25945987526375741</c:v>
                </c:pt>
                <c:pt idx="39" formatCode="0%">
                  <c:v>0.16751831374784079</c:v>
                </c:pt>
                <c:pt idx="40" formatCode="0%">
                  <c:v>0.4064399492155385</c:v>
                </c:pt>
                <c:pt idx="41" formatCode="0%">
                  <c:v>0.2253290670008645</c:v>
                </c:pt>
                <c:pt idx="42" formatCode="0%">
                  <c:v>0.34146047412409702</c:v>
                </c:pt>
                <c:pt idx="44" formatCode="0%">
                  <c:v>0.39427541080116879</c:v>
                </c:pt>
                <c:pt idx="45" formatCode="0%">
                  <c:v>0.18248947154951231</c:v>
                </c:pt>
                <c:pt idx="46" formatCode="0%">
                  <c:v>0.25473303887502002</c:v>
                </c:pt>
                <c:pt idx="47" formatCode="0%">
                  <c:v>0.22809256168882411</c:v>
                </c:pt>
                <c:pt idx="48" formatCode="0%">
                  <c:v>0.57767609728826286</c:v>
                </c:pt>
                <c:pt idx="49" formatCode="0%">
                  <c:v>0.39035616680191898</c:v>
                </c:pt>
                <c:pt idx="50" formatCode="0%">
                  <c:v>0.44416350430966323</c:v>
                </c:pt>
                <c:pt idx="51" formatCode="0%">
                  <c:v>0.31268686905017778</c:v>
                </c:pt>
                <c:pt idx="52" formatCode="0%">
                  <c:v>0.20265727550340029</c:v>
                </c:pt>
                <c:pt idx="53" formatCode="0%">
                  <c:v>0.48686692072270882</c:v>
                </c:pt>
                <c:pt idx="54" formatCode="0%">
                  <c:v>0.18761741912904281</c:v>
                </c:pt>
                <c:pt idx="56" formatCode="0%">
                  <c:v>0.3923506312529923</c:v>
                </c:pt>
                <c:pt idx="57" formatCode="0%">
                  <c:v>0.39574785213923092</c:v>
                </c:pt>
                <c:pt idx="58" formatCode="0%">
                  <c:v>0.20309835139506779</c:v>
                </c:pt>
                <c:pt idx="59" formatCode="0%">
                  <c:v>0.31830653789702412</c:v>
                </c:pt>
                <c:pt idx="60" formatCode="0%">
                  <c:v>0.23539063789625289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A1A5-4A6E-92E6-7E2E379DF599}"/>
            </c:ext>
          </c:extLst>
        </c:ser>
        <c:ser>
          <c:idx val="11"/>
          <c:order val="11"/>
          <c:tx>
            <c:strRef>
              <c:f>Sheet1!$B$301</c:f>
              <c:strCache>
                <c:ptCount val="1"/>
                <c:pt idx="0">
                  <c:v>Gestão de resíduos</c:v>
                </c:pt>
              </c:strCache>
            </c:strRef>
          </c:tx>
          <c:spPr>
            <a:ln w="63500" cap="rnd">
              <a:solidFill>
                <a:schemeClr val="bg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bg2">
                  <a:lumMod val="60000"/>
                  <a:lumOff val="40000"/>
                </a:schemeClr>
              </a:solidFill>
              <a:ln w="9525">
                <a:solidFill>
                  <a:schemeClr val="bg2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Sheet1!$C$301:$BK$301</c:f>
              <c:numCache>
                <c:formatCode>General</c:formatCode>
                <c:ptCount val="61"/>
                <c:pt idx="0" formatCode="0%">
                  <c:v>9.9983533951824827E-2</c:v>
                </c:pt>
                <c:pt idx="2" formatCode="0%">
                  <c:v>0.1175403544390808</c:v>
                </c:pt>
                <c:pt idx="3" formatCode="0%">
                  <c:v>8.1949124102585855E-2</c:v>
                </c:pt>
                <c:pt idx="5" formatCode="0%">
                  <c:v>8.2985219243448455E-2</c:v>
                </c:pt>
                <c:pt idx="6" formatCode="0%">
                  <c:v>0.12357515442103011</c:v>
                </c:pt>
                <c:pt idx="7" formatCode="0%">
                  <c:v>0.1162863084261761</c:v>
                </c:pt>
                <c:pt idx="8" formatCode="0%">
                  <c:v>7.7821992247454536E-2</c:v>
                </c:pt>
                <c:pt idx="10" formatCode="0%">
                  <c:v>0.1060031227735285</c:v>
                </c:pt>
                <c:pt idx="11" formatCode="0%">
                  <c:v>0.1020697806068455</c:v>
                </c:pt>
                <c:pt idx="12" formatCode="0%">
                  <c:v>9.0130120685356155E-2</c:v>
                </c:pt>
                <c:pt idx="14" formatCode="0%">
                  <c:v>0.162579431974508</c:v>
                </c:pt>
                <c:pt idx="15" formatCode="0%">
                  <c:v>9.7453359696266326E-2</c:v>
                </c:pt>
                <c:pt idx="16" formatCode="0%">
                  <c:v>9.7954017689928105E-2</c:v>
                </c:pt>
                <c:pt idx="17" formatCode="0%">
                  <c:v>6.2501156927815216E-2</c:v>
                </c:pt>
                <c:pt idx="19" formatCode="0%">
                  <c:v>6.6829137169192157E-2</c:v>
                </c:pt>
                <c:pt idx="20" formatCode="0%">
                  <c:v>0.109914976888729</c:v>
                </c:pt>
                <c:pt idx="21" formatCode="0%">
                  <c:v>0.1408688246323366</c:v>
                </c:pt>
                <c:pt idx="22" formatCode="0%">
                  <c:v>0.13277673706181201</c:v>
                </c:pt>
                <c:pt idx="23" formatCode="0%">
                  <c:v>4.115160978696622E-2</c:v>
                </c:pt>
                <c:pt idx="24" formatCode="0%">
                  <c:v>5.8123923664701052E-2</c:v>
                </c:pt>
                <c:pt idx="26" formatCode="0%">
                  <c:v>0.11768095039518001</c:v>
                </c:pt>
                <c:pt idx="27" formatCode="0%">
                  <c:v>8.9335018842860561E-2</c:v>
                </c:pt>
                <c:pt idx="28" formatCode="0%">
                  <c:v>3.4638888829902757E-2</c:v>
                </c:pt>
                <c:pt idx="29" formatCode="0%">
                  <c:v>0.124836144952945</c:v>
                </c:pt>
                <c:pt idx="30" formatCode="0%">
                  <c:v>0.13943194459953751</c:v>
                </c:pt>
                <c:pt idx="32" formatCode="0%">
                  <c:v>6.949873275506066E-2</c:v>
                </c:pt>
                <c:pt idx="33" formatCode="0%">
                  <c:v>7.5877408253792508E-2</c:v>
                </c:pt>
                <c:pt idx="34" formatCode="0%">
                  <c:v>0.1013239154518539</c:v>
                </c:pt>
                <c:pt idx="35" formatCode="0%">
                  <c:v>0.10569438174512601</c:v>
                </c:pt>
                <c:pt idx="36" formatCode="0%">
                  <c:v>0.1111926005000925</c:v>
                </c:pt>
                <c:pt idx="38" formatCode="0%">
                  <c:v>0.1151176363759526</c:v>
                </c:pt>
                <c:pt idx="39" formatCode="0%">
                  <c:v>3.4154682994478942E-2</c:v>
                </c:pt>
                <c:pt idx="40" formatCode="0%">
                  <c:v>9.045372995989677E-2</c:v>
                </c:pt>
                <c:pt idx="41" formatCode="0%">
                  <c:v>0.1142934108317732</c:v>
                </c:pt>
                <c:pt idx="42" formatCode="0%">
                  <c:v>0.15189016932230931</c:v>
                </c:pt>
                <c:pt idx="44" formatCode="0%">
                  <c:v>9.6190540672718733E-2</c:v>
                </c:pt>
                <c:pt idx="45" formatCode="0%">
                  <c:v>3.9390464660407257E-2</c:v>
                </c:pt>
                <c:pt idx="46" formatCode="0%">
                  <c:v>0.1243359944872595</c:v>
                </c:pt>
                <c:pt idx="47" formatCode="0%">
                  <c:v>3.0473184830515389E-2</c:v>
                </c:pt>
                <c:pt idx="48" formatCode="0%">
                  <c:v>7.9482750306262812E-2</c:v>
                </c:pt>
                <c:pt idx="49" formatCode="0%">
                  <c:v>0.34531453494085612</c:v>
                </c:pt>
                <c:pt idx="50" formatCode="0%">
                  <c:v>0.21460658506520791</c:v>
                </c:pt>
                <c:pt idx="51" formatCode="0%">
                  <c:v>0.17400565964133519</c:v>
                </c:pt>
                <c:pt idx="52" formatCode="0%">
                  <c:v>1.650304078494207E-2</c:v>
                </c:pt>
                <c:pt idx="53" formatCode="0%">
                  <c:v>0.1872903264071562</c:v>
                </c:pt>
                <c:pt idx="54" formatCode="0%">
                  <c:v>8.8363213908123614E-2</c:v>
                </c:pt>
                <c:pt idx="56" formatCode="0%">
                  <c:v>8.7615388601817515E-2</c:v>
                </c:pt>
                <c:pt idx="57" formatCode="0%">
                  <c:v>0.14571106464854669</c:v>
                </c:pt>
                <c:pt idx="58" formatCode="0%">
                  <c:v>8.2179617463356003E-2</c:v>
                </c:pt>
                <c:pt idx="59" formatCode="0%">
                  <c:v>9.8516921179396408E-2</c:v>
                </c:pt>
                <c:pt idx="60" formatCode="0%">
                  <c:v>0.1021794932129638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B-A1A5-4A6E-92E6-7E2E379DF599}"/>
            </c:ext>
          </c:extLst>
        </c:ser>
        <c:ser>
          <c:idx val="12"/>
          <c:order val="12"/>
          <c:tx>
            <c:strRef>
              <c:f>Sheet1!$B$302</c:f>
              <c:strCache>
                <c:ptCount val="1"/>
                <c:pt idx="0">
                  <c:v>Proteção das florestas / biodiversidade</c:v>
                </c:pt>
              </c:strCache>
            </c:strRef>
          </c:tx>
          <c:spPr>
            <a:ln w="63500" cap="rnd">
              <a:solidFill>
                <a:schemeClr val="accent3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accent3">
                    <a:lumMod val="40000"/>
                    <a:lumOff val="6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Sheet1!$C$302:$BK$302</c:f>
              <c:numCache>
                <c:formatCode>General</c:formatCode>
                <c:ptCount val="61"/>
                <c:pt idx="0" formatCode="0%">
                  <c:v>0.1964165999485753</c:v>
                </c:pt>
                <c:pt idx="2" formatCode="0%">
                  <c:v>0.19500136332385759</c:v>
                </c:pt>
                <c:pt idx="3" formatCode="0%">
                  <c:v>0.20054935315142089</c:v>
                </c:pt>
                <c:pt idx="5" formatCode="0%">
                  <c:v>0.20262954716378029</c:v>
                </c:pt>
                <c:pt idx="6" formatCode="0%">
                  <c:v>0.20915986217427079</c:v>
                </c:pt>
                <c:pt idx="7" formatCode="0%">
                  <c:v>0.1920841421230933</c:v>
                </c:pt>
                <c:pt idx="8" formatCode="0%">
                  <c:v>0.19006745071730771</c:v>
                </c:pt>
                <c:pt idx="10" formatCode="0%">
                  <c:v>0.16877714681084829</c:v>
                </c:pt>
                <c:pt idx="11" formatCode="0%">
                  <c:v>0.22057624822701999</c:v>
                </c:pt>
                <c:pt idx="12" formatCode="0%">
                  <c:v>0.1952030393252682</c:v>
                </c:pt>
                <c:pt idx="14" formatCode="0%">
                  <c:v>0.30761231530945038</c:v>
                </c:pt>
                <c:pt idx="15" formatCode="0%">
                  <c:v>0.21271374109533869</c:v>
                </c:pt>
                <c:pt idx="16" formatCode="0%">
                  <c:v>0.1708640000841638</c:v>
                </c:pt>
                <c:pt idx="17" formatCode="0%">
                  <c:v>0.13441819871322619</c:v>
                </c:pt>
                <c:pt idx="19" formatCode="0%">
                  <c:v>0.13649864429721811</c:v>
                </c:pt>
                <c:pt idx="20" formatCode="0%">
                  <c:v>0.1769983035569577</c:v>
                </c:pt>
                <c:pt idx="21" formatCode="0%">
                  <c:v>0.26581708972460649</c:v>
                </c:pt>
                <c:pt idx="22" formatCode="0%">
                  <c:v>0.21841465090852119</c:v>
                </c:pt>
                <c:pt idx="23" formatCode="0%">
                  <c:v>0.1354368055881319</c:v>
                </c:pt>
                <c:pt idx="24" formatCode="0%">
                  <c:v>0.1050938398313728</c:v>
                </c:pt>
                <c:pt idx="26" formatCode="0%">
                  <c:v>0.22651720537498829</c:v>
                </c:pt>
                <c:pt idx="27" formatCode="0%">
                  <c:v>0.1800781185986457</c:v>
                </c:pt>
                <c:pt idx="28" formatCode="0%">
                  <c:v>7.853984136741117E-2</c:v>
                </c:pt>
                <c:pt idx="29" formatCode="0%">
                  <c:v>0.2136900669800614</c:v>
                </c:pt>
                <c:pt idx="30" formatCode="0%">
                  <c:v>0.29029855713363839</c:v>
                </c:pt>
                <c:pt idx="32" formatCode="0%">
                  <c:v>9.5560652850639916E-2</c:v>
                </c:pt>
                <c:pt idx="33" formatCode="0%">
                  <c:v>0.14935660819226601</c:v>
                </c:pt>
                <c:pt idx="34" formatCode="0%">
                  <c:v>0.16280844395092151</c:v>
                </c:pt>
                <c:pt idx="35" formatCode="0%">
                  <c:v>0.28999240143254579</c:v>
                </c:pt>
                <c:pt idx="36" formatCode="0%">
                  <c:v>0.23245400306966391</c:v>
                </c:pt>
                <c:pt idx="38" formatCode="0%">
                  <c:v>0.22251974821228659</c:v>
                </c:pt>
                <c:pt idx="39" formatCode="0%">
                  <c:v>7.635230232508082E-2</c:v>
                </c:pt>
                <c:pt idx="40" formatCode="0%">
                  <c:v>0.17826928432774791</c:v>
                </c:pt>
                <c:pt idx="41" formatCode="0%">
                  <c:v>0.20458914102663961</c:v>
                </c:pt>
                <c:pt idx="42" formatCode="0%">
                  <c:v>0.31975969264874782</c:v>
                </c:pt>
                <c:pt idx="44" formatCode="0%">
                  <c:v>0.18279703727689731</c:v>
                </c:pt>
                <c:pt idx="45" formatCode="0%">
                  <c:v>8.3419970058411189E-2</c:v>
                </c:pt>
                <c:pt idx="46" formatCode="0%">
                  <c:v>0.21242025028168571</c:v>
                </c:pt>
                <c:pt idx="47" formatCode="0%">
                  <c:v>6.3411018901303531E-2</c:v>
                </c:pt>
                <c:pt idx="48" formatCode="0%">
                  <c:v>0.24512080175359879</c:v>
                </c:pt>
                <c:pt idx="49" formatCode="0%">
                  <c:v>0.50059918059802033</c:v>
                </c:pt>
                <c:pt idx="50" formatCode="0%">
                  <c:v>0.40582843080276682</c:v>
                </c:pt>
                <c:pt idx="51" formatCode="0%">
                  <c:v>0.51144110353746208</c:v>
                </c:pt>
                <c:pt idx="52" formatCode="0%">
                  <c:v>0.18206697740623171</c:v>
                </c:pt>
                <c:pt idx="53" formatCode="0%">
                  <c:v>0.38060193147211668</c:v>
                </c:pt>
                <c:pt idx="54" formatCode="0%">
                  <c:v>0.21354054469841871</c:v>
                </c:pt>
                <c:pt idx="56" formatCode="0%">
                  <c:v>0.18774517029059831</c:v>
                </c:pt>
                <c:pt idx="57" formatCode="0%">
                  <c:v>0.17633328534585571</c:v>
                </c:pt>
                <c:pt idx="58" formatCode="0%">
                  <c:v>0.20387227739330269</c:v>
                </c:pt>
                <c:pt idx="59" formatCode="0%">
                  <c:v>0.26440178853011509</c:v>
                </c:pt>
                <c:pt idx="60" formatCode="0%">
                  <c:v>0.17756414103991339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C-A1A5-4A6E-92E6-7E2E379DF599}"/>
            </c:ext>
          </c:extLst>
        </c:ser>
        <c:ser>
          <c:idx val="13"/>
          <c:order val="13"/>
          <c:tx>
            <c:strRef>
              <c:f>Sheet1!$B$303</c:f>
              <c:strCache>
                <c:ptCount val="1"/>
                <c:pt idx="0">
                  <c:v>Poluição do ar e da água</c:v>
                </c:pt>
              </c:strCache>
            </c:strRef>
          </c:tx>
          <c:spPr>
            <a:ln w="63500" cap="rnd">
              <a:solidFill>
                <a:schemeClr val="accent5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accent5">
                    <a:lumMod val="40000"/>
                    <a:lumOff val="6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Sheet1!$C$303:$BK$303</c:f>
              <c:numCache>
                <c:formatCode>General</c:formatCode>
                <c:ptCount val="61"/>
                <c:pt idx="0" formatCode="0%">
                  <c:v>0.14103742855132009</c:v>
                </c:pt>
                <c:pt idx="2" formatCode="0%">
                  <c:v>0.12063998373462501</c:v>
                </c:pt>
                <c:pt idx="3" formatCode="0%">
                  <c:v>0.16498889976141279</c:v>
                </c:pt>
                <c:pt idx="5" formatCode="0%">
                  <c:v>0.1490749850388644</c:v>
                </c:pt>
                <c:pt idx="6" formatCode="0%">
                  <c:v>0.1644256857289764</c:v>
                </c:pt>
                <c:pt idx="7" formatCode="0%">
                  <c:v>0.12945625700061139</c:v>
                </c:pt>
                <c:pt idx="8" formatCode="0%">
                  <c:v>0.13360508672935131</c:v>
                </c:pt>
                <c:pt idx="10" formatCode="0%">
                  <c:v>0.1354118542126812</c:v>
                </c:pt>
                <c:pt idx="11" formatCode="0%">
                  <c:v>0.15244253023457999</c:v>
                </c:pt>
                <c:pt idx="12" formatCode="0%">
                  <c:v>0.13185713370209229</c:v>
                </c:pt>
                <c:pt idx="14" formatCode="0%">
                  <c:v>0.20021056811835919</c:v>
                </c:pt>
                <c:pt idx="15" formatCode="0%">
                  <c:v>0.1574278057524422</c:v>
                </c:pt>
                <c:pt idx="16" formatCode="0%">
                  <c:v>0.1377962019460631</c:v>
                </c:pt>
                <c:pt idx="17" formatCode="0%">
                  <c:v>8.3545043164755584E-2</c:v>
                </c:pt>
                <c:pt idx="19" formatCode="0%">
                  <c:v>8.5331638891671002E-2</c:v>
                </c:pt>
                <c:pt idx="20" formatCode="0%">
                  <c:v>0.15058004275880379</c:v>
                </c:pt>
                <c:pt idx="21" formatCode="0%">
                  <c:v>0.18693307362766501</c:v>
                </c:pt>
                <c:pt idx="22" formatCode="0%">
                  <c:v>0.1212152366307854</c:v>
                </c:pt>
                <c:pt idx="23" formatCode="0%">
                  <c:v>0.1198796459994154</c:v>
                </c:pt>
                <c:pt idx="24" formatCode="0%">
                  <c:v>9.191645964796416E-2</c:v>
                </c:pt>
                <c:pt idx="26" formatCode="0%">
                  <c:v>0.19366354764278809</c:v>
                </c:pt>
                <c:pt idx="27" formatCode="0%">
                  <c:v>0.14899229650674339</c:v>
                </c:pt>
                <c:pt idx="28" formatCode="0%">
                  <c:v>5.4905569534255683E-2</c:v>
                </c:pt>
                <c:pt idx="29" formatCode="0%">
                  <c:v>0.12825487560724391</c:v>
                </c:pt>
                <c:pt idx="30" formatCode="0%">
                  <c:v>0.19107035550908419</c:v>
                </c:pt>
                <c:pt idx="32" formatCode="0%">
                  <c:v>7.7382735825558005E-2</c:v>
                </c:pt>
                <c:pt idx="33" formatCode="0%">
                  <c:v>8.3005808631341937E-2</c:v>
                </c:pt>
                <c:pt idx="34" formatCode="0%">
                  <c:v>0.1207849889853588</c:v>
                </c:pt>
                <c:pt idx="35" formatCode="0%">
                  <c:v>0.19628977371031789</c:v>
                </c:pt>
                <c:pt idx="36" formatCode="0%">
                  <c:v>0.18977378130007749</c:v>
                </c:pt>
                <c:pt idx="38" formatCode="0%">
                  <c:v>0.186029912181053</c:v>
                </c:pt>
                <c:pt idx="39" formatCode="0%">
                  <c:v>3.8792710342642728E-2</c:v>
                </c:pt>
                <c:pt idx="40" formatCode="0%">
                  <c:v>0.14729684106216739</c:v>
                </c:pt>
                <c:pt idx="41" formatCode="0%">
                  <c:v>8.658173615354256E-2</c:v>
                </c:pt>
                <c:pt idx="42" formatCode="0%">
                  <c:v>0.22467717602188081</c:v>
                </c:pt>
                <c:pt idx="44" formatCode="0%">
                  <c:v>0.15305174263611801</c:v>
                </c:pt>
                <c:pt idx="45" formatCode="0%">
                  <c:v>5.5228751501988367E-2</c:v>
                </c:pt>
                <c:pt idx="46" formatCode="0%">
                  <c:v>0.12764955419895549</c:v>
                </c:pt>
                <c:pt idx="47" formatCode="0%">
                  <c:v>1.8932584903289081E-2</c:v>
                </c:pt>
                <c:pt idx="48" formatCode="0%">
                  <c:v>0.20823948635643921</c:v>
                </c:pt>
                <c:pt idx="49" formatCode="0%">
                  <c:v>0.38346212271564478</c:v>
                </c:pt>
                <c:pt idx="50" formatCode="0%">
                  <c:v>0.25812473654948759</c:v>
                </c:pt>
                <c:pt idx="51" formatCode="0%">
                  <c:v>0.45667597691568779</c:v>
                </c:pt>
                <c:pt idx="52" formatCode="0%">
                  <c:v>3.6358983169644657E-2</c:v>
                </c:pt>
                <c:pt idx="53" formatCode="0%">
                  <c:v>0.37788378716828352</c:v>
                </c:pt>
                <c:pt idx="54" formatCode="0%">
                  <c:v>0.14117006758387979</c:v>
                </c:pt>
                <c:pt idx="56" formatCode="0%">
                  <c:v>0.16854124754066541</c:v>
                </c:pt>
                <c:pt idx="57" formatCode="0%">
                  <c:v>0.1353183649313093</c:v>
                </c:pt>
                <c:pt idx="58" formatCode="0%">
                  <c:v>0.1409782542175522</c:v>
                </c:pt>
                <c:pt idx="59" formatCode="0%">
                  <c:v>0.16498161962783511</c:v>
                </c:pt>
                <c:pt idx="60" formatCode="0%">
                  <c:v>0.123605190256507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D-A1A5-4A6E-92E6-7E2E379DF599}"/>
            </c:ext>
          </c:extLst>
        </c:ser>
        <c:ser>
          <c:idx val="14"/>
          <c:order val="14"/>
          <c:tx>
            <c:strRef>
              <c:f>Sheet1!$B$304</c:f>
              <c:strCache>
                <c:ptCount val="1"/>
                <c:pt idx="0">
                  <c:v>Proteção do litoral e dos oceanos</c:v>
                </c:pt>
              </c:strCache>
            </c:strRef>
          </c:tx>
          <c:spPr>
            <a:ln w="63500" cap="rnd">
              <a:solidFill>
                <a:schemeClr val="accent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>
                    <a:lumMod val="40000"/>
                    <a:lumOff val="6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Sheet1!$C$304:$BK$304</c:f>
              <c:numCache>
                <c:formatCode>General</c:formatCode>
                <c:ptCount val="61"/>
                <c:pt idx="0" formatCode="0%">
                  <c:v>0.11860769559167859</c:v>
                </c:pt>
                <c:pt idx="2" formatCode="0%">
                  <c:v>0.11234940433263289</c:v>
                </c:pt>
                <c:pt idx="3" formatCode="0%">
                  <c:v>0.12680720251771771</c:v>
                </c:pt>
                <c:pt idx="5" formatCode="0%">
                  <c:v>0.1772298587522495</c:v>
                </c:pt>
                <c:pt idx="6" formatCode="0%">
                  <c:v>0.1021863274527605</c:v>
                </c:pt>
                <c:pt idx="7" formatCode="0%">
                  <c:v>0.1211679212572376</c:v>
                </c:pt>
                <c:pt idx="8" formatCode="0%">
                  <c:v>0.1059931755737215</c:v>
                </c:pt>
                <c:pt idx="10" formatCode="0%">
                  <c:v>8.4033067354175317E-2</c:v>
                </c:pt>
                <c:pt idx="11" formatCode="0%">
                  <c:v>0.13666838487819591</c:v>
                </c:pt>
                <c:pt idx="12" formatCode="0%">
                  <c:v>0.13383459684017379</c:v>
                </c:pt>
                <c:pt idx="14" formatCode="0%">
                  <c:v>0.14133784371007149</c:v>
                </c:pt>
                <c:pt idx="15" formatCode="0%">
                  <c:v>0.14632389091033621</c:v>
                </c:pt>
                <c:pt idx="16" formatCode="0%">
                  <c:v>0.1169423028834892</c:v>
                </c:pt>
                <c:pt idx="17" formatCode="0%">
                  <c:v>6.7044635171199143E-2</c:v>
                </c:pt>
                <c:pt idx="19" formatCode="0%">
                  <c:v>0.1271773551793465</c:v>
                </c:pt>
                <c:pt idx="20" formatCode="0%">
                  <c:v>0.10836965441417359</c:v>
                </c:pt>
                <c:pt idx="21" formatCode="0%">
                  <c:v>0.14969603236550419</c:v>
                </c:pt>
                <c:pt idx="22" formatCode="0%">
                  <c:v>0.1232610305650276</c:v>
                </c:pt>
                <c:pt idx="23" formatCode="0%">
                  <c:v>8.8155811557024621E-2</c:v>
                </c:pt>
                <c:pt idx="24" formatCode="0%">
                  <c:v>8.529754524849055E-2</c:v>
                </c:pt>
                <c:pt idx="26" formatCode="0%">
                  <c:v>0.13068098448511811</c:v>
                </c:pt>
                <c:pt idx="27" formatCode="0%">
                  <c:v>0.1086563044313866</c:v>
                </c:pt>
                <c:pt idx="28" formatCode="0%">
                  <c:v>6.3277280458565538E-2</c:v>
                </c:pt>
                <c:pt idx="29" formatCode="0%">
                  <c:v>0.1013260979170181</c:v>
                </c:pt>
                <c:pt idx="30" formatCode="0%">
                  <c:v>0.1892551655555656</c:v>
                </c:pt>
                <c:pt idx="32" formatCode="0%">
                  <c:v>9.4472883923562831E-2</c:v>
                </c:pt>
                <c:pt idx="33" formatCode="0%">
                  <c:v>8.292319774720984E-2</c:v>
                </c:pt>
                <c:pt idx="34" formatCode="0%">
                  <c:v>4.7602274990616381E-2</c:v>
                </c:pt>
                <c:pt idx="35" formatCode="0%">
                  <c:v>0.16308048546791409</c:v>
                </c:pt>
                <c:pt idx="36" formatCode="0%">
                  <c:v>0.16747993808843101</c:v>
                </c:pt>
                <c:pt idx="38" formatCode="0%">
                  <c:v>0.13284797164832901</c:v>
                </c:pt>
                <c:pt idx="39" formatCode="0%">
                  <c:v>5.3835481433884433E-2</c:v>
                </c:pt>
                <c:pt idx="40" formatCode="0%">
                  <c:v>0.1023032872490187</c:v>
                </c:pt>
                <c:pt idx="41" formatCode="0%">
                  <c:v>9.6135843420161168E-2</c:v>
                </c:pt>
                <c:pt idx="42" formatCode="0%">
                  <c:v>0.2108461565022838</c:v>
                </c:pt>
                <c:pt idx="44" formatCode="0%">
                  <c:v>0.1137763912155644</c:v>
                </c:pt>
                <c:pt idx="45" formatCode="0%">
                  <c:v>6.141097710753067E-2</c:v>
                </c:pt>
                <c:pt idx="46" formatCode="0%">
                  <c:v>9.5807379077232996E-2</c:v>
                </c:pt>
                <c:pt idx="47" formatCode="0%">
                  <c:v>3.0911355868575179E-2</c:v>
                </c:pt>
                <c:pt idx="48" formatCode="0%">
                  <c:v>0.28140761171726641</c:v>
                </c:pt>
                <c:pt idx="49" formatCode="0%">
                  <c:v>0.32923045025320852</c:v>
                </c:pt>
                <c:pt idx="50" formatCode="0%">
                  <c:v>0.31322714207565122</c:v>
                </c:pt>
                <c:pt idx="51" formatCode="0%">
                  <c:v>0.33415843612232071</c:v>
                </c:pt>
                <c:pt idx="52" formatCode="0%">
                  <c:v>3.9947936572198257E-2</c:v>
                </c:pt>
                <c:pt idx="53" formatCode="0%">
                  <c:v>0.29243025791789229</c:v>
                </c:pt>
                <c:pt idx="54" formatCode="0%">
                  <c:v>9.9454863555511294E-2</c:v>
                </c:pt>
                <c:pt idx="56" formatCode="0%">
                  <c:v>0.1161271035332581</c:v>
                </c:pt>
                <c:pt idx="57" formatCode="0%">
                  <c:v>0.12557425557969809</c:v>
                </c:pt>
                <c:pt idx="58" formatCode="0%">
                  <c:v>0.1353902648252184</c:v>
                </c:pt>
                <c:pt idx="59" formatCode="0%">
                  <c:v>0.1337191513078827</c:v>
                </c:pt>
                <c:pt idx="60" formatCode="0%">
                  <c:v>0.1128374158419809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E-A1A5-4A6E-92E6-7E2E379DF599}"/>
            </c:ext>
          </c:extLst>
        </c:ser>
        <c:ser>
          <c:idx val="15"/>
          <c:order val="15"/>
          <c:tx>
            <c:strRef>
              <c:f>Sheet1!$B$305</c:f>
              <c:strCache>
                <c:ptCount val="1"/>
                <c:pt idx="0">
                  <c:v>Transparência na administração</c:v>
                </c:pt>
              </c:strCache>
            </c:strRef>
          </c:tx>
          <c:spPr>
            <a:ln w="63500" cap="rnd">
              <a:solidFill>
                <a:srgbClr val="FFFF99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FF99"/>
              </a:solidFill>
              <a:ln w="9525">
                <a:solidFill>
                  <a:srgbClr val="FFFF99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Sheet1!$C$305:$BK$305</c:f>
              <c:numCache>
                <c:formatCode>General</c:formatCode>
                <c:ptCount val="61"/>
                <c:pt idx="0" formatCode="0%">
                  <c:v>0.43625423290207399</c:v>
                </c:pt>
                <c:pt idx="2" formatCode="0%">
                  <c:v>0.47372503940359478</c:v>
                </c:pt>
                <c:pt idx="3" formatCode="0%">
                  <c:v>0.3979588017507934</c:v>
                </c:pt>
                <c:pt idx="5" formatCode="0%">
                  <c:v>0.34524529461117959</c:v>
                </c:pt>
                <c:pt idx="6" formatCode="0%">
                  <c:v>0.43645581160803493</c:v>
                </c:pt>
                <c:pt idx="7" formatCode="0%">
                  <c:v>0.43004861176374981</c:v>
                </c:pt>
                <c:pt idx="8" formatCode="0%">
                  <c:v>0.47319850148706621</c:v>
                </c:pt>
                <c:pt idx="10" formatCode="0%">
                  <c:v>0.39355678405548172</c:v>
                </c:pt>
                <c:pt idx="11" formatCode="0%">
                  <c:v>0.5103731584316431</c:v>
                </c:pt>
                <c:pt idx="12" formatCode="0%">
                  <c:v>0.38371214527056657</c:v>
                </c:pt>
                <c:pt idx="14" formatCode="0%">
                  <c:v>0.54449858828459918</c:v>
                </c:pt>
                <c:pt idx="15" formatCode="0%">
                  <c:v>0.44525914442552078</c:v>
                </c:pt>
                <c:pt idx="16" formatCode="0%">
                  <c:v>0.4157394127452434</c:v>
                </c:pt>
                <c:pt idx="17" formatCode="0%">
                  <c:v>0.36287273414527937</c:v>
                </c:pt>
                <c:pt idx="19" formatCode="0%">
                  <c:v>0.47684478586599288</c:v>
                </c:pt>
                <c:pt idx="20" formatCode="0%">
                  <c:v>0.51549361334782906</c:v>
                </c:pt>
                <c:pt idx="21" formatCode="0%">
                  <c:v>0.49020901353222929</c:v>
                </c:pt>
                <c:pt idx="22" formatCode="0%">
                  <c:v>0.41229100294031679</c:v>
                </c:pt>
                <c:pt idx="23" formatCode="0%">
                  <c:v>0.36023904372153431</c:v>
                </c:pt>
                <c:pt idx="24" formatCode="0%">
                  <c:v>0.4588277924412198</c:v>
                </c:pt>
                <c:pt idx="26" formatCode="0%">
                  <c:v>0.38011723743334691</c:v>
                </c:pt>
                <c:pt idx="27" formatCode="0%">
                  <c:v>0.46763376307636922</c:v>
                </c:pt>
                <c:pt idx="28" formatCode="0%">
                  <c:v>0.2227068794498642</c:v>
                </c:pt>
                <c:pt idx="29" formatCode="0%">
                  <c:v>0.57106425857124421</c:v>
                </c:pt>
                <c:pt idx="30" formatCode="0%">
                  <c:v>0.5170247764124305</c:v>
                </c:pt>
                <c:pt idx="32" formatCode="0%">
                  <c:v>0.37547303323636488</c:v>
                </c:pt>
                <c:pt idx="33" formatCode="0%">
                  <c:v>0.39130193424506871</c:v>
                </c:pt>
                <c:pt idx="34" formatCode="0%">
                  <c:v>0.39068374242604809</c:v>
                </c:pt>
                <c:pt idx="35" formatCode="0%">
                  <c:v>0.52183181068658224</c:v>
                </c:pt>
                <c:pt idx="36" formatCode="0%">
                  <c:v>0.52840187952036954</c:v>
                </c:pt>
                <c:pt idx="38" formatCode="0%">
                  <c:v>0.4261350335580753</c:v>
                </c:pt>
                <c:pt idx="39" formatCode="0%">
                  <c:v>0.24591194023191759</c:v>
                </c:pt>
                <c:pt idx="40" formatCode="0%">
                  <c:v>0.53655191510719191</c:v>
                </c:pt>
                <c:pt idx="41" formatCode="0%">
                  <c:v>0.59547582092935591</c:v>
                </c:pt>
                <c:pt idx="42" formatCode="0%">
                  <c:v>0.47607297348097322</c:v>
                </c:pt>
                <c:pt idx="44" formatCode="0%">
                  <c:v>0.49780707079970538</c:v>
                </c:pt>
                <c:pt idx="45" formatCode="0%">
                  <c:v>0.231272342663149</c:v>
                </c:pt>
                <c:pt idx="46" formatCode="0%">
                  <c:v>0.56388671777488231</c:v>
                </c:pt>
                <c:pt idx="47" formatCode="0%">
                  <c:v>0.45934861313527692</c:v>
                </c:pt>
                <c:pt idx="48" formatCode="0%">
                  <c:v>0.58450984450738142</c:v>
                </c:pt>
                <c:pt idx="49" formatCode="0%">
                  <c:v>0.65262036115470612</c:v>
                </c:pt>
                <c:pt idx="50" formatCode="0%">
                  <c:v>0.45455444730259192</c:v>
                </c:pt>
                <c:pt idx="51" formatCode="0%">
                  <c:v>9.8604311946317982E-2</c:v>
                </c:pt>
                <c:pt idx="52" formatCode="0%">
                  <c:v>0.64348681641757066</c:v>
                </c:pt>
                <c:pt idx="53" formatCode="0%">
                  <c:v>0.55228872557433306</c:v>
                </c:pt>
                <c:pt idx="54" formatCode="0%">
                  <c:v>0.29471155424541617</c:v>
                </c:pt>
                <c:pt idx="56" formatCode="0%">
                  <c:v>0.53199380663509188</c:v>
                </c:pt>
                <c:pt idx="57" formatCode="0%">
                  <c:v>0.41321992648667122</c:v>
                </c:pt>
                <c:pt idx="58" formatCode="0%">
                  <c:v>0.2988724849333107</c:v>
                </c:pt>
                <c:pt idx="59" formatCode="0%">
                  <c:v>0.4275984046835003</c:v>
                </c:pt>
                <c:pt idx="60" formatCode="0%">
                  <c:v>0.42869998975759849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F-A1A5-4A6E-92E6-7E2E379DF599}"/>
            </c:ext>
          </c:extLst>
        </c:ser>
        <c:ser>
          <c:idx val="16"/>
          <c:order val="16"/>
          <c:tx>
            <c:strRef>
              <c:f>Sheet1!$B$306</c:f>
              <c:strCache>
                <c:ptCount val="1"/>
                <c:pt idx="0">
                  <c:v>Participação cidadã nas decisões</c:v>
                </c:pt>
              </c:strCache>
            </c:strRef>
          </c:tx>
          <c:spPr>
            <a:ln w="63500" cap="rnd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4">
                  <a:lumMod val="75000"/>
                </a:schemeClr>
              </a:solidFill>
              <a:ln w="9525">
                <a:solidFill>
                  <a:schemeClr val="accent4">
                    <a:lumMod val="75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Sheet1!$C$306:$BK$306</c:f>
              <c:numCache>
                <c:formatCode>General</c:formatCode>
                <c:ptCount val="61"/>
                <c:pt idx="0" formatCode="0%">
                  <c:v>0.20970145328660739</c:v>
                </c:pt>
                <c:pt idx="2" formatCode="0%">
                  <c:v>0.21521857518215209</c:v>
                </c:pt>
                <c:pt idx="3" formatCode="0%">
                  <c:v>0.2053254450950317</c:v>
                </c:pt>
                <c:pt idx="5" formatCode="0%">
                  <c:v>0.2167065041355816</c:v>
                </c:pt>
                <c:pt idx="6" formatCode="0%">
                  <c:v>0.23401231558336971</c:v>
                </c:pt>
                <c:pt idx="7" formatCode="0%">
                  <c:v>0.20812953456519001</c:v>
                </c:pt>
                <c:pt idx="8" formatCode="0%">
                  <c:v>0.19367632944889621</c:v>
                </c:pt>
                <c:pt idx="10" formatCode="0%">
                  <c:v>0.17511957679201501</c:v>
                </c:pt>
                <c:pt idx="11" formatCode="0%">
                  <c:v>0.2371762804563628</c:v>
                </c:pt>
                <c:pt idx="12" formatCode="0%">
                  <c:v>0.21197405607686279</c:v>
                </c:pt>
                <c:pt idx="14" formatCode="0%">
                  <c:v>0.28431660447397689</c:v>
                </c:pt>
                <c:pt idx="15" formatCode="0%">
                  <c:v>0.22561149224332461</c:v>
                </c:pt>
                <c:pt idx="16" formatCode="0%">
                  <c:v>0.17862159192040081</c:v>
                </c:pt>
                <c:pt idx="17" formatCode="0%">
                  <c:v>0.18134666404431049</c:v>
                </c:pt>
                <c:pt idx="19" formatCode="0%">
                  <c:v>0.35837535506649149</c:v>
                </c:pt>
                <c:pt idx="20" formatCode="0%">
                  <c:v>0.2345200703737402</c:v>
                </c:pt>
                <c:pt idx="21" formatCode="0%">
                  <c:v>0.27255178650964301</c:v>
                </c:pt>
                <c:pt idx="22" formatCode="0%">
                  <c:v>0.18299185913035909</c:v>
                </c:pt>
                <c:pt idx="23" formatCode="0%">
                  <c:v>0.12565044533948461</c:v>
                </c:pt>
                <c:pt idx="24" formatCode="0%">
                  <c:v>0.21767414816912831</c:v>
                </c:pt>
                <c:pt idx="26" formatCode="0%">
                  <c:v>0.21608229695735889</c:v>
                </c:pt>
                <c:pt idx="27" formatCode="0%">
                  <c:v>0.15649796693949841</c:v>
                </c:pt>
                <c:pt idx="28" formatCode="0%">
                  <c:v>0.1211862952651285</c:v>
                </c:pt>
                <c:pt idx="29" formatCode="0%">
                  <c:v>0.2843575868831123</c:v>
                </c:pt>
                <c:pt idx="30" formatCode="0%">
                  <c:v>0.28016111292521878</c:v>
                </c:pt>
                <c:pt idx="32" formatCode="0%">
                  <c:v>0.18007342570096471</c:v>
                </c:pt>
                <c:pt idx="33" formatCode="0%">
                  <c:v>0.1922552496948563</c:v>
                </c:pt>
                <c:pt idx="34" formatCode="0%">
                  <c:v>0.169786417962762</c:v>
                </c:pt>
                <c:pt idx="35" formatCode="0%">
                  <c:v>0.28366015425527652</c:v>
                </c:pt>
                <c:pt idx="36" formatCode="0%">
                  <c:v>0.22300212061843561</c:v>
                </c:pt>
                <c:pt idx="38" formatCode="0%">
                  <c:v>0.28703857781400838</c:v>
                </c:pt>
                <c:pt idx="39" formatCode="0%">
                  <c:v>0.1267597293215032</c:v>
                </c:pt>
                <c:pt idx="40" formatCode="0%">
                  <c:v>0.17508593603676359</c:v>
                </c:pt>
                <c:pt idx="41" formatCode="0%">
                  <c:v>0.29295510329403818</c:v>
                </c:pt>
                <c:pt idx="42" formatCode="0%">
                  <c:v>0.2446427630008467</c:v>
                </c:pt>
                <c:pt idx="44" formatCode="0%">
                  <c:v>0.17133363299070431</c:v>
                </c:pt>
                <c:pt idx="45" formatCode="0%">
                  <c:v>0.1165405202459258</c:v>
                </c:pt>
                <c:pt idx="46" formatCode="0%">
                  <c:v>0.28005777412533089</c:v>
                </c:pt>
                <c:pt idx="47" formatCode="0%">
                  <c:v>0.17862910981580599</c:v>
                </c:pt>
                <c:pt idx="48" formatCode="0%">
                  <c:v>0.26053929763185391</c:v>
                </c:pt>
                <c:pt idx="49" formatCode="0%">
                  <c:v>0.52634571035693678</c:v>
                </c:pt>
                <c:pt idx="50" formatCode="0%">
                  <c:v>0.16070240965750399</c:v>
                </c:pt>
                <c:pt idx="51" formatCode="0%">
                  <c:v>0.21314045150141989</c:v>
                </c:pt>
                <c:pt idx="52" formatCode="0%">
                  <c:v>0.35981230564598449</c:v>
                </c:pt>
                <c:pt idx="53" formatCode="0%">
                  <c:v>0.34847734814415282</c:v>
                </c:pt>
                <c:pt idx="54" formatCode="0%">
                  <c:v>0.13784154407639701</c:v>
                </c:pt>
                <c:pt idx="56" formatCode="0%">
                  <c:v>0.1867843014135461</c:v>
                </c:pt>
                <c:pt idx="57" formatCode="0%">
                  <c:v>0.16493736150322499</c:v>
                </c:pt>
                <c:pt idx="58" formatCode="0%">
                  <c:v>0.1279059696786517</c:v>
                </c:pt>
                <c:pt idx="59" formatCode="0%">
                  <c:v>0.26844861919349983</c:v>
                </c:pt>
                <c:pt idx="60" formatCode="0%">
                  <c:v>0.21477621651603379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0-A1A5-4A6E-92E6-7E2E379DF599}"/>
            </c:ext>
          </c:extLst>
        </c:ser>
        <c:ser>
          <c:idx val="17"/>
          <c:order val="17"/>
          <c:tx>
            <c:strRef>
              <c:f>Sheet1!$B$307</c:f>
              <c:strCache>
                <c:ptCount val="1"/>
                <c:pt idx="0">
                  <c:v>Representação democrática</c:v>
                </c:pt>
              </c:strCache>
            </c:strRef>
          </c:tx>
          <c:spPr>
            <a:ln w="63500" cap="rnd">
              <a:solidFill>
                <a:srgbClr val="CC99FF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CC99FF"/>
              </a:solidFill>
              <a:ln w="9525">
                <a:solidFill>
                  <a:srgbClr val="CC99FF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Sheet1!$C$307:$BK$307</c:f>
              <c:numCache>
                <c:formatCode>General</c:formatCode>
                <c:ptCount val="61"/>
                <c:pt idx="0" formatCode="0%">
                  <c:v>0.13230778927057521</c:v>
                </c:pt>
                <c:pt idx="2" formatCode="0%">
                  <c:v>0.1349528304999498</c:v>
                </c:pt>
                <c:pt idx="3" formatCode="0%">
                  <c:v>0.13102083412932011</c:v>
                </c:pt>
                <c:pt idx="5" formatCode="0%">
                  <c:v>0.12803867387311349</c:v>
                </c:pt>
                <c:pt idx="6" formatCode="0%">
                  <c:v>0.1537637723029377</c:v>
                </c:pt>
                <c:pt idx="7" formatCode="0%">
                  <c:v>0.16179742749868359</c:v>
                </c:pt>
                <c:pt idx="8" formatCode="0%">
                  <c:v>9.5944639128299439E-2</c:v>
                </c:pt>
                <c:pt idx="10" formatCode="0%">
                  <c:v>0.1087599076282916</c:v>
                </c:pt>
                <c:pt idx="11" formatCode="0%">
                  <c:v>0.16799032166435199</c:v>
                </c:pt>
                <c:pt idx="12" formatCode="0%">
                  <c:v>0.1104830073790619</c:v>
                </c:pt>
                <c:pt idx="14" formatCode="0%">
                  <c:v>0.25791514073266841</c:v>
                </c:pt>
                <c:pt idx="15" formatCode="0%">
                  <c:v>0.14019032164581921</c:v>
                </c:pt>
                <c:pt idx="16" formatCode="0%">
                  <c:v>9.0316056956712479E-2</c:v>
                </c:pt>
                <c:pt idx="17" formatCode="0%">
                  <c:v>8.0527758238437067E-2</c:v>
                </c:pt>
                <c:pt idx="19" formatCode="0%">
                  <c:v>0.11643183421571331</c:v>
                </c:pt>
                <c:pt idx="20" formatCode="0%">
                  <c:v>0.16864788046018331</c:v>
                </c:pt>
                <c:pt idx="21" formatCode="0%">
                  <c:v>0.17646869754010749</c:v>
                </c:pt>
                <c:pt idx="22" formatCode="0%">
                  <c:v>9.9860870811800201E-2</c:v>
                </c:pt>
                <c:pt idx="23" formatCode="0%">
                  <c:v>8.7940306561669429E-2</c:v>
                </c:pt>
                <c:pt idx="24" formatCode="0%">
                  <c:v>0.1940105926723282</c:v>
                </c:pt>
                <c:pt idx="26" formatCode="0%">
                  <c:v>0.1959854024670068</c:v>
                </c:pt>
                <c:pt idx="27" formatCode="0%">
                  <c:v>9.5598395709420622E-2</c:v>
                </c:pt>
                <c:pt idx="28" formatCode="0%">
                  <c:v>6.1612605778059763E-2</c:v>
                </c:pt>
                <c:pt idx="29" formatCode="0%">
                  <c:v>0.17394993561804689</c:v>
                </c:pt>
                <c:pt idx="30" formatCode="0%">
                  <c:v>0.1610600918986986</c:v>
                </c:pt>
                <c:pt idx="32" formatCode="0%">
                  <c:v>0.1027503073124741</c:v>
                </c:pt>
                <c:pt idx="33" formatCode="0%">
                  <c:v>0.12739124543134439</c:v>
                </c:pt>
                <c:pt idx="34" formatCode="0%">
                  <c:v>9.2223584942381864E-2</c:v>
                </c:pt>
                <c:pt idx="35" formatCode="0%">
                  <c:v>0.13323938170861241</c:v>
                </c:pt>
                <c:pt idx="36" formatCode="0%">
                  <c:v>0.14863154030564871</c:v>
                </c:pt>
                <c:pt idx="38" formatCode="0%">
                  <c:v>0.12740816941645661</c:v>
                </c:pt>
                <c:pt idx="39" formatCode="0%">
                  <c:v>6.3440965656961293E-2</c:v>
                </c:pt>
                <c:pt idx="40" formatCode="0%">
                  <c:v>0.1094533510339475</c:v>
                </c:pt>
                <c:pt idx="41" formatCode="0%">
                  <c:v>0.23906688713891061</c:v>
                </c:pt>
                <c:pt idx="42" formatCode="0%">
                  <c:v>0.1887211970964183</c:v>
                </c:pt>
                <c:pt idx="44" formatCode="0%">
                  <c:v>0.1173302858716936</c:v>
                </c:pt>
                <c:pt idx="45" formatCode="0%">
                  <c:v>5.5250526746808547E-2</c:v>
                </c:pt>
                <c:pt idx="46" formatCode="0%">
                  <c:v>0.17665582803725161</c:v>
                </c:pt>
                <c:pt idx="47" formatCode="0%">
                  <c:v>0.12092751015346979</c:v>
                </c:pt>
                <c:pt idx="48" formatCode="0%">
                  <c:v>0.17473072181351279</c:v>
                </c:pt>
                <c:pt idx="49" formatCode="0%">
                  <c:v>0.34664671584199852</c:v>
                </c:pt>
                <c:pt idx="50" formatCode="0%">
                  <c:v>0.17070149242583299</c:v>
                </c:pt>
                <c:pt idx="51" formatCode="0%">
                  <c:v>5.1799136446501522E-3</c:v>
                </c:pt>
                <c:pt idx="52" formatCode="0%">
                  <c:v>0.13737896681050549</c:v>
                </c:pt>
                <c:pt idx="53" formatCode="0%">
                  <c:v>0.36398026794141702</c:v>
                </c:pt>
                <c:pt idx="54" formatCode="0%">
                  <c:v>9.6417154669844199E-2</c:v>
                </c:pt>
                <c:pt idx="56" formatCode="0%">
                  <c:v>0.14103423330828169</c:v>
                </c:pt>
                <c:pt idx="57" formatCode="0%">
                  <c:v>9.3073489068060511E-2</c:v>
                </c:pt>
                <c:pt idx="58" formatCode="0%">
                  <c:v>0.18136273140004969</c:v>
                </c:pt>
                <c:pt idx="59" formatCode="0%">
                  <c:v>0.13921028302279409</c:v>
                </c:pt>
                <c:pt idx="60" formatCode="0%">
                  <c:v>0.12895797647150639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1-A1A5-4A6E-92E6-7E2E379DF599}"/>
            </c:ext>
          </c:extLst>
        </c:ser>
        <c:ser>
          <c:idx val="18"/>
          <c:order val="18"/>
          <c:tx>
            <c:strRef>
              <c:f>Sheet1!$B$308</c:f>
              <c:strCache>
                <c:ptCount val="1"/>
                <c:pt idx="0">
                  <c:v>Posição de Portugal na UE</c:v>
                </c:pt>
              </c:strCache>
            </c:strRef>
          </c:tx>
          <c:spPr>
            <a:ln w="63500" cap="rnd">
              <a:solidFill>
                <a:srgbClr val="92D05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92D050"/>
              </a:solidFill>
              <a:ln w="9525">
                <a:solidFill>
                  <a:srgbClr val="92D050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Sheet1!$C$308:$BK$308</c:f>
              <c:numCache>
                <c:formatCode>General</c:formatCode>
                <c:ptCount val="61"/>
                <c:pt idx="0" formatCode="0%">
                  <c:v>0.141290678072265</c:v>
                </c:pt>
                <c:pt idx="2" formatCode="0%">
                  <c:v>0.1628069084727273</c:v>
                </c:pt>
                <c:pt idx="3" formatCode="0%">
                  <c:v>0.1195032973472078</c:v>
                </c:pt>
                <c:pt idx="5" formatCode="0%">
                  <c:v>0.16540920113607521</c:v>
                </c:pt>
                <c:pt idx="6" formatCode="0%">
                  <c:v>0.1912278456926437</c:v>
                </c:pt>
                <c:pt idx="7" formatCode="0%">
                  <c:v>0.16602683482515421</c:v>
                </c:pt>
                <c:pt idx="8" formatCode="0%">
                  <c:v>8.1527753906830439E-2</c:v>
                </c:pt>
                <c:pt idx="10" formatCode="0%">
                  <c:v>9.0173117139026968E-2</c:v>
                </c:pt>
                <c:pt idx="11" formatCode="0%">
                  <c:v>0.20393604751028691</c:v>
                </c:pt>
                <c:pt idx="12" formatCode="0%">
                  <c:v>0.1143115973975312</c:v>
                </c:pt>
                <c:pt idx="14" formatCode="0%">
                  <c:v>0.30729935533432812</c:v>
                </c:pt>
                <c:pt idx="15" formatCode="0%">
                  <c:v>0.13159490703175011</c:v>
                </c:pt>
                <c:pt idx="16" formatCode="0%">
                  <c:v>0.1047756567774714</c:v>
                </c:pt>
                <c:pt idx="17" formatCode="0%">
                  <c:v>9.123118474228932E-2</c:v>
                </c:pt>
                <c:pt idx="19" formatCode="0%">
                  <c:v>0.14496911528675299</c:v>
                </c:pt>
                <c:pt idx="20" formatCode="0%">
                  <c:v>9.7987908971576457E-2</c:v>
                </c:pt>
                <c:pt idx="21" formatCode="0%">
                  <c:v>0.1807116432017391</c:v>
                </c:pt>
                <c:pt idx="22" formatCode="0%">
                  <c:v>0.1441622610780236</c:v>
                </c:pt>
                <c:pt idx="23" formatCode="0%">
                  <c:v>0.1175749674241649</c:v>
                </c:pt>
                <c:pt idx="24" formatCode="0%">
                  <c:v>8.2956964322813451E-2</c:v>
                </c:pt>
                <c:pt idx="26" formatCode="0%">
                  <c:v>0.17002985483327979</c:v>
                </c:pt>
                <c:pt idx="27" formatCode="0%">
                  <c:v>5.2499461272147697E-2</c:v>
                </c:pt>
                <c:pt idx="28" formatCode="0%">
                  <c:v>5.6877969834820859E-2</c:v>
                </c:pt>
                <c:pt idx="29" formatCode="0%">
                  <c:v>0.30167759335314209</c:v>
                </c:pt>
                <c:pt idx="30" formatCode="0%">
                  <c:v>0.15586910372053239</c:v>
                </c:pt>
                <c:pt idx="32" formatCode="0%">
                  <c:v>0.21905438674579519</c:v>
                </c:pt>
                <c:pt idx="33" formatCode="0%">
                  <c:v>0.12036657358289859</c:v>
                </c:pt>
                <c:pt idx="34" formatCode="0%">
                  <c:v>9.4336206232707817E-2</c:v>
                </c:pt>
                <c:pt idx="35" formatCode="0%">
                  <c:v>0.11108429138073719</c:v>
                </c:pt>
                <c:pt idx="36" formatCode="0%">
                  <c:v>0.12821513642130741</c:v>
                </c:pt>
                <c:pt idx="38" formatCode="0%">
                  <c:v>0.2155295881270011</c:v>
                </c:pt>
                <c:pt idx="39" formatCode="0%">
                  <c:v>6.8478989388819397E-2</c:v>
                </c:pt>
                <c:pt idx="40" formatCode="0%">
                  <c:v>8.9032865255122454E-2</c:v>
                </c:pt>
                <c:pt idx="41" formatCode="0%">
                  <c:v>0.29895138215000139</c:v>
                </c:pt>
                <c:pt idx="42" formatCode="0%">
                  <c:v>0.15522450312025329</c:v>
                </c:pt>
                <c:pt idx="44" formatCode="0%">
                  <c:v>8.4929609136174367E-2</c:v>
                </c:pt>
                <c:pt idx="45" formatCode="0%">
                  <c:v>6.4465059877204606E-2</c:v>
                </c:pt>
                <c:pt idx="46" formatCode="0%">
                  <c:v>0.25865704549771151</c:v>
                </c:pt>
                <c:pt idx="47" formatCode="0%">
                  <c:v>8.1194236421970933E-2</c:v>
                </c:pt>
                <c:pt idx="48" formatCode="0%">
                  <c:v>0.1125057778909728</c:v>
                </c:pt>
                <c:pt idx="49" formatCode="0%">
                  <c:v>0.32266213764174828</c:v>
                </c:pt>
                <c:pt idx="50" formatCode="0%">
                  <c:v>0.1082097703307927</c:v>
                </c:pt>
                <c:pt idx="51" formatCode="0%">
                  <c:v>5.1799136446501522E-3</c:v>
                </c:pt>
                <c:pt idx="52" formatCode="0%">
                  <c:v>0.23637515717704571</c:v>
                </c:pt>
                <c:pt idx="53" formatCode="0%">
                  <c:v>0.279438662761055</c:v>
                </c:pt>
                <c:pt idx="54" formatCode="0%">
                  <c:v>0.13235503222912781</c:v>
                </c:pt>
                <c:pt idx="56" formatCode="0%">
                  <c:v>8.1423718544759882E-2</c:v>
                </c:pt>
                <c:pt idx="57" formatCode="0%">
                  <c:v>7.9578927157305648E-2</c:v>
                </c:pt>
                <c:pt idx="58" formatCode="0%">
                  <c:v>7.5070903772647482E-2</c:v>
                </c:pt>
                <c:pt idx="59" formatCode="0%">
                  <c:v>0.10240553059667359</c:v>
                </c:pt>
                <c:pt idx="60" formatCode="0%">
                  <c:v>0.20404500770007461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2-A1A5-4A6E-92E6-7E2E379DF599}"/>
            </c:ext>
          </c:extLst>
        </c:ser>
        <c:ser>
          <c:idx val="19"/>
          <c:order val="19"/>
          <c:tx>
            <c:strRef>
              <c:f>Sheet1!$B$309</c:f>
              <c:strCache>
                <c:ptCount val="1"/>
                <c:pt idx="0">
                  <c:v>Política migratória</c:v>
                </c:pt>
              </c:strCache>
            </c:strRef>
          </c:tx>
          <c:spPr>
            <a:ln w="635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>
                  <a:lumMod val="75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Sheet1!$C$309:$BK$309</c:f>
              <c:numCache>
                <c:formatCode>General</c:formatCode>
                <c:ptCount val="61"/>
                <c:pt idx="0" formatCode="0%">
                  <c:v>0.35056871195933709</c:v>
                </c:pt>
                <c:pt idx="2" formatCode="0%">
                  <c:v>0.38047483175815278</c:v>
                </c:pt>
                <c:pt idx="3" formatCode="0%">
                  <c:v>0.31965622066950022</c:v>
                </c:pt>
                <c:pt idx="5" formatCode="0%">
                  <c:v>0.37062785884936938</c:v>
                </c:pt>
                <c:pt idx="6" formatCode="0%">
                  <c:v>0.46587216059692482</c:v>
                </c:pt>
                <c:pt idx="7" formatCode="0%">
                  <c:v>0.40103973033010448</c:v>
                </c:pt>
                <c:pt idx="8" formatCode="0%">
                  <c:v>0.23062223938536569</c:v>
                </c:pt>
                <c:pt idx="10" formatCode="0%">
                  <c:v>0.29857211627575531</c:v>
                </c:pt>
                <c:pt idx="11" formatCode="0%">
                  <c:v>0.40323084616028487</c:v>
                </c:pt>
                <c:pt idx="12" formatCode="0%">
                  <c:v>0.33835534442135518</c:v>
                </c:pt>
                <c:pt idx="14" formatCode="0%">
                  <c:v>0.41080444351857059</c:v>
                </c:pt>
                <c:pt idx="15" formatCode="0%">
                  <c:v>0.39751214334381613</c:v>
                </c:pt>
                <c:pt idx="16" formatCode="0%">
                  <c:v>0.30252354626048877</c:v>
                </c:pt>
                <c:pt idx="17" formatCode="0%">
                  <c:v>0.30648738477978321</c:v>
                </c:pt>
                <c:pt idx="19" formatCode="0%">
                  <c:v>0.48045500672518771</c:v>
                </c:pt>
                <c:pt idx="20" formatCode="0%">
                  <c:v>0.39988914091535299</c:v>
                </c:pt>
                <c:pt idx="21" formatCode="0%">
                  <c:v>0.35852067271681948</c:v>
                </c:pt>
                <c:pt idx="22" formatCode="0%">
                  <c:v>0.34663383731931929</c:v>
                </c:pt>
                <c:pt idx="23" formatCode="0%">
                  <c:v>0.33008028096646519</c:v>
                </c:pt>
                <c:pt idx="24" formatCode="0%">
                  <c:v>0.23188866880768361</c:v>
                </c:pt>
                <c:pt idx="26" formatCode="0%">
                  <c:v>0.38429269301510999</c:v>
                </c:pt>
                <c:pt idx="27" formatCode="0%">
                  <c:v>0.17162751530373149</c:v>
                </c:pt>
                <c:pt idx="28" formatCode="0%">
                  <c:v>0.29697578988282841</c:v>
                </c:pt>
                <c:pt idx="29" formatCode="0%">
                  <c:v>0.69079891940790605</c:v>
                </c:pt>
                <c:pt idx="30" formatCode="0%">
                  <c:v>0.27078086076663471</c:v>
                </c:pt>
                <c:pt idx="32" formatCode="0%">
                  <c:v>0.55197593363958075</c:v>
                </c:pt>
                <c:pt idx="33" formatCode="0%">
                  <c:v>0.36441796391773679</c:v>
                </c:pt>
                <c:pt idx="34" formatCode="0%">
                  <c:v>0.34050730093309112</c:v>
                </c:pt>
                <c:pt idx="35" formatCode="0%">
                  <c:v>0.18664874886046301</c:v>
                </c:pt>
                <c:pt idx="36" formatCode="0%">
                  <c:v>0.21481836243738481</c:v>
                </c:pt>
                <c:pt idx="38" formatCode="0%">
                  <c:v>0.45871684614210118</c:v>
                </c:pt>
                <c:pt idx="39" formatCode="0%">
                  <c:v>0.28641471678878078</c:v>
                </c:pt>
                <c:pt idx="40" formatCode="0%">
                  <c:v>0.23069217234225489</c:v>
                </c:pt>
                <c:pt idx="41" formatCode="0%">
                  <c:v>0.65068084430242179</c:v>
                </c:pt>
                <c:pt idx="42" formatCode="0%">
                  <c:v>0.36506039887387648</c:v>
                </c:pt>
                <c:pt idx="44" formatCode="0%">
                  <c:v>0.17782654826041719</c:v>
                </c:pt>
                <c:pt idx="45" formatCode="0%">
                  <c:v>0.27824334663162359</c:v>
                </c:pt>
                <c:pt idx="46" formatCode="0%">
                  <c:v>0.66499445793689882</c:v>
                </c:pt>
                <c:pt idx="47" formatCode="0%">
                  <c:v>0.41950316872549709</c:v>
                </c:pt>
                <c:pt idx="48" formatCode="0%">
                  <c:v>3.228393907684441E-2</c:v>
                </c:pt>
                <c:pt idx="49" formatCode="0%">
                  <c:v>0.17539626054235211</c:v>
                </c:pt>
                <c:pt idx="50" formatCode="0%">
                  <c:v>0.19566854429559549</c:v>
                </c:pt>
                <c:pt idx="51" formatCode="0%">
                  <c:v>5.5818313203832267E-3</c:v>
                </c:pt>
                <c:pt idx="52" formatCode="0%">
                  <c:v>0.51345910705441822</c:v>
                </c:pt>
                <c:pt idx="53" formatCode="0%">
                  <c:v>0.55199817244788452</c:v>
                </c:pt>
                <c:pt idx="54" formatCode="0%">
                  <c:v>0.39903927624114099</c:v>
                </c:pt>
                <c:pt idx="56" formatCode="0%">
                  <c:v>0.2054059222591943</c:v>
                </c:pt>
                <c:pt idx="57" formatCode="0%">
                  <c:v>0.12865262739510441</c:v>
                </c:pt>
                <c:pt idx="58" formatCode="0%">
                  <c:v>0.43905130385078339</c:v>
                </c:pt>
                <c:pt idx="59" formatCode="0%">
                  <c:v>0.31603703887374979</c:v>
                </c:pt>
                <c:pt idx="60" formatCode="0%">
                  <c:v>0.45892435327282788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3-A1A5-4A6E-92E6-7E2E379DF599}"/>
            </c:ext>
          </c:extLst>
        </c:ser>
        <c:ser>
          <c:idx val="20"/>
          <c:order val="20"/>
          <c:tx>
            <c:strRef>
              <c:f>Sheet1!$B$310</c:f>
              <c:strCache>
                <c:ptCount val="1"/>
                <c:pt idx="0">
                  <c:v>Transporte ferroviário</c:v>
                </c:pt>
              </c:strCache>
            </c:strRef>
          </c:tx>
          <c:spPr>
            <a:ln w="6350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Sheet1!$C$310:$BK$310</c:f>
              <c:numCache>
                <c:formatCode>General</c:formatCode>
                <c:ptCount val="61"/>
                <c:pt idx="0" formatCode="0%">
                  <c:v>0.19687598199066891</c:v>
                </c:pt>
                <c:pt idx="2" formatCode="0%">
                  <c:v>0.21163634115264909</c:v>
                </c:pt>
                <c:pt idx="3" formatCode="0%">
                  <c:v>0.18339399577741169</c:v>
                </c:pt>
                <c:pt idx="5" formatCode="0%">
                  <c:v>0.28118399168550579</c:v>
                </c:pt>
                <c:pt idx="6" formatCode="0%">
                  <c:v>0.19692323989888991</c:v>
                </c:pt>
                <c:pt idx="7" formatCode="0%">
                  <c:v>0.22446442405847589</c:v>
                </c:pt>
                <c:pt idx="8" formatCode="0%">
                  <c:v>0.14420364431799301</c:v>
                </c:pt>
                <c:pt idx="10" formatCode="0%">
                  <c:v>0.13710908587799001</c:v>
                </c:pt>
                <c:pt idx="11" formatCode="0%">
                  <c:v>0.2278497882825842</c:v>
                </c:pt>
                <c:pt idx="12" formatCode="0%">
                  <c:v>0.22353717908124421</c:v>
                </c:pt>
                <c:pt idx="14" formatCode="0%">
                  <c:v>0.31146914742871429</c:v>
                </c:pt>
                <c:pt idx="15" formatCode="0%">
                  <c:v>0.18213970655986891</c:v>
                </c:pt>
                <c:pt idx="16" formatCode="0%">
                  <c:v>0.15860128328807049</c:v>
                </c:pt>
                <c:pt idx="17" formatCode="0%">
                  <c:v>0.16931645138777379</c:v>
                </c:pt>
                <c:pt idx="19" formatCode="0%">
                  <c:v>0.12628618652512619</c:v>
                </c:pt>
                <c:pt idx="20" formatCode="0%">
                  <c:v>0.2108035900274649</c:v>
                </c:pt>
                <c:pt idx="21" formatCode="0%">
                  <c:v>0.27718326389151959</c:v>
                </c:pt>
                <c:pt idx="22" formatCode="0%">
                  <c:v>0.20784594005467319</c:v>
                </c:pt>
                <c:pt idx="23" formatCode="0%">
                  <c:v>0.13447293472779551</c:v>
                </c:pt>
                <c:pt idx="24" formatCode="0%">
                  <c:v>4.7853476418630123E-2</c:v>
                </c:pt>
                <c:pt idx="26" formatCode="0%">
                  <c:v>0.23868991236468151</c:v>
                </c:pt>
                <c:pt idx="27" formatCode="0%">
                  <c:v>0.15189665289003751</c:v>
                </c:pt>
                <c:pt idx="28" formatCode="0%">
                  <c:v>0.13540676537259039</c:v>
                </c:pt>
                <c:pt idx="29" formatCode="0%">
                  <c:v>0.19608252965420961</c:v>
                </c:pt>
                <c:pt idx="30" formatCode="0%">
                  <c:v>0.27802199204736427</c:v>
                </c:pt>
                <c:pt idx="32" formatCode="0%">
                  <c:v>0.1492223500202646</c:v>
                </c:pt>
                <c:pt idx="33" formatCode="0%">
                  <c:v>0.18429676984222881</c:v>
                </c:pt>
                <c:pt idx="34" formatCode="0%">
                  <c:v>0.15039675194116661</c:v>
                </c:pt>
                <c:pt idx="35" formatCode="0%">
                  <c:v>0.245041189000585</c:v>
                </c:pt>
                <c:pt idx="36" formatCode="0%">
                  <c:v>0.1967545189653892</c:v>
                </c:pt>
                <c:pt idx="38" formatCode="0%">
                  <c:v>0.1967365484249482</c:v>
                </c:pt>
                <c:pt idx="39" formatCode="0%">
                  <c:v>0.1341758733854172</c:v>
                </c:pt>
                <c:pt idx="40" formatCode="0%">
                  <c:v>0.1672798243619199</c:v>
                </c:pt>
                <c:pt idx="41" formatCode="0%">
                  <c:v>0.2276148932022625</c:v>
                </c:pt>
                <c:pt idx="42" formatCode="0%">
                  <c:v>0.29407167241929022</c:v>
                </c:pt>
                <c:pt idx="44" formatCode="0%">
                  <c:v>0.17177479091180259</c:v>
                </c:pt>
                <c:pt idx="45" formatCode="0%">
                  <c:v>0.1310713336611862</c:v>
                </c:pt>
                <c:pt idx="46" formatCode="0%">
                  <c:v>0.20579798655942819</c:v>
                </c:pt>
                <c:pt idx="47" formatCode="0%">
                  <c:v>0.12605598551067379</c:v>
                </c:pt>
                <c:pt idx="48" formatCode="0%">
                  <c:v>0.25278262063645929</c:v>
                </c:pt>
                <c:pt idx="49" formatCode="0%">
                  <c:v>0.41064245416579442</c:v>
                </c:pt>
                <c:pt idx="50" formatCode="0%">
                  <c:v>0.39007027735412653</c:v>
                </c:pt>
                <c:pt idx="51" formatCode="0%">
                  <c:v>0.14857562350311809</c:v>
                </c:pt>
                <c:pt idx="52" formatCode="0%">
                  <c:v>0.33048196889321468</c:v>
                </c:pt>
                <c:pt idx="53" formatCode="0%">
                  <c:v>0.40646852190775717</c:v>
                </c:pt>
                <c:pt idx="54" formatCode="0%">
                  <c:v>0.1516127175847235</c:v>
                </c:pt>
                <c:pt idx="56" formatCode="0%">
                  <c:v>0.1906555012969646</c:v>
                </c:pt>
                <c:pt idx="57" formatCode="0%">
                  <c:v>0.14556873633791409</c:v>
                </c:pt>
                <c:pt idx="58" formatCode="0%">
                  <c:v>0.1180461273645564</c:v>
                </c:pt>
                <c:pt idx="59" formatCode="0%">
                  <c:v>0.2314198841179699</c:v>
                </c:pt>
                <c:pt idx="60" formatCode="0%">
                  <c:v>0.20612139415616049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4-A1A5-4A6E-92E6-7E2E379DF599}"/>
            </c:ext>
          </c:extLst>
        </c:ser>
        <c:ser>
          <c:idx val="21"/>
          <c:order val="21"/>
          <c:tx>
            <c:strRef>
              <c:f>Sheet1!$B$311</c:f>
              <c:strCache>
                <c:ptCount val="1"/>
                <c:pt idx="0">
                  <c:v>Estradas e autoestradas</c:v>
                </c:pt>
              </c:strCache>
            </c:strRef>
          </c:tx>
          <c:spPr>
            <a:ln w="63500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Sheet1!$C$311:$BK$311</c:f>
              <c:numCache>
                <c:formatCode>General</c:formatCode>
                <c:ptCount val="61"/>
                <c:pt idx="0" formatCode="0%">
                  <c:v>0.1109561883790921</c:v>
                </c:pt>
                <c:pt idx="2" formatCode="0%">
                  <c:v>0.12928336779325841</c:v>
                </c:pt>
                <c:pt idx="3" formatCode="0%">
                  <c:v>8.8541730565725132E-2</c:v>
                </c:pt>
                <c:pt idx="5" formatCode="0%">
                  <c:v>0.15218363174343399</c:v>
                </c:pt>
                <c:pt idx="6" formatCode="0%">
                  <c:v>0.13861055353006829</c:v>
                </c:pt>
                <c:pt idx="7" formatCode="0%">
                  <c:v>0.123117905557328</c:v>
                </c:pt>
                <c:pt idx="8" formatCode="0%">
                  <c:v>6.9389560611732348E-2</c:v>
                </c:pt>
                <c:pt idx="10" formatCode="0%">
                  <c:v>0.1176074604935618</c:v>
                </c:pt>
                <c:pt idx="11" formatCode="0%">
                  <c:v>0.1408673747010549</c:v>
                </c:pt>
                <c:pt idx="12" formatCode="0%">
                  <c:v>6.205695114749956E-2</c:v>
                </c:pt>
                <c:pt idx="14" formatCode="0%">
                  <c:v>0.2210358839247126</c:v>
                </c:pt>
                <c:pt idx="15" formatCode="0%">
                  <c:v>0.10977445504311591</c:v>
                </c:pt>
                <c:pt idx="16" formatCode="0%">
                  <c:v>9.2579678775397772E-2</c:v>
                </c:pt>
                <c:pt idx="17" formatCode="0%">
                  <c:v>3.8575218983419743E-2</c:v>
                </c:pt>
                <c:pt idx="19" formatCode="0%">
                  <c:v>6.9101766549043472E-2</c:v>
                </c:pt>
                <c:pt idx="20" formatCode="0%">
                  <c:v>0.19817935478523141</c:v>
                </c:pt>
                <c:pt idx="21" formatCode="0%">
                  <c:v>0.1294803804351661</c:v>
                </c:pt>
                <c:pt idx="22" formatCode="0%">
                  <c:v>9.9906779899154238E-2</c:v>
                </c:pt>
                <c:pt idx="23" formatCode="0%">
                  <c:v>7.7443756524614951E-2</c:v>
                </c:pt>
                <c:pt idx="24" formatCode="0%">
                  <c:v>0.12883902412301579</c:v>
                </c:pt>
                <c:pt idx="26" formatCode="0%">
                  <c:v>0.13539796114939789</c:v>
                </c:pt>
                <c:pt idx="27" formatCode="0%">
                  <c:v>3.9700798456456077E-2</c:v>
                </c:pt>
                <c:pt idx="28" formatCode="0%">
                  <c:v>5.1488392687031072E-2</c:v>
                </c:pt>
                <c:pt idx="29" formatCode="0%">
                  <c:v>0.22313289717310161</c:v>
                </c:pt>
                <c:pt idx="30" formatCode="0%">
                  <c:v>0.1288406270049833</c:v>
                </c:pt>
                <c:pt idx="32" formatCode="0%">
                  <c:v>0.1354122910377718</c:v>
                </c:pt>
                <c:pt idx="33" formatCode="0%">
                  <c:v>8.7714658161298434E-2</c:v>
                </c:pt>
                <c:pt idx="34" formatCode="0%">
                  <c:v>6.2858152437929596E-2</c:v>
                </c:pt>
                <c:pt idx="35" formatCode="0%">
                  <c:v>6.1411794191809151E-2</c:v>
                </c:pt>
                <c:pt idx="36" formatCode="0%">
                  <c:v>0.1065239880288327</c:v>
                </c:pt>
                <c:pt idx="38" formatCode="0%">
                  <c:v>0.15669836715990701</c:v>
                </c:pt>
                <c:pt idx="39" formatCode="0%">
                  <c:v>4.0966825311113238E-2</c:v>
                </c:pt>
                <c:pt idx="40" formatCode="0%">
                  <c:v>4.7290953490697833E-2</c:v>
                </c:pt>
                <c:pt idx="41" formatCode="0%">
                  <c:v>0.31229347501052229</c:v>
                </c:pt>
                <c:pt idx="42" formatCode="0%">
                  <c:v>0.16482984498301759</c:v>
                </c:pt>
                <c:pt idx="44" formatCode="0%">
                  <c:v>5.3003586913116588E-2</c:v>
                </c:pt>
                <c:pt idx="45" formatCode="0%">
                  <c:v>6.0277356744450492E-2</c:v>
                </c:pt>
                <c:pt idx="46" formatCode="0%">
                  <c:v>0.2228758968333894</c:v>
                </c:pt>
                <c:pt idx="47" formatCode="0%">
                  <c:v>3.6057842162033511E-2</c:v>
                </c:pt>
                <c:pt idx="48" formatCode="0%">
                  <c:v>2.1280679647589281E-2</c:v>
                </c:pt>
                <c:pt idx="49" formatCode="0%">
                  <c:v>0.3778895285841834</c:v>
                </c:pt>
                <c:pt idx="50" formatCode="0%">
                  <c:v>0.18946028981861171</c:v>
                </c:pt>
                <c:pt idx="51" formatCode="0%">
                  <c:v>8.5368538244290689E-3</c:v>
                </c:pt>
                <c:pt idx="52" formatCode="0%">
                  <c:v>0.1044212562116676</c:v>
                </c:pt>
                <c:pt idx="53" formatCode="0%">
                  <c:v>0.2115882850693224</c:v>
                </c:pt>
                <c:pt idx="54" formatCode="0%">
                  <c:v>1.6679111809120281E-2</c:v>
                </c:pt>
                <c:pt idx="56" formatCode="0%">
                  <c:v>4.414096715338859E-2</c:v>
                </c:pt>
                <c:pt idx="57" formatCode="0%">
                  <c:v>5.3189039232130093E-2</c:v>
                </c:pt>
                <c:pt idx="58" formatCode="0%">
                  <c:v>9.3979734223349196E-2</c:v>
                </c:pt>
                <c:pt idx="59" formatCode="0%">
                  <c:v>8.5627192906135394E-2</c:v>
                </c:pt>
                <c:pt idx="60" formatCode="0%">
                  <c:v>0.15540330536768521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5-A1A5-4A6E-92E6-7E2E379DF599}"/>
            </c:ext>
          </c:extLst>
        </c:ser>
        <c:ser>
          <c:idx val="22"/>
          <c:order val="22"/>
          <c:tx>
            <c:strRef>
              <c:f>Sheet1!$B$312</c:f>
              <c:strCache>
                <c:ptCount val="1"/>
                <c:pt idx="0">
                  <c:v>Transporte público urbano</c:v>
                </c:pt>
              </c:strCache>
            </c:strRef>
          </c:tx>
          <c:spPr>
            <a:ln w="635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Sheet1!$C$312:$BK$312</c:f>
              <c:numCache>
                <c:formatCode>General</c:formatCode>
                <c:ptCount val="61"/>
                <c:pt idx="0" formatCode="0%">
                  <c:v>0.2153060734613024</c:v>
                </c:pt>
                <c:pt idx="2" formatCode="0%">
                  <c:v>0.2075543959489852</c:v>
                </c:pt>
                <c:pt idx="3" formatCode="0%">
                  <c:v>0.22292405296615761</c:v>
                </c:pt>
                <c:pt idx="5" formatCode="0%">
                  <c:v>0.27702356502884379</c:v>
                </c:pt>
                <c:pt idx="6" formatCode="0%">
                  <c:v>0.2295619788857173</c:v>
                </c:pt>
                <c:pt idx="7" formatCode="0%">
                  <c:v>0.2398684454000467</c:v>
                </c:pt>
                <c:pt idx="8" formatCode="0%">
                  <c:v>0.1643775714135392</c:v>
                </c:pt>
                <c:pt idx="10" formatCode="0%">
                  <c:v>0.18466927324711521</c:v>
                </c:pt>
                <c:pt idx="11" formatCode="0%">
                  <c:v>0.2458268138611639</c:v>
                </c:pt>
                <c:pt idx="12" formatCode="0%">
                  <c:v>0.208809623321946</c:v>
                </c:pt>
                <c:pt idx="14" formatCode="0%">
                  <c:v>0.27951558239507912</c:v>
                </c:pt>
                <c:pt idx="15" formatCode="0%">
                  <c:v>0.2229447215607627</c:v>
                </c:pt>
                <c:pt idx="16" formatCode="0%">
                  <c:v>0.1935679483617242</c:v>
                </c:pt>
                <c:pt idx="17" formatCode="0%">
                  <c:v>0.16986155362086219</c:v>
                </c:pt>
                <c:pt idx="19" formatCode="0%">
                  <c:v>0.11391261285128269</c:v>
                </c:pt>
                <c:pt idx="20" formatCode="0%">
                  <c:v>0.20024571408212419</c:v>
                </c:pt>
                <c:pt idx="21" formatCode="0%">
                  <c:v>0.28822756851630671</c:v>
                </c:pt>
                <c:pt idx="22" formatCode="0%">
                  <c:v>0.16865428307898239</c:v>
                </c:pt>
                <c:pt idx="23" formatCode="0%">
                  <c:v>0.19733756753927639</c:v>
                </c:pt>
                <c:pt idx="24" formatCode="0%">
                  <c:v>0.17085807505545139</c:v>
                </c:pt>
                <c:pt idx="26" formatCode="0%">
                  <c:v>0.21245215383759289</c:v>
                </c:pt>
                <c:pt idx="27" formatCode="0%">
                  <c:v>0.17372326802241819</c:v>
                </c:pt>
                <c:pt idx="28" formatCode="0%">
                  <c:v>0.1291853737366627</c:v>
                </c:pt>
                <c:pt idx="29" formatCode="0%">
                  <c:v>0.27402989156132801</c:v>
                </c:pt>
                <c:pt idx="30" formatCode="0%">
                  <c:v>0.29092567868135738</c:v>
                </c:pt>
                <c:pt idx="32" formatCode="0%">
                  <c:v>0.22651784882615811</c:v>
                </c:pt>
                <c:pt idx="33" formatCode="0%">
                  <c:v>0.19497120489675329</c:v>
                </c:pt>
                <c:pt idx="34" formatCode="0%">
                  <c:v>0.1233925672758908</c:v>
                </c:pt>
                <c:pt idx="35" formatCode="0%">
                  <c:v>0.2260764371031059</c:v>
                </c:pt>
                <c:pt idx="36" formatCode="0%">
                  <c:v>0.25527497933712101</c:v>
                </c:pt>
                <c:pt idx="38" formatCode="0%">
                  <c:v>0.23962605014301319</c:v>
                </c:pt>
                <c:pt idx="39" formatCode="0%">
                  <c:v>0.1079166513557754</c:v>
                </c:pt>
                <c:pt idx="40" formatCode="0%">
                  <c:v>0.18198976116712379</c:v>
                </c:pt>
                <c:pt idx="41" formatCode="0%">
                  <c:v>0.27730974748903958</c:v>
                </c:pt>
                <c:pt idx="42" formatCode="0%">
                  <c:v>0.32230240249006692</c:v>
                </c:pt>
                <c:pt idx="44" formatCode="0%">
                  <c:v>0.1703556306092959</c:v>
                </c:pt>
                <c:pt idx="45" formatCode="0%">
                  <c:v>0.10909629884283541</c:v>
                </c:pt>
                <c:pt idx="46" formatCode="0%">
                  <c:v>0.28608806293143801</c:v>
                </c:pt>
                <c:pt idx="47" formatCode="0%">
                  <c:v>0.1145294774678834</c:v>
                </c:pt>
                <c:pt idx="48" formatCode="0%">
                  <c:v>0.23643278672021731</c:v>
                </c:pt>
                <c:pt idx="49" formatCode="0%">
                  <c:v>0.36182472682638012</c:v>
                </c:pt>
                <c:pt idx="50" formatCode="0%">
                  <c:v>0.37162730052659482</c:v>
                </c:pt>
                <c:pt idx="51" formatCode="0%">
                  <c:v>0.60736252825407466</c:v>
                </c:pt>
                <c:pt idx="52" formatCode="0%">
                  <c:v>0.32007228430379558</c:v>
                </c:pt>
                <c:pt idx="53" formatCode="0%">
                  <c:v>0.38213123906798352</c:v>
                </c:pt>
                <c:pt idx="54" formatCode="0%">
                  <c:v>0.16226514648461579</c:v>
                </c:pt>
                <c:pt idx="56" formatCode="0%">
                  <c:v>0.1711494564355695</c:v>
                </c:pt>
                <c:pt idx="57" formatCode="0%">
                  <c:v>0.1898044301558672</c:v>
                </c:pt>
                <c:pt idx="58" formatCode="0%">
                  <c:v>0.16531843787134831</c:v>
                </c:pt>
                <c:pt idx="59" formatCode="0%">
                  <c:v>0.2561500063170995</c:v>
                </c:pt>
                <c:pt idx="60" formatCode="0%">
                  <c:v>0.23020140056907279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6-A1A5-4A6E-92E6-7E2E379DF599}"/>
            </c:ext>
          </c:extLst>
        </c:ser>
        <c:ser>
          <c:idx val="23"/>
          <c:order val="23"/>
          <c:tx>
            <c:strRef>
              <c:f>Sheet1!$B$313</c:f>
              <c:strCache>
                <c:ptCount val="1"/>
                <c:pt idx="0">
                  <c:v>Mobilidade sustentável (bicicletas, pedonal)</c:v>
                </c:pt>
              </c:strCache>
            </c:strRef>
          </c:tx>
          <c:spPr>
            <a:ln w="63500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3">
                  <a:lumMod val="75000"/>
                </a:schemeClr>
              </a:solidFill>
              <a:ln w="9525">
                <a:solidFill>
                  <a:schemeClr val="accent3">
                    <a:lumMod val="75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Sheet1!$C$313:$BK$313</c:f>
              <c:numCache>
                <c:formatCode>General</c:formatCode>
                <c:ptCount val="61"/>
                <c:pt idx="0" formatCode="0%">
                  <c:v>0.1015006426850366</c:v>
                </c:pt>
                <c:pt idx="2" formatCode="0%">
                  <c:v>0.1096639715357202</c:v>
                </c:pt>
                <c:pt idx="3" formatCode="0%">
                  <c:v>9.001183958772635E-2</c:v>
                </c:pt>
                <c:pt idx="5" formatCode="0%">
                  <c:v>0.23003023606698009</c:v>
                </c:pt>
                <c:pt idx="6" formatCode="0%">
                  <c:v>0.1058618538787645</c:v>
                </c:pt>
                <c:pt idx="7" formatCode="0%">
                  <c:v>6.9657582289524594E-2</c:v>
                </c:pt>
                <c:pt idx="8" formatCode="0%">
                  <c:v>8.0514463619606597E-2</c:v>
                </c:pt>
                <c:pt idx="10" formatCode="0%">
                  <c:v>7.0648038980041059E-2</c:v>
                </c:pt>
                <c:pt idx="11" formatCode="0%">
                  <c:v>0.1248675810734772</c:v>
                </c:pt>
                <c:pt idx="12" formatCode="0%">
                  <c:v>0.1051048117725823</c:v>
                </c:pt>
                <c:pt idx="14" formatCode="0%">
                  <c:v>0.17947009498866481</c:v>
                </c:pt>
                <c:pt idx="15" formatCode="0%">
                  <c:v>9.1755517329985659E-2</c:v>
                </c:pt>
                <c:pt idx="16" formatCode="0%">
                  <c:v>0.1023993663353626</c:v>
                </c:pt>
                <c:pt idx="17" formatCode="0%">
                  <c:v>5.555554165770938E-2</c:v>
                </c:pt>
                <c:pt idx="19" formatCode="0%">
                  <c:v>4.6707779142325337E-2</c:v>
                </c:pt>
                <c:pt idx="20" formatCode="0%">
                  <c:v>0.1018793639370799</c:v>
                </c:pt>
                <c:pt idx="21" formatCode="0%">
                  <c:v>0.11133075063750809</c:v>
                </c:pt>
                <c:pt idx="22" formatCode="0%">
                  <c:v>0.1187350065214709</c:v>
                </c:pt>
                <c:pt idx="23" formatCode="0%">
                  <c:v>8.9330424059731572E-2</c:v>
                </c:pt>
                <c:pt idx="24" formatCode="0%">
                  <c:v>8.9894545292470596E-2</c:v>
                </c:pt>
                <c:pt idx="26" formatCode="0%">
                  <c:v>9.1458124426906651E-2</c:v>
                </c:pt>
                <c:pt idx="27" formatCode="0%">
                  <c:v>9.0498217272506828E-2</c:v>
                </c:pt>
                <c:pt idx="28" formatCode="0%">
                  <c:v>3.8654497858964083E-2</c:v>
                </c:pt>
                <c:pt idx="29" formatCode="0%">
                  <c:v>0.1070881291830363</c:v>
                </c:pt>
                <c:pt idx="30" formatCode="0%">
                  <c:v>0.17392912984751219</c:v>
                </c:pt>
                <c:pt idx="32" formatCode="0%">
                  <c:v>3.3376783625872222E-2</c:v>
                </c:pt>
                <c:pt idx="33" formatCode="0%">
                  <c:v>7.2015827744185898E-2</c:v>
                </c:pt>
                <c:pt idx="34" formatCode="0%">
                  <c:v>2.8683305124152202E-2</c:v>
                </c:pt>
                <c:pt idx="35" formatCode="0%">
                  <c:v>0.14231585587923329</c:v>
                </c:pt>
                <c:pt idx="36" formatCode="0%">
                  <c:v>0.15243889418031059</c:v>
                </c:pt>
                <c:pt idx="38" formatCode="0%">
                  <c:v>0.16117046933275761</c:v>
                </c:pt>
                <c:pt idx="39" formatCode="0%">
                  <c:v>3.0196712677959561E-2</c:v>
                </c:pt>
                <c:pt idx="40" formatCode="0%">
                  <c:v>9.150024681479467E-2</c:v>
                </c:pt>
                <c:pt idx="41" formatCode="0%">
                  <c:v>0.14785546443443581</c:v>
                </c:pt>
                <c:pt idx="42" formatCode="0%">
                  <c:v>0.13394308506449851</c:v>
                </c:pt>
                <c:pt idx="44" formatCode="0%">
                  <c:v>9.068030761808038E-2</c:v>
                </c:pt>
                <c:pt idx="45" formatCode="0%">
                  <c:v>4.0769372079188633E-2</c:v>
                </c:pt>
                <c:pt idx="46" formatCode="0%">
                  <c:v>9.9282574447908237E-2</c:v>
                </c:pt>
                <c:pt idx="47" formatCode="0%">
                  <c:v>3.9354195831276598E-2</c:v>
                </c:pt>
                <c:pt idx="48" formatCode="0%">
                  <c:v>0.35148316330631479</c:v>
                </c:pt>
                <c:pt idx="49" formatCode="0%">
                  <c:v>0.27042693774483001</c:v>
                </c:pt>
                <c:pt idx="50" formatCode="0%">
                  <c:v>0.2647007482271358</c:v>
                </c:pt>
                <c:pt idx="51" formatCode="0%">
                  <c:v>0.26736996620177811</c:v>
                </c:pt>
                <c:pt idx="52" formatCode="0%">
                  <c:v>6.0415079208882977E-2</c:v>
                </c:pt>
                <c:pt idx="53" formatCode="0%">
                  <c:v>0.22898971439476351</c:v>
                </c:pt>
                <c:pt idx="54" formatCode="0%">
                  <c:v>7.1713859172643432E-2</c:v>
                </c:pt>
                <c:pt idx="56" formatCode="0%">
                  <c:v>0.12655899755732611</c:v>
                </c:pt>
                <c:pt idx="57" formatCode="0%">
                  <c:v>8.4332653973479832E-2</c:v>
                </c:pt>
                <c:pt idx="58" formatCode="0%">
                  <c:v>6.9832860591038409E-2</c:v>
                </c:pt>
                <c:pt idx="59" formatCode="0%">
                  <c:v>0.1547670457116315</c:v>
                </c:pt>
                <c:pt idx="60" formatCode="0%">
                  <c:v>7.6957185239901138E-2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7-A1A5-4A6E-92E6-7E2E379DF599}"/>
            </c:ext>
          </c:extLst>
        </c:ser>
        <c:ser>
          <c:idx val="24"/>
          <c:order val="24"/>
          <c:tx>
            <c:strRef>
              <c:f>Sheet1!$B$314</c:f>
              <c:strCache>
                <c:ptCount val="1"/>
                <c:pt idx="0">
                  <c:v>Acessibilidade em zonas rurais</c:v>
                </c:pt>
              </c:strCache>
            </c:strRef>
          </c:tx>
          <c:spPr>
            <a:ln w="63500" cap="rnd">
              <a:solidFill>
                <a:srgbClr val="4091AA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4091AA"/>
              </a:solidFill>
              <a:ln w="9525">
                <a:solidFill>
                  <a:srgbClr val="4091AA"/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Sheet1!$C$314:$BK$314</c:f>
              <c:numCache>
                <c:formatCode>General</c:formatCode>
                <c:ptCount val="61"/>
                <c:pt idx="0" formatCode="0%">
                  <c:v>0.1811514120746073</c:v>
                </c:pt>
                <c:pt idx="2" formatCode="0%">
                  <c:v>0.17597006125618581</c:v>
                </c:pt>
                <c:pt idx="3" formatCode="0%">
                  <c:v>0.18914975783250049</c:v>
                </c:pt>
                <c:pt idx="5" formatCode="0%">
                  <c:v>0.2286545941296918</c:v>
                </c:pt>
                <c:pt idx="6" formatCode="0%">
                  <c:v>0.2060690306568039</c:v>
                </c:pt>
                <c:pt idx="7" formatCode="0%">
                  <c:v>0.18744043934230961</c:v>
                </c:pt>
                <c:pt idx="8" formatCode="0%">
                  <c:v>0.14398573039846049</c:v>
                </c:pt>
                <c:pt idx="10" formatCode="0%">
                  <c:v>0.1842885485515752</c:v>
                </c:pt>
                <c:pt idx="11" formatCode="0%">
                  <c:v>0.20458501617636859</c:v>
                </c:pt>
                <c:pt idx="12" formatCode="0%">
                  <c:v>0.14524667866574861</c:v>
                </c:pt>
                <c:pt idx="14" formatCode="0%">
                  <c:v>0.32802501450518567</c:v>
                </c:pt>
                <c:pt idx="15" formatCode="0%">
                  <c:v>0.14991873045353549</c:v>
                </c:pt>
                <c:pt idx="16" formatCode="0%">
                  <c:v>0.17534281757824419</c:v>
                </c:pt>
                <c:pt idx="17" formatCode="0%">
                  <c:v>8.3823642143655064E-2</c:v>
                </c:pt>
                <c:pt idx="19" formatCode="0%">
                  <c:v>6.7155810507177324E-2</c:v>
                </c:pt>
                <c:pt idx="20" formatCode="0%">
                  <c:v>0.28662913177514282</c:v>
                </c:pt>
                <c:pt idx="21" formatCode="0%">
                  <c:v>0.18567786265292691</c:v>
                </c:pt>
                <c:pt idx="22" formatCode="0%">
                  <c:v>0.20664096657259071</c:v>
                </c:pt>
                <c:pt idx="23" formatCode="0%">
                  <c:v>0.16192798560152841</c:v>
                </c:pt>
                <c:pt idx="24" formatCode="0%">
                  <c:v>9.8106821794126595E-2</c:v>
                </c:pt>
                <c:pt idx="26" formatCode="0%">
                  <c:v>0.24578055224407419</c:v>
                </c:pt>
                <c:pt idx="27" formatCode="0%">
                  <c:v>0.13154830115296459</c:v>
                </c:pt>
                <c:pt idx="28" formatCode="0%">
                  <c:v>9.0348101336053754E-2</c:v>
                </c:pt>
                <c:pt idx="29" formatCode="0%">
                  <c:v>0.25178597880280401</c:v>
                </c:pt>
                <c:pt idx="30" formatCode="0%">
                  <c:v>0.21632469343740421</c:v>
                </c:pt>
                <c:pt idx="32" formatCode="0%">
                  <c:v>0.18372534202507951</c:v>
                </c:pt>
                <c:pt idx="33" formatCode="0%">
                  <c:v>0.10736419575743671</c:v>
                </c:pt>
                <c:pt idx="34" formatCode="0%">
                  <c:v>0.16524598372925681</c:v>
                </c:pt>
                <c:pt idx="35" formatCode="0%">
                  <c:v>0.19153195746801119</c:v>
                </c:pt>
                <c:pt idx="36" formatCode="0%">
                  <c:v>0.19299980889550011</c:v>
                </c:pt>
                <c:pt idx="38" formatCode="0%">
                  <c:v>0.25784107151779989</c:v>
                </c:pt>
                <c:pt idx="39" formatCode="0%">
                  <c:v>6.9863719687435627E-2</c:v>
                </c:pt>
                <c:pt idx="40" formatCode="0%">
                  <c:v>0.15411381609608221</c:v>
                </c:pt>
                <c:pt idx="41" formatCode="0%">
                  <c:v>0.29059050230847899</c:v>
                </c:pt>
                <c:pt idx="42" formatCode="0%">
                  <c:v>0.20350244204394971</c:v>
                </c:pt>
                <c:pt idx="44" formatCode="0%">
                  <c:v>0.14438773521466031</c:v>
                </c:pt>
                <c:pt idx="45" formatCode="0%">
                  <c:v>9.676666499545257E-2</c:v>
                </c:pt>
                <c:pt idx="46" formatCode="0%">
                  <c:v>0.25409950616661447</c:v>
                </c:pt>
                <c:pt idx="47" formatCode="0%">
                  <c:v>0.1163959848787261</c:v>
                </c:pt>
                <c:pt idx="48" formatCode="0%">
                  <c:v>0.17212598073599389</c:v>
                </c:pt>
                <c:pt idx="49" formatCode="0%">
                  <c:v>0.46730181500801549</c:v>
                </c:pt>
                <c:pt idx="50" formatCode="0%">
                  <c:v>0.22479372085250321</c:v>
                </c:pt>
                <c:pt idx="51" formatCode="0%">
                  <c:v>0.26777188387751122</c:v>
                </c:pt>
                <c:pt idx="52" formatCode="0%">
                  <c:v>0.1461980378101525</c:v>
                </c:pt>
                <c:pt idx="53" formatCode="0%">
                  <c:v>0.29445843609726902</c:v>
                </c:pt>
                <c:pt idx="54" formatCode="0%">
                  <c:v>0.17775616994376631</c:v>
                </c:pt>
                <c:pt idx="56" formatCode="0%">
                  <c:v>0.18479975682717259</c:v>
                </c:pt>
                <c:pt idx="57" formatCode="0%">
                  <c:v>7.9111816615672223E-2</c:v>
                </c:pt>
                <c:pt idx="58" formatCode="0%">
                  <c:v>0.10365370204280611</c:v>
                </c:pt>
                <c:pt idx="59" formatCode="0%">
                  <c:v>0.26648422969426783</c:v>
                </c:pt>
                <c:pt idx="60" formatCode="0%">
                  <c:v>0.17254778658512879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8-A1A5-4A6E-92E6-7E2E379DF599}"/>
            </c:ext>
          </c:extLst>
        </c:ser>
        <c:ser>
          <c:idx val="25"/>
          <c:order val="25"/>
          <c:tx>
            <c:strRef>
              <c:f>Sheet1!$B$315</c:f>
              <c:strCache>
                <c:ptCount val="1"/>
                <c:pt idx="0">
                  <c:v>Outro</c:v>
                </c:pt>
              </c:strCache>
            </c:strRef>
          </c:tx>
          <c:spPr>
            <a:ln w="6350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Sheet1!$C$315:$BK$315</c:f>
              <c:numCache>
                <c:formatCode>General</c:formatCode>
                <c:ptCount val="61"/>
                <c:pt idx="0" formatCode="0%">
                  <c:v>0.11949908562656961</c:v>
                </c:pt>
                <c:pt idx="2" formatCode="0%">
                  <c:v>0.1118808760323349</c:v>
                </c:pt>
                <c:pt idx="3" formatCode="0%">
                  <c:v>0.12965573504480779</c:v>
                </c:pt>
                <c:pt idx="5" formatCode="0%">
                  <c:v>8.5210322722085521E-2</c:v>
                </c:pt>
                <c:pt idx="6" formatCode="0%">
                  <c:v>0.18637343350307889</c:v>
                </c:pt>
                <c:pt idx="7" formatCode="0%">
                  <c:v>9.8050272946716324E-2</c:v>
                </c:pt>
                <c:pt idx="8" formatCode="0%">
                  <c:v>0.1085235191932219</c:v>
                </c:pt>
                <c:pt idx="10" formatCode="0%">
                  <c:v>9.1459898100689316E-2</c:v>
                </c:pt>
                <c:pt idx="11" formatCode="0%">
                  <c:v>0.1214464470364736</c:v>
                </c:pt>
                <c:pt idx="12" formatCode="0%">
                  <c:v>0.1493340764556817</c:v>
                </c:pt>
                <c:pt idx="14" formatCode="0%">
                  <c:v>0.14236329410535889</c:v>
                </c:pt>
                <c:pt idx="15" formatCode="0%">
                  <c:v>0.10438854562746849</c:v>
                </c:pt>
                <c:pt idx="16" formatCode="0%">
                  <c:v>0.10166350615511439</c:v>
                </c:pt>
                <c:pt idx="17" formatCode="0%">
                  <c:v>0.16696028496880039</c:v>
                </c:pt>
                <c:pt idx="19" formatCode="0%">
                  <c:v>0.13250108145339609</c:v>
                </c:pt>
                <c:pt idx="20" formatCode="0%">
                  <c:v>9.3566861974482607E-2</c:v>
                </c:pt>
                <c:pt idx="21" formatCode="0%">
                  <c:v>0.11943668887750759</c:v>
                </c:pt>
                <c:pt idx="22" formatCode="0%">
                  <c:v>0.10977984901815981</c:v>
                </c:pt>
                <c:pt idx="23" formatCode="0%">
                  <c:v>0.14855968965763319</c:v>
                </c:pt>
                <c:pt idx="24" formatCode="0%">
                  <c:v>2.618484744315339E-2</c:v>
                </c:pt>
                <c:pt idx="26" formatCode="0%">
                  <c:v>0.1652752923574427</c:v>
                </c:pt>
                <c:pt idx="27" formatCode="0%">
                  <c:v>0.1045055569562465</c:v>
                </c:pt>
                <c:pt idx="28" formatCode="0%">
                  <c:v>0.14822553253008069</c:v>
                </c:pt>
                <c:pt idx="29" formatCode="0%">
                  <c:v>0.118931525131861</c:v>
                </c:pt>
                <c:pt idx="30" formatCode="0%">
                  <c:v>8.037246507608814E-2</c:v>
                </c:pt>
                <c:pt idx="32" formatCode="0%">
                  <c:v>0.13898830775854801</c:v>
                </c:pt>
                <c:pt idx="33" formatCode="0%">
                  <c:v>0.13589554050731339</c:v>
                </c:pt>
                <c:pt idx="34" formatCode="0%">
                  <c:v>0.1186793691826524</c:v>
                </c:pt>
                <c:pt idx="35" formatCode="0%">
                  <c:v>0.1494065515636312</c:v>
                </c:pt>
                <c:pt idx="36" formatCode="0%">
                  <c:v>0.109257701976259</c:v>
                </c:pt>
                <c:pt idx="38" formatCode="0%">
                  <c:v>0.1641100452492727</c:v>
                </c:pt>
                <c:pt idx="39" formatCode="0%">
                  <c:v>0.13667675348997371</c:v>
                </c:pt>
                <c:pt idx="40" formatCode="0%">
                  <c:v>0.1004933590172539</c:v>
                </c:pt>
                <c:pt idx="41" formatCode="0%">
                  <c:v>0.11630134840558</c:v>
                </c:pt>
                <c:pt idx="42" formatCode="0%">
                  <c:v>9.1221815003363946E-2</c:v>
                </c:pt>
                <c:pt idx="44" formatCode="0%">
                  <c:v>9.2959784369505236E-2</c:v>
                </c:pt>
                <c:pt idx="45" formatCode="0%">
                  <c:v>0.14793128754492271</c:v>
                </c:pt>
                <c:pt idx="46" formatCode="0%">
                  <c:v>0.11574854894455371</c:v>
                </c:pt>
                <c:pt idx="47" formatCode="0%">
                  <c:v>7.7346736167815705E-2</c:v>
                </c:pt>
                <c:pt idx="48" formatCode="0%">
                  <c:v>7.7616573473324221E-2</c:v>
                </c:pt>
                <c:pt idx="49" formatCode="0%">
                  <c:v>0.1768646845942981</c:v>
                </c:pt>
                <c:pt idx="50" formatCode="0%">
                  <c:v>9.5314023458692318E-2</c:v>
                </c:pt>
                <c:pt idx="51" formatCode="0%">
                  <c:v>5.7749726816680898E-3</c:v>
                </c:pt>
                <c:pt idx="52" formatCode="0%">
                  <c:v>0.17437747168544371</c:v>
                </c:pt>
                <c:pt idx="53" formatCode="0%">
                  <c:v>0.17958288610454351</c:v>
                </c:pt>
                <c:pt idx="54" formatCode="0%">
                  <c:v>0.1160381469894935</c:v>
                </c:pt>
                <c:pt idx="56" formatCode="0%">
                  <c:v>6.9463383787274902E-2</c:v>
                </c:pt>
                <c:pt idx="57" formatCode="0%">
                  <c:v>0.16260849079342499</c:v>
                </c:pt>
                <c:pt idx="58" formatCode="0%">
                  <c:v>7.0174415349591832E-2</c:v>
                </c:pt>
                <c:pt idx="59" formatCode="0%">
                  <c:v>0.14069736557808299</c:v>
                </c:pt>
                <c:pt idx="60" formatCode="0%">
                  <c:v>0.13199067745109971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9-A1A5-4A6E-92E6-7E2E379DF599}"/>
            </c:ext>
          </c:extLst>
        </c:ser>
        <c:ser>
          <c:idx val="26"/>
          <c:order val="26"/>
          <c:tx>
            <c:strRef>
              <c:f>Sheet1!$B$316</c:f>
              <c:strCache>
                <c:ptCount val="1"/>
                <c:pt idx="0">
                  <c:v>Não sabe</c:v>
                </c:pt>
              </c:strCache>
            </c:strRef>
          </c:tx>
          <c:spPr>
            <a:ln w="63500" cap="rnd">
              <a:solidFill>
                <a:schemeClr val="accent6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>
                  <a:lumMod val="50000"/>
                </a:schemeClr>
              </a:solidFill>
              <a:ln w="9525">
                <a:solidFill>
                  <a:schemeClr val="accent6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Sheet1!$C$316:$BK$316</c:f>
              <c:numCache>
                <c:formatCode>General</c:formatCode>
                <c:ptCount val="61"/>
                <c:pt idx="0" formatCode="0%">
                  <c:v>2.6267454399484701E-2</c:v>
                </c:pt>
                <c:pt idx="2" formatCode="0%">
                  <c:v>3.066962015659817E-2</c:v>
                </c:pt>
                <c:pt idx="3" formatCode="0%">
                  <c:v>2.1879939965993671E-2</c:v>
                </c:pt>
                <c:pt idx="5" formatCode="0%">
                  <c:v>1.451510463789308E-2</c:v>
                </c:pt>
                <c:pt idx="6" formatCode="0%">
                  <c:v>1.6414045312349381E-2</c:v>
                </c:pt>
                <c:pt idx="7" formatCode="0%">
                  <c:v>1.9810087390015729E-2</c:v>
                </c:pt>
                <c:pt idx="8" formatCode="0%">
                  <c:v>4.1829713733995161E-2</c:v>
                </c:pt>
                <c:pt idx="10" formatCode="0%">
                  <c:v>5.2258925276626088E-2</c:v>
                </c:pt>
                <c:pt idx="11" formatCode="0%">
                  <c:v>1.6747605482804361E-2</c:v>
                </c:pt>
                <c:pt idx="12" formatCode="0%">
                  <c:v>9.2340145529301153E-3</c:v>
                </c:pt>
                <c:pt idx="14" formatCode="0%">
                  <c:v>3.5159378464784938E-2</c:v>
                </c:pt>
                <c:pt idx="15" formatCode="0%">
                  <c:v>3.4663824857738078E-2</c:v>
                </c:pt>
                <c:pt idx="16" formatCode="0%">
                  <c:v>2.3167185853639739E-2</c:v>
                </c:pt>
                <c:pt idx="17" formatCode="0%">
                  <c:v>9.5657074593875051E-3</c:v>
                </c:pt>
                <c:pt idx="19" formatCode="0%">
                  <c:v>3.0423232398111288E-2</c:v>
                </c:pt>
                <c:pt idx="20" formatCode="0%">
                  <c:v>3.4439525873527898E-3</c:v>
                </c:pt>
                <c:pt idx="21" formatCode="0%">
                  <c:v>9.8676759657164125E-3</c:v>
                </c:pt>
                <c:pt idx="22" formatCode="0%">
                  <c:v>4.6059083372090102E-2</c:v>
                </c:pt>
                <c:pt idx="23" formatCode="0%">
                  <c:v>2.8402114114112219E-2</c:v>
                </c:pt>
                <c:pt idx="24" formatCode="0%">
                  <c:v>6.8257355066717429E-2</c:v>
                </c:pt>
                <c:pt idx="26" formatCode="0%">
                  <c:v>2.7086108301508711E-2</c:v>
                </c:pt>
                <c:pt idx="27" formatCode="0%">
                  <c:v>1.6490116854568231E-2</c:v>
                </c:pt>
                <c:pt idx="28" formatCode="0%">
                  <c:v>5.7547785470479687E-2</c:v>
                </c:pt>
                <c:pt idx="29" formatCode="0%">
                  <c:v>2.856184079275121E-2</c:v>
                </c:pt>
                <c:pt idx="30" formatCode="0%">
                  <c:v>5.07553822988604E-3</c:v>
                </c:pt>
                <c:pt idx="32" formatCode="0%">
                  <c:v>4.5593441994259E-2</c:v>
                </c:pt>
                <c:pt idx="33" formatCode="0%">
                  <c:v>3.3723068335484517E-2</c:v>
                </c:pt>
                <c:pt idx="34" formatCode="0%">
                  <c:v>6.656595874669631E-2</c:v>
                </c:pt>
                <c:pt idx="35" formatCode="0%">
                  <c:v>7.6591752113432587E-4</c:v>
                </c:pt>
                <c:pt idx="36" formatCode="0%">
                  <c:v>2.0211592230261711E-3</c:v>
                </c:pt>
                <c:pt idx="38" formatCode="0%">
                  <c:v>2.9328581076668699E-2</c:v>
                </c:pt>
                <c:pt idx="39" formatCode="0%">
                  <c:v>4.702040955880616E-2</c:v>
                </c:pt>
                <c:pt idx="40" formatCode="0%">
                  <c:v>1.9687075078018961E-3</c:v>
                </c:pt>
                <c:pt idx="41" formatCode="0%">
                  <c:v>6.6597569230751608E-2</c:v>
                </c:pt>
                <c:pt idx="42" formatCode="0%">
                  <c:v>3.6455115942758908E-3</c:v>
                </c:pt>
                <c:pt idx="44" formatCode="0%">
                  <c:v>1.533289844843899E-2</c:v>
                </c:pt>
                <c:pt idx="45" formatCode="0%">
                  <c:v>5.0031780870436887E-2</c:v>
                </c:pt>
                <c:pt idx="46" formatCode="0%">
                  <c:v>2.6431059764208439E-2</c:v>
                </c:pt>
                <c:pt idx="47" formatCode="0%">
                  <c:v>1.316691354520683E-2</c:v>
                </c:pt>
                <c:pt idx="48" formatCode="0%">
                  <c:v>0</c:v>
                </c:pt>
                <c:pt idx="49" formatCode="0%">
                  <c:v>0</c:v>
                </c:pt>
                <c:pt idx="50" formatCode="0%">
                  <c:v>5.3037024504042664E-3</c:v>
                </c:pt>
                <c:pt idx="51" formatCode="0%">
                  <c:v>0</c:v>
                </c:pt>
                <c:pt idx="52" formatCode="0%">
                  <c:v>7.8640815092283697E-3</c:v>
                </c:pt>
                <c:pt idx="53" formatCode="0%">
                  <c:v>4.1870502445485744E-3</c:v>
                </c:pt>
                <c:pt idx="54" formatCode="0%">
                  <c:v>5.3315587816349957E-2</c:v>
                </c:pt>
                <c:pt idx="56" formatCode="0%">
                  <c:v>2.0110400579061782E-2</c:v>
                </c:pt>
                <c:pt idx="57" formatCode="0%">
                  <c:v>2.3223797520269141E-3</c:v>
                </c:pt>
                <c:pt idx="58" formatCode="0%">
                  <c:v>6.7943482957517579E-2</c:v>
                </c:pt>
                <c:pt idx="59" formatCode="0%">
                  <c:v>5.6639718519205821E-3</c:v>
                </c:pt>
                <c:pt idx="60" formatCode="0%">
                  <c:v>3.7684004574957852E-2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A-A1A5-4A6E-92E6-7E2E379DF599}"/>
            </c:ext>
          </c:extLst>
        </c:ser>
        <c:ser>
          <c:idx val="27"/>
          <c:order val="27"/>
          <c:tx>
            <c:strRef>
              <c:f>Sheet1!$B$317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  <a:lumOff val="40000"/>
                </a:schemeClr>
              </a:solidFill>
              <a:ln w="63500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Sheet1!$C$317:$BK$317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46-4FD0-9924-B91E413DDA62}"/>
            </c:ext>
          </c:extLst>
        </c:ser>
        <c:ser>
          <c:idx val="28"/>
          <c:order val="28"/>
          <c:tx>
            <c:strRef>
              <c:f>Sheet1!$B$318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60000"/>
                  <a:lumOff val="40000"/>
                </a:schemeClr>
              </a:solidFill>
              <a:ln w="63500"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Sheet1!$C$318:$BK$318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46-4FD0-9924-B91E413DDA62}"/>
            </c:ext>
          </c:extLst>
        </c:ser>
        <c:ser>
          <c:idx val="29"/>
          <c:order val="29"/>
          <c:tx>
            <c:strRef>
              <c:f>Sheet1!$B$319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  <a:lumOff val="40000"/>
                </a:schemeClr>
              </a:solidFill>
              <a:ln w="63500">
                <a:solidFill>
                  <a:schemeClr val="accent6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Sheet1!$C$319:$BK$319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46-4FD0-9924-B91E413DDA62}"/>
            </c:ext>
          </c:extLst>
        </c:ser>
        <c:ser>
          <c:idx val="30"/>
          <c:order val="30"/>
          <c:tx>
            <c:strRef>
              <c:f>Sheet1!$B$320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50000"/>
                </a:schemeClr>
              </a:solidFill>
              <a:ln w="63500">
                <a:solidFill>
                  <a:schemeClr val="accent1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Sheet1!$C$320:$BK$320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F46-4FD0-9924-B91E413DDA62}"/>
            </c:ext>
          </c:extLst>
        </c:ser>
        <c:ser>
          <c:idx val="31"/>
          <c:order val="31"/>
          <c:tx>
            <c:strRef>
              <c:f>Sheet1!$B$321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50000"/>
                </a:schemeClr>
              </a:solidFill>
              <a:ln w="6350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Sheet1!$C$321:$BK$321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F46-4FD0-9924-B91E413DDA62}"/>
            </c:ext>
          </c:extLst>
        </c:ser>
        <c:ser>
          <c:idx val="32"/>
          <c:order val="32"/>
          <c:tx>
            <c:strRef>
              <c:f>Sheet1!$B$322</c:f>
              <c:strCache>
                <c:ptCount val="1"/>
                <c:pt idx="0">
                  <c:v>adfgadfg</c:v>
                </c:pt>
              </c:strCache>
            </c:strRef>
          </c:tx>
          <c:spPr>
            <a:ln w="63500" cap="rnd">
              <a:solidFill>
                <a:schemeClr val="accent3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50000"/>
                </a:schemeClr>
              </a:solidFill>
              <a:ln w="63500">
                <a:solidFill>
                  <a:schemeClr val="accent3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Sheet1!$C$322:$BK$322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F46-4FD0-9924-B91E413DDA62}"/>
            </c:ext>
          </c:extLst>
        </c:ser>
        <c:ser>
          <c:idx val="33"/>
          <c:order val="33"/>
          <c:tx>
            <c:strRef>
              <c:f>Sheet1!$B$323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4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50000"/>
                </a:schemeClr>
              </a:solidFill>
              <a:ln w="63500">
                <a:solidFill>
                  <a:schemeClr val="accent4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Sheet1!$C$323:$BK$323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F46-4FD0-9924-B91E413DDA62}"/>
            </c:ext>
          </c:extLst>
        </c:ser>
        <c:ser>
          <c:idx val="34"/>
          <c:order val="34"/>
          <c:tx>
            <c:strRef>
              <c:f>Sheet1!$B$324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50000"/>
                </a:schemeClr>
              </a:solidFill>
              <a:ln w="63500">
                <a:solidFill>
                  <a:schemeClr val="accent5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Sheet1!$C$324:$BK$324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F46-4FD0-9924-B91E413DDA62}"/>
            </c:ext>
          </c:extLst>
        </c:ser>
        <c:ser>
          <c:idx val="35"/>
          <c:order val="35"/>
          <c:tx>
            <c:strRef>
              <c:f>Sheet1!$B$325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6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50000"/>
                </a:schemeClr>
              </a:solidFill>
              <a:ln w="63500">
                <a:solidFill>
                  <a:schemeClr val="accent6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Sheet1!$C$325:$BK$325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1F46-4FD0-9924-B91E413DDA62}"/>
            </c:ext>
          </c:extLst>
        </c:ser>
        <c:ser>
          <c:idx val="36"/>
          <c:order val="36"/>
          <c:tx>
            <c:strRef>
              <c:f>Sheet1!$B$326</c:f>
              <c:strCache>
                <c:ptCount val="1"/>
                <c:pt idx="0">
                  <c:v>adgf</c:v>
                </c:pt>
              </c:strCache>
            </c:strRef>
          </c:tx>
          <c:spPr>
            <a:ln w="63500" cap="rnd">
              <a:solidFill>
                <a:schemeClr val="accent1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70000"/>
                  <a:lumOff val="30000"/>
                </a:schemeClr>
              </a:solidFill>
              <a:ln w="63500">
                <a:solidFill>
                  <a:schemeClr val="accent1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Sheet1!$C$326:$BK$326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1F46-4FD0-9924-B91E413DDA62}"/>
            </c:ext>
          </c:extLst>
        </c:ser>
        <c:ser>
          <c:idx val="37"/>
          <c:order val="37"/>
          <c:tx>
            <c:strRef>
              <c:f>Sheet1!$B$327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2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70000"/>
                  <a:lumOff val="30000"/>
                </a:schemeClr>
              </a:solidFill>
              <a:ln w="63500">
                <a:solidFill>
                  <a:schemeClr val="accent2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Sheet1!$C$327:$BK$327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1F46-4FD0-9924-B91E413DDA62}"/>
            </c:ext>
          </c:extLst>
        </c:ser>
        <c:ser>
          <c:idx val="38"/>
          <c:order val="38"/>
          <c:tx>
            <c:strRef>
              <c:f>Sheet1!$B$328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3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70000"/>
                  <a:lumOff val="30000"/>
                </a:schemeClr>
              </a:solidFill>
              <a:ln w="63500">
                <a:solidFill>
                  <a:schemeClr val="accent3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Sheet1!$C$328:$BK$328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1F46-4FD0-9924-B91E413DDA62}"/>
            </c:ext>
          </c:extLst>
        </c:ser>
        <c:ser>
          <c:idx val="39"/>
          <c:order val="39"/>
          <c:tx>
            <c:strRef>
              <c:f>Sheet1!$B$329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4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70000"/>
                  <a:lumOff val="30000"/>
                </a:schemeClr>
              </a:solidFill>
              <a:ln w="63500">
                <a:solidFill>
                  <a:schemeClr val="accent4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Sheet1!$C$329:$BK$329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1F46-4FD0-9924-B91E413DDA62}"/>
            </c:ext>
          </c:extLst>
        </c:ser>
        <c:ser>
          <c:idx val="40"/>
          <c:order val="40"/>
          <c:tx>
            <c:strRef>
              <c:f>Sheet1!$B$330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5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70000"/>
                  <a:lumOff val="30000"/>
                </a:schemeClr>
              </a:solidFill>
              <a:ln w="63500">
                <a:solidFill>
                  <a:schemeClr val="accent5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Sheet1!$C$330:$BK$330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1F46-4FD0-9924-B91E413DDA62}"/>
            </c:ext>
          </c:extLst>
        </c:ser>
        <c:ser>
          <c:idx val="41"/>
          <c:order val="41"/>
          <c:tx>
            <c:strRef>
              <c:f>Sheet1!$B$331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6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70000"/>
                  <a:lumOff val="30000"/>
                </a:schemeClr>
              </a:solidFill>
              <a:ln w="63500">
                <a:solidFill>
                  <a:schemeClr val="accent6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Sheet1!$C$331:$BK$331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1F46-4FD0-9924-B91E413DDA62}"/>
            </c:ext>
          </c:extLst>
        </c:ser>
        <c:ser>
          <c:idx val="42"/>
          <c:order val="42"/>
          <c:tx>
            <c:strRef>
              <c:f>Sheet1!$B$332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1">
                  <a:lumMod val="7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70000"/>
                </a:schemeClr>
              </a:solidFill>
              <a:ln w="63500">
                <a:solidFill>
                  <a:schemeClr val="accent1">
                    <a:lumMod val="7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Sheet1!$C$332:$BK$332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1F46-4FD0-9924-B91E413DDA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26647280"/>
        <c:axId val="1626647824"/>
      </c:lineChart>
      <c:catAx>
        <c:axId val="162664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626647824"/>
        <c:crosses val="autoZero"/>
        <c:auto val="1"/>
        <c:lblAlgn val="ctr"/>
        <c:lblOffset val="100"/>
        <c:noMultiLvlLbl val="0"/>
      </c:catAx>
      <c:valAx>
        <c:axId val="1626647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s-AR"/>
          </a:p>
        </c:txPr>
        <c:crossAx val="162664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1021406695981874E-3"/>
          <c:y val="1.1675630394405554E-3"/>
          <c:w val="0.99889785933040176"/>
          <c:h val="0.160537435702441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  <a:latin typeface="+mj-lt"/>
        </a:defRPr>
      </a:pPr>
      <a:endParaRPr lang="es-A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A847946-9BE3-4CF4-BA9D-EF2008D7D4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00E4230-685D-4F1C-BCE1-0888764AFF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02445CB-7166-4038-A7B1-61AFE9768C96}" type="datetimeFigureOut">
              <a:rPr lang="es-AR"/>
              <a:pPr>
                <a:defRPr/>
              </a:pPr>
              <a:t>28/10/2025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4B9E78-71F2-4026-91FA-3C7D3CE5DC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61D676-CD4B-4492-88F1-08F04C314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A531F3B-ED6B-405D-BD46-1EB9D78C9834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1603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95A6BA-C13B-4BE5-A62B-CC25B691C1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E4BFA-BCCD-4212-B8C3-371A2E2C3C8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FCD622D-ABF3-42F6-960E-AED95841111E}" type="datetimeFigureOut">
              <a:rPr lang="es-AR"/>
              <a:pPr>
                <a:defRPr/>
              </a:pPr>
              <a:t>28/10/2025</a:t>
            </a:fld>
            <a:endParaRPr lang="es-AR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B9BBACC0-2219-4046-B681-F8ADA9E5F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AR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36017F63-06EF-4CE4-849D-D4B2AE2DC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AR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4C67C8-E66B-49F4-96F3-10A1ED4305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404766-7773-4B67-860D-29B5ED4A7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EBA88CF-02B0-45EF-BD97-B9BFA8CEC404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5917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28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72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16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60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14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057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00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743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085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685A3-EDD6-D9A2-229B-8B1260B8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imagen de diapositiva 1">
            <a:extLst>
              <a:ext uri="{FF2B5EF4-FFF2-40B4-BE49-F238E27FC236}">
                <a16:creationId xmlns:a16="http://schemas.microsoft.com/office/drawing/2014/main" id="{22C3D8C7-66B8-BCEF-88B9-F9C2D0D7BE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notas 2">
            <a:extLst>
              <a:ext uri="{FF2B5EF4-FFF2-40B4-BE49-F238E27FC236}">
                <a16:creationId xmlns:a16="http://schemas.microsoft.com/office/drawing/2014/main" id="{A51D094E-25C4-8A9D-E986-828BF9CBA8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/>
          </a:p>
        </p:txBody>
      </p:sp>
      <p:sp>
        <p:nvSpPr>
          <p:cNvPr id="25604" name="Marcador de número de diapositiva 3">
            <a:extLst>
              <a:ext uri="{FF2B5EF4-FFF2-40B4-BE49-F238E27FC236}">
                <a16:creationId xmlns:a16="http://schemas.microsoft.com/office/drawing/2014/main" id="{92B29BCE-51FF-78F2-0C60-EF9EE979D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fld id="{27953701-18B1-4F0D-BD7A-94C05407DC09}" type="slidenum">
              <a:rPr lang="es-AR" sz="1200" smtClean="0">
                <a:solidFill>
                  <a:prstClr val="black"/>
                </a:solidFill>
                <a:latin typeface="Calibri" panose="020F0502020204030204" pitchFamily="34" charset="0"/>
              </a:rPr>
              <a:pPr/>
              <a:t>2</a:t>
            </a:fld>
            <a:endParaRPr lang="es-AR" sz="120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895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B77EE90-AC52-4B3F-A969-0D8FDC0C8765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CBA3942-A5B0-4532-B125-9DB67683036F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AF9B887-9B68-4BD8-B092-4FB09EBD0B44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5F0AC9D-AF2B-4133-8CE6-7D3C70479B06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id="{D405B260-7538-4AD8-85F3-CA04DC141F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D207D6BB-FA50-4491-BE85-F9A883B7AB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BC3FB5F7-9A28-4D6C-8714-D7A6B7ED0046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4609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D076234-0766-44FE-AF72-ED6765817A5C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D5AFC2-2B23-49BD-BDDC-8C3E00146A40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B5B6A96-3D09-4435-B8C6-387D571EDB4F}"/>
              </a:ext>
            </a:extLst>
          </p:cNvPr>
          <p:cNvCxnSpPr/>
          <p:nvPr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C0B164B-4049-484C-B0D7-17F400BB3817}"/>
              </a:ext>
            </a:extLst>
          </p:cNvPr>
          <p:cNvCxnSpPr/>
          <p:nvPr/>
        </p:nvCxnSpPr>
        <p:spPr>
          <a:xfrm>
            <a:off x="16217900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áfico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A15AB9A-62A8-46DF-9C87-8E822E7DAED1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D1FC266-E919-4CE9-B646-016973896DDC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5C95704-0BF8-48EC-AFFA-ABDCCB2F0E2D}"/>
              </a:ext>
            </a:extLst>
          </p:cNvPr>
          <p:cNvCxnSpPr/>
          <p:nvPr userDrawn="1"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FA44746-0DC8-4298-8F20-F2B9D0A24219}"/>
              </a:ext>
            </a:extLst>
          </p:cNvPr>
          <p:cNvCxnSpPr/>
          <p:nvPr userDrawn="1"/>
        </p:nvCxnSpPr>
        <p:spPr>
          <a:xfrm>
            <a:off x="16217900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id="{A48E0AB2-F12F-4229-83B4-6FE191C7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DFED3621-E51D-4D33-B8B8-6E77F9D3D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2FD5591-0DDA-4689-828C-90ADDDCC6247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07935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F076492-65B7-4C6A-BF63-33F5B7F41BE9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590755A-A3CE-418F-9080-67BDE4BB8328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601FFF3-1DFA-4375-BB40-75F3E9BEEC87}"/>
              </a:ext>
            </a:extLst>
          </p:cNvPr>
          <p:cNvCxnSpPr/>
          <p:nvPr/>
        </p:nvCxnSpPr>
        <p:spPr>
          <a:xfrm>
            <a:off x="12226925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6094B25-AF01-4EB5-98BE-C8CD2CE37523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ABCE2B1-627E-4621-A76F-6D0CEE084028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6F3F221-A4E0-492D-993F-481DBEE5E1C8}"/>
              </a:ext>
            </a:extLst>
          </p:cNvPr>
          <p:cNvCxnSpPr/>
          <p:nvPr userDrawn="1"/>
        </p:nvCxnSpPr>
        <p:spPr>
          <a:xfrm>
            <a:off x="12226925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6667BEFD-C07E-4A42-B959-AA5BF47D6D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DC3769ED-B0DA-44B0-A305-A210819F04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26E160C-46CA-45CB-A778-C6C9840497FC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6565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D076234-0766-44FE-AF72-ED6765817A5C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D5AFC2-2B23-49BD-BDDC-8C3E00146A40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B5B6A96-3D09-4435-B8C6-387D571EDB4F}"/>
              </a:ext>
            </a:extLst>
          </p:cNvPr>
          <p:cNvCxnSpPr/>
          <p:nvPr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A15AB9A-62A8-46DF-9C87-8E822E7DAED1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D1FC266-E919-4CE9-B646-016973896DDC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5C95704-0BF8-48EC-AFFA-ABDCCB2F0E2D}"/>
              </a:ext>
            </a:extLst>
          </p:cNvPr>
          <p:cNvCxnSpPr/>
          <p:nvPr userDrawn="1"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A48E0AB2-F12F-4229-83B4-6FE191C7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DFED3621-E51D-4D33-B8B8-6E77F9D3D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93FED9F-D15C-44F1-B922-EAED7A5C27FB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4974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FF3520E-31A2-4709-985A-AE6ACDB3A3B2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0A3B32-85A4-49AE-A1E5-D3D6977C3D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D1153-C229-4B06-9F44-9FEA018E30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E5804C2F-4738-486C-A1BA-3764D49B885D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83564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70A9F63-06A8-4DB5-85D0-3B15E56D1BCA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AF7A37-8794-4E01-B504-1C055E8112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1CFCBD-99A8-479B-AB6E-A0DE7B1142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0BC4BCBF-8625-4648-BBF6-98C0E60DD74B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61376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76400" y="3651250"/>
            <a:ext cx="21029613" cy="870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los estilos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AC682-D637-43EB-BF71-DE55D5454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9B1C1-A7AE-426E-85CA-432BC42EF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0"/>
            <a:ext cx="822801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9124" eaLnBrk="1" fontAlgn="auto" hangingPunct="1">
              <a:spcBef>
                <a:spcPts val="0"/>
              </a:spcBef>
              <a:spcAft>
                <a:spcPts val="0"/>
              </a:spcAft>
              <a:defRPr sz="2400" dirty="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AR"/>
              <a:t>AMBA | septiembre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9A78F-38B6-403F-8474-4DCF3F5BC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19613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fld id="{5DC8EF21-CED1-4BD6-B21D-B9EC2B036739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730250"/>
            <a:ext cx="21029613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8" r:id="rId1"/>
    <p:sldLayoutId id="2147484839" r:id="rId2"/>
    <p:sldLayoutId id="2147484840" r:id="rId3"/>
    <p:sldLayoutId id="2147484841" r:id="rId4"/>
    <p:sldLayoutId id="2147484843" r:id="rId5"/>
    <p:sldLayoutId id="2147484844" r:id="rId6"/>
  </p:sldLayoutIdLst>
  <p:hf hdr="0" dt="0"/>
  <p:txStyles>
    <p:titleStyle>
      <a:lvl1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2pPr>
      <a:lvl3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3pPr>
      <a:lvl4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4pPr>
      <a:lvl5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5pPr>
      <a:lvl6pPr marL="4572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6pPr>
      <a:lvl7pPr marL="9144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7pPr>
      <a:lvl8pPr marL="13716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8pPr>
      <a:lvl9pPr marL="18288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9pPr>
    </p:titleStyle>
    <p:bodyStyle>
      <a:lvl1pPr marL="455613" indent="-455613" algn="l" defTabSz="1827213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00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44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1988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32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886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229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571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1914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43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686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29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371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14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057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00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743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6821048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9485592"/>
              </p:ext>
            </p:extLst>
          </p:nvPr>
        </p:nvGraphicFramePr>
        <p:xfrm>
          <a:off x="593660" y="1924050"/>
          <a:ext cx="23184310" cy="1088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1462425" y="3092978"/>
            <a:ext cx="22111953" cy="810067"/>
            <a:chOff x="1462425" y="3092978"/>
            <a:chExt cx="22111953" cy="810067"/>
          </a:xfrm>
        </p:grpSpPr>
        <p:grpSp>
          <p:nvGrpSpPr>
            <p:cNvPr id="6" name="Group 5"/>
            <p:cNvGrpSpPr/>
            <p:nvPr/>
          </p:nvGrpSpPr>
          <p:grpSpPr>
            <a:xfrm>
              <a:off x="1462425" y="3092978"/>
              <a:ext cx="20476829" cy="802996"/>
              <a:chOff x="1539137" y="2937995"/>
              <a:chExt cx="20404983" cy="802996"/>
            </a:xfrm>
          </p:grpSpPr>
          <p:sp>
            <p:nvSpPr>
              <p:cNvPr id="7" name="CuadroTexto 17"/>
              <p:cNvSpPr txBox="1">
                <a:spLocks noChangeArrowheads="1"/>
              </p:cNvSpPr>
              <p:nvPr/>
            </p:nvSpPr>
            <p:spPr bwMode="auto">
              <a:xfrm>
                <a:off x="4313587" y="3212201"/>
                <a:ext cx="12044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Estudios</a:t>
                </a:r>
              </a:p>
            </p:txBody>
          </p:sp>
          <p:sp>
            <p:nvSpPr>
              <p:cNvPr id="8" name="Cerrar corchete 30">
                <a:extLst>
                  <a:ext uri="{FF2B5EF4-FFF2-40B4-BE49-F238E27FC236}">
                    <a16:creationId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4838744" y="3201586"/>
                <a:ext cx="161282" cy="91751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Cerrar corchete 45">
                <a:extLst>
                  <a:ext uri="{FF2B5EF4-FFF2-40B4-BE49-F238E27FC236}">
                    <a16:creationId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3375683" y="3043614"/>
                <a:ext cx="160833" cy="123390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CuadroTexto 59"/>
              <p:cNvSpPr txBox="1">
                <a:spLocks noChangeArrowheads="1"/>
              </p:cNvSpPr>
              <p:nvPr/>
            </p:nvSpPr>
            <p:spPr bwMode="auto">
              <a:xfrm>
                <a:off x="2935482" y="3207199"/>
                <a:ext cx="103291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11" name="Cerrar corchete 44">
                <a:extLst>
                  <a:ext uri="{FF2B5EF4-FFF2-40B4-BE49-F238E27FC236}">
                    <a16:creationId xmlns:a16="http://schemas.microsoft.com/office/drawing/2014/main" id="{7E6E9857-6C01-86B2-39C1-F7668176C0A5}"/>
                  </a:ext>
                </a:extLst>
              </p:cNvPr>
              <p:cNvSpPr/>
              <p:nvPr/>
            </p:nvSpPr>
            <p:spPr bwMode="auto">
              <a:xfrm rot="16200000">
                <a:off x="2070782" y="3368700"/>
                <a:ext cx="160832" cy="58374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CuadroTexto 45"/>
              <p:cNvSpPr txBox="1">
                <a:spLocks noChangeArrowheads="1"/>
              </p:cNvSpPr>
              <p:nvPr/>
            </p:nvSpPr>
            <p:spPr bwMode="auto">
              <a:xfrm>
                <a:off x="1539137" y="3211221"/>
                <a:ext cx="12573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13" name="Cerrar corchete 50">
                <a:extLst>
                  <a:ext uri="{FF2B5EF4-FFF2-40B4-BE49-F238E27FC236}">
                    <a16:creationId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12152370" y="3042178"/>
                <a:ext cx="157392" cy="124023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CuadroTexto 65"/>
              <p:cNvSpPr txBox="1">
                <a:spLocks noChangeArrowheads="1"/>
              </p:cNvSpPr>
              <p:nvPr/>
            </p:nvSpPr>
            <p:spPr bwMode="auto">
              <a:xfrm>
                <a:off x="11576982" y="3211221"/>
                <a:ext cx="13049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Religión</a:t>
                </a:r>
              </a:p>
            </p:txBody>
          </p:sp>
          <p:sp>
            <p:nvSpPr>
              <p:cNvPr id="15" name="Cerrar corchete 39">
                <a:extLst>
                  <a:ext uri="{FF2B5EF4-FFF2-40B4-BE49-F238E27FC236}">
                    <a16:creationId xmlns:a16="http://schemas.microsoft.com/office/drawing/2014/main" id="{029ED865-9F14-6082-02E9-B08E4540A0AF}"/>
                  </a:ext>
                </a:extLst>
              </p:cNvPr>
              <p:cNvSpPr/>
              <p:nvPr/>
            </p:nvSpPr>
            <p:spPr bwMode="auto">
              <a:xfrm rot="16200000">
                <a:off x="6310163" y="3021466"/>
                <a:ext cx="160835" cy="127819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CuadroTexto 21"/>
              <p:cNvSpPr txBox="1">
                <a:spLocks noChangeArrowheads="1"/>
              </p:cNvSpPr>
              <p:nvPr/>
            </p:nvSpPr>
            <p:spPr bwMode="auto">
              <a:xfrm>
                <a:off x="5192049" y="3211221"/>
                <a:ext cx="23969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NSE</a:t>
                </a:r>
              </a:p>
            </p:txBody>
          </p:sp>
          <p:sp>
            <p:nvSpPr>
              <p:cNvPr id="17" name="Cerrar corchete 56">
                <a:extLst>
                  <a:ext uri="{FF2B5EF4-FFF2-40B4-BE49-F238E27FC236}">
                    <a16:creationId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4088654" y="2719461"/>
                <a:ext cx="157393" cy="188566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CuadroTexto 21"/>
              <p:cNvSpPr txBox="1">
                <a:spLocks noChangeArrowheads="1"/>
              </p:cNvSpPr>
              <p:nvPr/>
            </p:nvSpPr>
            <p:spPr bwMode="auto">
              <a:xfrm>
                <a:off x="13084236" y="3212201"/>
                <a:ext cx="215604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Orientación</a:t>
                </a:r>
              </a:p>
            </p:txBody>
          </p:sp>
          <p:sp>
            <p:nvSpPr>
              <p:cNvPr id="19" name="Cerrar corchete 59">
                <a:extLst>
                  <a:ext uri="{FF2B5EF4-FFF2-40B4-BE49-F238E27FC236}">
                    <a16:creationId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6062901" y="3029520"/>
                <a:ext cx="157395" cy="1265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" name="CuadroTexto 21"/>
              <p:cNvSpPr txBox="1">
                <a:spLocks noChangeArrowheads="1"/>
              </p:cNvSpPr>
              <p:nvPr/>
            </p:nvSpPr>
            <p:spPr bwMode="auto">
              <a:xfrm>
                <a:off x="14966735" y="2937996"/>
                <a:ext cx="23535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Generales</a:t>
                </a:r>
              </a:p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‘22</a:t>
                </a:r>
              </a:p>
            </p:txBody>
          </p:sp>
          <p:sp>
            <p:nvSpPr>
              <p:cNvPr id="21" name="Cerrar corchete 62">
                <a:extLst>
                  <a:ext uri="{FF2B5EF4-FFF2-40B4-BE49-F238E27FC236}">
                    <a16:creationId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8416057" y="2542084"/>
                <a:ext cx="157384" cy="224041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CuadroTexto 65"/>
              <p:cNvSpPr txBox="1">
                <a:spLocks noChangeArrowheads="1"/>
              </p:cNvSpPr>
              <p:nvPr/>
            </p:nvSpPr>
            <p:spPr bwMode="auto">
              <a:xfrm>
                <a:off x="7172059" y="3211221"/>
                <a:ext cx="2651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Zona</a:t>
                </a:r>
              </a:p>
            </p:txBody>
          </p:sp>
          <p:sp>
            <p:nvSpPr>
              <p:cNvPr id="23" name="CuadroTexto 17"/>
              <p:cNvSpPr txBox="1">
                <a:spLocks noChangeArrowheads="1"/>
              </p:cNvSpPr>
              <p:nvPr/>
            </p:nvSpPr>
            <p:spPr bwMode="auto">
              <a:xfrm>
                <a:off x="10162591" y="3190673"/>
                <a:ext cx="877680" cy="383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Etnia</a:t>
                </a:r>
              </a:p>
            </p:txBody>
          </p:sp>
          <p:sp>
            <p:nvSpPr>
              <p:cNvPr id="24" name="Cerrar corchete 30">
                <a:extLst>
                  <a:ext uri="{FF2B5EF4-FFF2-40B4-BE49-F238E27FC236}">
                    <a16:creationId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10522493" y="3038522"/>
                <a:ext cx="157390" cy="1247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Cerrar corchete 36">
                <a:extLst>
                  <a:ext uri="{FF2B5EF4-FFF2-40B4-BE49-F238E27FC236}">
                    <a16:creationId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7363247" y="3361727"/>
                <a:ext cx="157396" cy="60112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Cerrar corchete 36">
                <a:extLst>
                  <a:ext uri="{FF2B5EF4-FFF2-40B4-BE49-F238E27FC236}">
                    <a16:creationId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8650594" y="3042523"/>
                <a:ext cx="157396" cy="123953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CuadroTexto 21"/>
              <p:cNvSpPr txBox="1">
                <a:spLocks noChangeArrowheads="1"/>
              </p:cNvSpPr>
              <p:nvPr/>
            </p:nvSpPr>
            <p:spPr bwMode="auto">
              <a:xfrm>
                <a:off x="17514644" y="3212201"/>
                <a:ext cx="24292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err="1">
                    <a:solidFill>
                      <a:srgbClr val="000000"/>
                    </a:solidFill>
                  </a:rPr>
                  <a:t>Int</a:t>
                </a:r>
                <a:r>
                  <a:rPr lang="es-AR" altLang="es-AR" sz="1800" b="1" dirty="0">
                    <a:solidFill>
                      <a:srgbClr val="000000"/>
                    </a:solidFill>
                  </a:rPr>
                  <a:t>. de voto</a:t>
                </a:r>
              </a:p>
            </p:txBody>
          </p:sp>
          <p:sp>
            <p:nvSpPr>
              <p:cNvPr id="28" name="Cerrar corchete 36">
                <a:extLst>
                  <a:ext uri="{FF2B5EF4-FFF2-40B4-BE49-F238E27FC236}">
                    <a16:creationId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20756525" y="2553387"/>
                <a:ext cx="166818" cy="220837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CuadroTexto 21"/>
              <p:cNvSpPr txBox="1">
                <a:spLocks noChangeArrowheads="1"/>
              </p:cNvSpPr>
              <p:nvPr/>
            </p:nvSpPr>
            <p:spPr bwMode="auto">
              <a:xfrm>
                <a:off x="20098438" y="3197753"/>
                <a:ext cx="14829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Interna PH</a:t>
                </a:r>
              </a:p>
            </p:txBody>
          </p:sp>
          <p:sp>
            <p:nvSpPr>
              <p:cNvPr id="30" name="CuadroTexto 21"/>
              <p:cNvSpPr txBox="1">
                <a:spLocks noChangeArrowheads="1"/>
              </p:cNvSpPr>
              <p:nvPr/>
            </p:nvSpPr>
            <p:spPr bwMode="auto">
              <a:xfrm>
                <a:off x="16700449" y="2937995"/>
                <a:ext cx="148299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Ballotage</a:t>
                </a:r>
              </a:p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‘22</a:t>
                </a:r>
              </a:p>
            </p:txBody>
          </p:sp>
        </p:grpSp>
        <p:sp>
          <p:nvSpPr>
            <p:cNvPr id="31" name="Cerrar corchete 36">
              <a:extLst>
                <a:ext uri="{FF2B5EF4-FFF2-40B4-BE49-F238E27FC236}">
                  <a16:creationId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867080" y="3195747"/>
              <a:ext cx="166818" cy="124777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2" name="CuadroTexto 21"/>
            <p:cNvSpPr txBox="1">
              <a:spLocks noChangeArrowheads="1"/>
            </p:cNvSpPr>
            <p:nvPr/>
          </p:nvSpPr>
          <p:spPr bwMode="auto">
            <a:xfrm>
              <a:off x="22561561" y="3363822"/>
              <a:ext cx="7778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242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242FF-BD3A-3B1F-D731-165C40BC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ítulo 1">
            <a:extLst>
              <a:ext uri="{FF2B5EF4-FFF2-40B4-BE49-F238E27FC236}">
                <a16:creationId xmlns:a16="http://schemas.microsoft.com/office/drawing/2014/main" id="{15766B94-9CC9-43AF-C5A3-F73E8B6E8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349" y="799907"/>
            <a:ext cx="21000262" cy="1124336"/>
          </a:xfrm>
        </p:spPr>
        <p:txBody>
          <a:bodyPr/>
          <a:lstStyle/>
          <a:p>
            <a:pPr eaLnBrk="1" hangingPunct="1"/>
            <a:r>
              <a:rPr lang="pt-BR" altLang="es-ES" sz="3600" b="0"/>
              <a:t>TITULO</a:t>
            </a:r>
            <a:endParaRPr lang="es-AR" sz="3600" b="0" u="sng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2142B5A9-7C45-8963-0D87-109A1361E8FB}"/>
              </a:ext>
            </a:extLst>
          </p:cNvPr>
          <p:cNvGraphicFramePr>
            <a:graphicFrameLocks/>
          </p:cNvGraphicFramePr>
          <p:nvPr/>
        </p:nvGraphicFramePr>
        <p:xfrm>
          <a:off x="594360" y="1920240"/>
          <a:ext cx="23189184" cy="10877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Marcador de pie de página 3">
            <a:extLst>
              <a:ext uri="{FF2B5EF4-FFF2-40B4-BE49-F238E27FC236}">
                <a16:creationId xmlns:a16="http://schemas.microsoft.com/office/drawing/2014/main" id="{FA502A63-CAF5-0BAC-239F-01E6368EA6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pt-BR" altLang="es-AR" sz="1800" dirty="0">
                <a:solidFill>
                  <a:srgbClr val="000000"/>
                </a:solidFill>
              </a:rPr>
              <a:t>PIE DE PAGINA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20" name="Marcador de número de diapositiva 4">
            <a:extLst>
              <a:ext uri="{FF2B5EF4-FFF2-40B4-BE49-F238E27FC236}">
                <a16:creationId xmlns:a16="http://schemas.microsoft.com/office/drawing/2014/main" id="{2361514A-450D-8367-633C-3A2C3F67F0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r>
              <a:rPr lang="es-AR" sz="1800" dirty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sz="1800" b="1" dirty="0">
                <a:solidFill>
                  <a:srgbClr val="000000"/>
                </a:solidFill>
              </a:rPr>
              <a:t> | </a:t>
            </a:r>
            <a:fld id="{72ED38B6-3394-4243-B208-49D9AC9EAEFD}" type="slidenum">
              <a:rPr lang="es-AR" sz="1800" b="1" smtClean="0">
                <a:solidFill>
                  <a:srgbClr val="000000"/>
                </a:solidFill>
              </a:rPr>
              <a:pPr/>
              <a:t>2</a:t>
            </a:fld>
            <a:endParaRPr lang="es-AR" sz="1800" b="1" dirty="0">
              <a:solidFill>
                <a:srgbClr val="000000"/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06FC409-E9DC-7EFA-486A-770048448937}"/>
              </a:ext>
            </a:extLst>
          </p:cNvPr>
          <p:cNvCxnSpPr/>
          <p:nvPr/>
        </p:nvCxnSpPr>
        <p:spPr>
          <a:xfrm>
            <a:off x="1582183" y="7562329"/>
            <a:ext cx="221320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462425" y="3681907"/>
            <a:ext cx="22111953" cy="810067"/>
            <a:chOff x="1462425" y="3092978"/>
            <a:chExt cx="22111953" cy="810067"/>
          </a:xfrm>
        </p:grpSpPr>
        <p:grpSp>
          <p:nvGrpSpPr>
            <p:cNvPr id="8" name="Group 7"/>
            <p:cNvGrpSpPr/>
            <p:nvPr/>
          </p:nvGrpSpPr>
          <p:grpSpPr>
            <a:xfrm>
              <a:off x="1462425" y="3092978"/>
              <a:ext cx="20476829" cy="802996"/>
              <a:chOff x="1539137" y="2937995"/>
              <a:chExt cx="20404983" cy="802996"/>
            </a:xfrm>
          </p:grpSpPr>
          <p:sp>
            <p:nvSpPr>
              <p:cNvPr id="11" name="CuadroTexto 17"/>
              <p:cNvSpPr txBox="1">
                <a:spLocks noChangeArrowheads="1"/>
              </p:cNvSpPr>
              <p:nvPr/>
            </p:nvSpPr>
            <p:spPr bwMode="auto">
              <a:xfrm>
                <a:off x="4313587" y="3212201"/>
                <a:ext cx="12044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Estudios</a:t>
                </a:r>
              </a:p>
            </p:txBody>
          </p:sp>
          <p:sp>
            <p:nvSpPr>
              <p:cNvPr id="12" name="Cerrar corchete 30">
                <a:extLst>
                  <a:ext uri="{FF2B5EF4-FFF2-40B4-BE49-F238E27FC236}">
                    <a16:creationId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4838744" y="3201586"/>
                <a:ext cx="161282" cy="91751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Cerrar corchete 45">
                <a:extLst>
                  <a:ext uri="{FF2B5EF4-FFF2-40B4-BE49-F238E27FC236}">
                    <a16:creationId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3375683" y="3043614"/>
                <a:ext cx="160833" cy="123390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CuadroTexto 59"/>
              <p:cNvSpPr txBox="1">
                <a:spLocks noChangeArrowheads="1"/>
              </p:cNvSpPr>
              <p:nvPr/>
            </p:nvSpPr>
            <p:spPr bwMode="auto">
              <a:xfrm>
                <a:off x="2935482" y="3207199"/>
                <a:ext cx="103291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15" name="Cerrar corchete 44">
                <a:extLst>
                  <a:ext uri="{FF2B5EF4-FFF2-40B4-BE49-F238E27FC236}">
                    <a16:creationId xmlns:a16="http://schemas.microsoft.com/office/drawing/2014/main" id="{7E6E9857-6C01-86B2-39C1-F7668176C0A5}"/>
                  </a:ext>
                </a:extLst>
              </p:cNvPr>
              <p:cNvSpPr/>
              <p:nvPr/>
            </p:nvSpPr>
            <p:spPr bwMode="auto">
              <a:xfrm rot="16200000">
                <a:off x="2070782" y="3368700"/>
                <a:ext cx="160832" cy="58374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CuadroTexto 45"/>
              <p:cNvSpPr txBox="1">
                <a:spLocks noChangeArrowheads="1"/>
              </p:cNvSpPr>
              <p:nvPr/>
            </p:nvSpPr>
            <p:spPr bwMode="auto">
              <a:xfrm>
                <a:off x="1539137" y="3211221"/>
                <a:ext cx="12573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17" name="Cerrar corchete 50">
                <a:extLst>
                  <a:ext uri="{FF2B5EF4-FFF2-40B4-BE49-F238E27FC236}">
                    <a16:creationId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12152370" y="3042178"/>
                <a:ext cx="157392" cy="124023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CuadroTexto 65"/>
              <p:cNvSpPr txBox="1">
                <a:spLocks noChangeArrowheads="1"/>
              </p:cNvSpPr>
              <p:nvPr/>
            </p:nvSpPr>
            <p:spPr bwMode="auto">
              <a:xfrm>
                <a:off x="11576982" y="3211221"/>
                <a:ext cx="13049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Religión</a:t>
                </a:r>
              </a:p>
            </p:txBody>
          </p:sp>
          <p:sp>
            <p:nvSpPr>
              <p:cNvPr id="21" name="Cerrar corchete 39">
                <a:extLst>
                  <a:ext uri="{FF2B5EF4-FFF2-40B4-BE49-F238E27FC236}">
                    <a16:creationId xmlns:a16="http://schemas.microsoft.com/office/drawing/2014/main" id="{029ED865-9F14-6082-02E9-B08E4540A0AF}"/>
                  </a:ext>
                </a:extLst>
              </p:cNvPr>
              <p:cNvSpPr/>
              <p:nvPr/>
            </p:nvSpPr>
            <p:spPr bwMode="auto">
              <a:xfrm rot="16200000">
                <a:off x="6310163" y="3021466"/>
                <a:ext cx="160835" cy="127819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CuadroTexto 21"/>
              <p:cNvSpPr txBox="1">
                <a:spLocks noChangeArrowheads="1"/>
              </p:cNvSpPr>
              <p:nvPr/>
            </p:nvSpPr>
            <p:spPr bwMode="auto">
              <a:xfrm>
                <a:off x="5192049" y="3211221"/>
                <a:ext cx="23969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NSE</a:t>
                </a:r>
              </a:p>
            </p:txBody>
          </p:sp>
          <p:sp>
            <p:nvSpPr>
              <p:cNvPr id="23" name="Cerrar corchete 56">
                <a:extLst>
                  <a:ext uri="{FF2B5EF4-FFF2-40B4-BE49-F238E27FC236}">
                    <a16:creationId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4088654" y="2719461"/>
                <a:ext cx="157393" cy="188566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CuadroTexto 21"/>
              <p:cNvSpPr txBox="1">
                <a:spLocks noChangeArrowheads="1"/>
              </p:cNvSpPr>
              <p:nvPr/>
            </p:nvSpPr>
            <p:spPr bwMode="auto">
              <a:xfrm>
                <a:off x="13084236" y="3212201"/>
                <a:ext cx="215604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Orientación</a:t>
                </a:r>
              </a:p>
            </p:txBody>
          </p:sp>
          <p:sp>
            <p:nvSpPr>
              <p:cNvPr id="25" name="Cerrar corchete 59">
                <a:extLst>
                  <a:ext uri="{FF2B5EF4-FFF2-40B4-BE49-F238E27FC236}">
                    <a16:creationId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6062901" y="3029520"/>
                <a:ext cx="157395" cy="1265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CuadroTexto 21"/>
              <p:cNvSpPr txBox="1">
                <a:spLocks noChangeArrowheads="1"/>
              </p:cNvSpPr>
              <p:nvPr/>
            </p:nvSpPr>
            <p:spPr bwMode="auto">
              <a:xfrm>
                <a:off x="14966735" y="2937996"/>
                <a:ext cx="23535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Generales</a:t>
                </a:r>
              </a:p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‘22</a:t>
                </a:r>
              </a:p>
            </p:txBody>
          </p:sp>
          <p:sp>
            <p:nvSpPr>
              <p:cNvPr id="27" name="Cerrar corchete 62">
                <a:extLst>
                  <a:ext uri="{FF2B5EF4-FFF2-40B4-BE49-F238E27FC236}">
                    <a16:creationId xmlns:a16="http://schemas.microsoft.com/office/drawing/2014/main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8416057" y="2542084"/>
                <a:ext cx="157384" cy="224041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CuadroTexto 65"/>
              <p:cNvSpPr txBox="1">
                <a:spLocks noChangeArrowheads="1"/>
              </p:cNvSpPr>
              <p:nvPr/>
            </p:nvSpPr>
            <p:spPr bwMode="auto">
              <a:xfrm>
                <a:off x="7172059" y="3211221"/>
                <a:ext cx="2651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Zona</a:t>
                </a:r>
              </a:p>
            </p:txBody>
          </p:sp>
          <p:sp>
            <p:nvSpPr>
              <p:cNvPr id="29" name="CuadroTexto 17"/>
              <p:cNvSpPr txBox="1">
                <a:spLocks noChangeArrowheads="1"/>
              </p:cNvSpPr>
              <p:nvPr/>
            </p:nvSpPr>
            <p:spPr bwMode="auto">
              <a:xfrm>
                <a:off x="10162591" y="3190673"/>
                <a:ext cx="877680" cy="383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Etnia</a:t>
                </a:r>
              </a:p>
            </p:txBody>
          </p:sp>
          <p:sp>
            <p:nvSpPr>
              <p:cNvPr id="30" name="Cerrar corchete 30">
                <a:extLst>
                  <a:ext uri="{FF2B5EF4-FFF2-40B4-BE49-F238E27FC236}">
                    <a16:creationId xmlns:a16="http://schemas.microsoft.com/office/drawing/2014/main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10522493" y="3038522"/>
                <a:ext cx="157390" cy="1247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Cerrar corchete 36">
                <a:extLst>
                  <a:ext uri="{FF2B5EF4-FFF2-40B4-BE49-F238E27FC236}">
                    <a16:creationId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7363247" y="3361727"/>
                <a:ext cx="157396" cy="60112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Cerrar corchete 36">
                <a:extLst>
                  <a:ext uri="{FF2B5EF4-FFF2-40B4-BE49-F238E27FC236}">
                    <a16:creationId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8650594" y="3042523"/>
                <a:ext cx="157396" cy="123953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CuadroTexto 21"/>
              <p:cNvSpPr txBox="1">
                <a:spLocks noChangeArrowheads="1"/>
              </p:cNvSpPr>
              <p:nvPr/>
            </p:nvSpPr>
            <p:spPr bwMode="auto">
              <a:xfrm>
                <a:off x="17514644" y="3212201"/>
                <a:ext cx="24292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err="1">
                    <a:solidFill>
                      <a:srgbClr val="000000"/>
                    </a:solidFill>
                  </a:rPr>
                  <a:t>Int</a:t>
                </a:r>
                <a:r>
                  <a:rPr lang="es-AR" altLang="es-AR" sz="1800" b="1" dirty="0">
                    <a:solidFill>
                      <a:srgbClr val="000000"/>
                    </a:solidFill>
                  </a:rPr>
                  <a:t>. de voto</a:t>
                </a:r>
              </a:p>
            </p:txBody>
          </p:sp>
          <p:sp>
            <p:nvSpPr>
              <p:cNvPr id="34" name="Cerrar corchete 36">
                <a:extLst>
                  <a:ext uri="{FF2B5EF4-FFF2-40B4-BE49-F238E27FC236}">
                    <a16:creationId xmlns:a16="http://schemas.microsoft.com/office/drawing/2014/main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20756525" y="2553387"/>
                <a:ext cx="166818" cy="220837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CuadroTexto 21"/>
              <p:cNvSpPr txBox="1">
                <a:spLocks noChangeArrowheads="1"/>
              </p:cNvSpPr>
              <p:nvPr/>
            </p:nvSpPr>
            <p:spPr bwMode="auto">
              <a:xfrm>
                <a:off x="20098438" y="3197753"/>
                <a:ext cx="14829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Interna PH</a:t>
                </a:r>
              </a:p>
            </p:txBody>
          </p:sp>
          <p:sp>
            <p:nvSpPr>
              <p:cNvPr id="36" name="CuadroTexto 21"/>
              <p:cNvSpPr txBox="1">
                <a:spLocks noChangeArrowheads="1"/>
              </p:cNvSpPr>
              <p:nvPr/>
            </p:nvSpPr>
            <p:spPr bwMode="auto">
              <a:xfrm>
                <a:off x="16700449" y="2937995"/>
                <a:ext cx="148299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Ballotage</a:t>
                </a:r>
              </a:p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‘22</a:t>
                </a:r>
              </a:p>
            </p:txBody>
          </p:sp>
        </p:grpSp>
        <p:sp>
          <p:nvSpPr>
            <p:cNvPr id="9" name="Cerrar corchete 36">
              <a:extLst>
                <a:ext uri="{FF2B5EF4-FFF2-40B4-BE49-F238E27FC236}">
                  <a16:creationId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867080" y="3195747"/>
              <a:ext cx="166818" cy="124777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0" name="CuadroTexto 21"/>
            <p:cNvSpPr txBox="1">
              <a:spLocks noChangeArrowheads="1"/>
            </p:cNvSpPr>
            <p:nvPr/>
          </p:nvSpPr>
          <p:spPr bwMode="auto">
            <a:xfrm>
              <a:off x="22561561" y="3363822"/>
              <a:ext cx="7778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5020563"/>
      </p:ext>
    </p:extLst>
  </p:cSld>
  <p:clrMapOvr>
    <a:masterClrMapping/>
  </p:clrMapOvr>
</p:sld>
</file>

<file path=ppt/theme/theme1.xml><?xml version="1.0" encoding="utf-8"?>
<a:theme xmlns:a="http://schemas.openxmlformats.org/drawingml/2006/main" name="5_Agora 1">
  <a:themeElements>
    <a:clrScheme name="Agora V2">
      <a:dk1>
        <a:srgbClr val="000000"/>
      </a:dk1>
      <a:lt1>
        <a:srgbClr val="FFFFFF"/>
      </a:lt1>
      <a:dk2>
        <a:srgbClr val="023D9B"/>
      </a:dk2>
      <a:lt2>
        <a:srgbClr val="E85833"/>
      </a:lt2>
      <a:accent1>
        <a:srgbClr val="04967A"/>
      </a:accent1>
      <a:accent2>
        <a:srgbClr val="03BD85"/>
      </a:accent2>
      <a:accent3>
        <a:srgbClr val="EA3F28"/>
      </a:accent3>
      <a:accent4>
        <a:srgbClr val="C1273A"/>
      </a:accent4>
      <a:accent5>
        <a:srgbClr val="1D73FC"/>
      </a:accent5>
      <a:accent6>
        <a:srgbClr val="FF008E"/>
      </a:accent6>
      <a:hlink>
        <a:srgbClr val="7357BE"/>
      </a:hlink>
      <a:folHlink>
        <a:srgbClr val="954F72"/>
      </a:folHlink>
    </a:clrScheme>
    <a:fontScheme name="Personalizado 2">
      <a:majorFont>
        <a:latin typeface="HelveticaNeue Std"/>
        <a:ea typeface=""/>
        <a:cs typeface=""/>
      </a:majorFont>
      <a:minorFont>
        <a:latin typeface="HelveticaNeue Std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ora 1" id="{6788EB5D-D376-4F32-A8C9-334025C8CE15}" vid="{034FE926-CF5F-4530-B845-A99A1CA9270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3467</TotalTime>
  <Words>70</Words>
  <Application>Microsoft Office PowerPoint</Application>
  <PresentationFormat>Personalizado</PresentationFormat>
  <Paragraphs>38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HelveticaNeue Std</vt:lpstr>
      <vt:lpstr>5_Agora 1</vt:lpstr>
      <vt:lpstr>TITULO</vt:lpstr>
      <vt:lpstr>TITULO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Villanueva</dc:creator>
  <cp:lastModifiedBy>astor milanese</cp:lastModifiedBy>
  <cp:revision>2056</cp:revision>
  <dcterms:created xsi:type="dcterms:W3CDTF">2019-11-04T21:16:45Z</dcterms:created>
  <dcterms:modified xsi:type="dcterms:W3CDTF">2025-10-28T22:02:21Z</dcterms:modified>
</cp:coreProperties>
</file>