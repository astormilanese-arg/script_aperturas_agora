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drawings/drawing3.xml" ContentType="application/vnd.openxmlformats-officedocument.drawingml.chartshape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drawings/drawing4.xml" ContentType="application/vnd.openxmlformats-officedocument.drawingml.chartshapes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drawings/drawing5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notesSlides/notesSlide4.xml" ContentType="application/vnd.openxmlformats-officedocument.presentationml.notesSlide+xml"/>
  <Override PartName="/ppt/charts/chart11.xml" ContentType="application/vnd.openxmlformats-officedocument.drawingml.chart+xml"/>
  <Override PartName="/ppt/theme/themeOverride11.xml" ContentType="application/vnd.openxmlformats-officedocument.themeOverride+xml"/>
  <Override PartName="/ppt/notesSlides/notesSlide5.xml" ContentType="application/vnd.openxmlformats-officedocument.presentationml.notesSlide+xml"/>
  <Override PartName="/ppt/charts/chart12.xml" ContentType="application/vnd.openxmlformats-officedocument.drawingml.chart+xml"/>
  <Override PartName="/ppt/theme/themeOverride12.xml" ContentType="application/vnd.openxmlformats-officedocument.themeOverride+xml"/>
  <Override PartName="/ppt/notesSlides/notesSlide6.xml" ContentType="application/vnd.openxmlformats-officedocument.presentationml.notesSlide+xml"/>
  <Override PartName="/ppt/charts/chart13.xml" ContentType="application/vnd.openxmlformats-officedocument.drawingml.chart+xml"/>
  <Override PartName="/ppt/theme/themeOverride13.xml" ContentType="application/vnd.openxmlformats-officedocument.themeOverride+xml"/>
  <Override PartName="/ppt/notesSlides/notesSlide7.xml" ContentType="application/vnd.openxmlformats-officedocument.presentationml.notesSlide+xml"/>
  <Override PartName="/ppt/charts/chart14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5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4.xml" ContentType="application/vnd.openxmlformats-officedocument.themeOverride+xml"/>
  <Override PartName="/ppt/charts/chart16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5.xml" ContentType="application/vnd.openxmlformats-officedocument.themeOverride+xml"/>
  <Override PartName="/ppt/charts/chart17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6.xml" ContentType="application/vnd.openxmlformats-officedocument.themeOverride+xml"/>
  <Override PartName="/ppt/charts/chart18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7.xml" ContentType="application/vnd.openxmlformats-officedocument.themeOverride+xml"/>
  <Override PartName="/ppt/charts/chart19.xml" ContentType="application/vnd.openxmlformats-officedocument.drawingml.chart+xml"/>
  <Override PartName="/ppt/theme/themeOverride18.xml" ContentType="application/vnd.openxmlformats-officedocument.themeOverride+xml"/>
  <Override PartName="/ppt/notesSlides/notesSlide8.xml" ContentType="application/vnd.openxmlformats-officedocument.presentationml.notesSlide+xml"/>
  <Override PartName="/ppt/charts/chart20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19.xml" ContentType="application/vnd.openxmlformats-officedocument.themeOverride+xml"/>
  <Override PartName="/ppt/charts/chart21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heme/themeOverride20.xml" ContentType="application/vnd.openxmlformats-officedocument.themeOverride+xml"/>
  <Override PartName="/ppt/notesSlides/notesSlide9.xml" ContentType="application/vnd.openxmlformats-officedocument.presentationml.notesSlide+xml"/>
  <Override PartName="/ppt/charts/chart22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heme/themeOverride21.xml" ContentType="application/vnd.openxmlformats-officedocument.themeOverride+xml"/>
  <Override PartName="/ppt/charts/chart23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heme/themeOverride22.xml" ContentType="application/vnd.openxmlformats-officedocument.themeOverride+xml"/>
  <Override PartName="/ppt/notesSlides/notesSlide10.xml" ContentType="application/vnd.openxmlformats-officedocument.presentationml.notesSlide+xml"/>
  <Override PartName="/ppt/charts/chart24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heme/themeOverride23.xml" ContentType="application/vnd.openxmlformats-officedocument.themeOverride+xml"/>
  <Override PartName="/ppt/charts/chart25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theme/themeOverride24.xml" ContentType="application/vnd.openxmlformats-officedocument.themeOverride+xml"/>
  <Override PartName="/ppt/notesSlides/notesSlide11.xml" ContentType="application/vnd.openxmlformats-officedocument.presentationml.notesSlide+xml"/>
  <Override PartName="/ppt/charts/chart26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theme/themeOverride25.xml" ContentType="application/vnd.openxmlformats-officedocument.themeOverride+xml"/>
  <Override PartName="/ppt/charts/chart27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heme/themeOverride26.xml" ContentType="application/vnd.openxmlformats-officedocument.themeOverride+xml"/>
  <Override PartName="/ppt/charts/chart28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theme/themeOverride27.xml" ContentType="application/vnd.openxmlformats-officedocument.themeOverride+xml"/>
  <Override PartName="/ppt/charts/chart29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theme/themeOverride28.xml" ContentType="application/vnd.openxmlformats-officedocument.themeOverride+xml"/>
  <Override PartName="/ppt/charts/chart30.xml" ContentType="application/vnd.openxmlformats-officedocument.drawingml.chart+xml"/>
  <Override PartName="/ppt/theme/themeOverride29.xml" ContentType="application/vnd.openxmlformats-officedocument.themeOverride+xml"/>
  <Override PartName="/ppt/notesSlides/notesSlide12.xml" ContentType="application/vnd.openxmlformats-officedocument.presentationml.notesSlide+xml"/>
  <Override PartName="/ppt/charts/chart31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theme/themeOverride30.xml" ContentType="application/vnd.openxmlformats-officedocument.themeOverride+xml"/>
  <Override PartName="/ppt/charts/chart32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theme/themeOverride31.xml" ContentType="application/vnd.openxmlformats-officedocument.themeOverride+xml"/>
  <Override PartName="/ppt/notesSlides/notesSlide13.xml" ContentType="application/vnd.openxmlformats-officedocument.presentationml.notesSlide+xml"/>
  <Override PartName="/ppt/charts/chart33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theme/themeOverride32.xml" ContentType="application/vnd.openxmlformats-officedocument.themeOverride+xml"/>
  <Override PartName="/ppt/charts/chart34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theme/themeOverride33.xml" ContentType="application/vnd.openxmlformats-officedocument.themeOverride+xml"/>
  <Override PartName="/ppt/charts/chart35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theme/themeOverride34.xml" ContentType="application/vnd.openxmlformats-officedocument.themeOverride+xml"/>
  <Override PartName="/ppt/charts/chart36.xml" ContentType="application/vnd.openxmlformats-officedocument.drawingml.chart+xml"/>
  <Override PartName="/ppt/theme/themeOverride35.xml" ContentType="application/vnd.openxmlformats-officedocument.themeOverride+xml"/>
  <Override PartName="/ppt/notesSlides/notesSlide14.xml" ContentType="application/vnd.openxmlformats-officedocument.presentationml.notesSlide+xml"/>
  <Override PartName="/ppt/charts/chart37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theme/themeOverride36.xml" ContentType="application/vnd.openxmlformats-officedocument.themeOverride+xml"/>
  <Override PartName="/ppt/charts/chart38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theme/themeOverride37.xml" ContentType="application/vnd.openxmlformats-officedocument.themeOverride+xml"/>
  <Override PartName="/ppt/notesSlides/notesSlide15.xml" ContentType="application/vnd.openxmlformats-officedocument.presentationml.notesSlide+xml"/>
  <Override PartName="/ppt/charts/chart39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theme/themeOverride38.xml" ContentType="application/vnd.openxmlformats-officedocument.themeOverride+xml"/>
  <Override PartName="/ppt/charts/chart40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theme/themeOverride39.xml" ContentType="application/vnd.openxmlformats-officedocument.themeOverride+xml"/>
  <Override PartName="/ppt/notesSlides/notesSlide16.xml" ContentType="application/vnd.openxmlformats-officedocument.presentationml.notesSlide+xml"/>
  <Override PartName="/ppt/charts/chart41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theme/themeOverride40.xml" ContentType="application/vnd.openxmlformats-officedocument.themeOverride+xml"/>
  <Override PartName="/ppt/charts/chart42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theme/themeOverride41.xml" ContentType="application/vnd.openxmlformats-officedocument.themeOverride+xml"/>
  <Override PartName="/ppt/notesSlides/notesSlide17.xml" ContentType="application/vnd.openxmlformats-officedocument.presentationml.notesSlide+xml"/>
  <Override PartName="/ppt/charts/chart43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notesSlides/notesSlide18.xml" ContentType="application/vnd.openxmlformats-officedocument.presentationml.notesSlide+xml"/>
  <Override PartName="/ppt/charts/chart44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notesSlides/notesSlide19.xml" ContentType="application/vnd.openxmlformats-officedocument.presentationml.notesSlide+xml"/>
  <Override PartName="/ppt/charts/chart45.xml" ContentType="application/vnd.openxmlformats-officedocument.drawingml.chart+xml"/>
  <Override PartName="/ppt/theme/themeOverride42.xml" ContentType="application/vnd.openxmlformats-officedocument.themeOverride+xml"/>
  <Override PartName="/ppt/notesSlides/notesSlide20.xml" ContentType="application/vnd.openxmlformats-officedocument.presentationml.notesSlide+xml"/>
  <Override PartName="/ppt/charts/chart46.xml" ContentType="application/vnd.openxmlformats-officedocument.drawingml.chart+xml"/>
  <Override PartName="/ppt/theme/themeOverride43.xml" ContentType="application/vnd.openxmlformats-officedocument.themeOverride+xml"/>
  <Override PartName="/ppt/notesSlides/notesSlide21.xml" ContentType="application/vnd.openxmlformats-officedocument.presentationml.notesSlide+xml"/>
  <Override PartName="/ppt/charts/chart47.xml" ContentType="application/vnd.openxmlformats-officedocument.drawingml.chart+xml"/>
  <Override PartName="/ppt/theme/themeOverride44.xml" ContentType="application/vnd.openxmlformats-officedocument.themeOverride+xml"/>
  <Override PartName="/ppt/charts/chart48.xml" ContentType="application/vnd.openxmlformats-officedocument.drawingml.chart+xml"/>
  <Override PartName="/ppt/theme/themeOverride45.xml" ContentType="application/vnd.openxmlformats-officedocument.themeOverride+xml"/>
  <Override PartName="/ppt/charts/chart49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theme/themeOverride46.xml" ContentType="application/vnd.openxmlformats-officedocument.themeOverride+xml"/>
  <Override PartName="/ppt/notesSlides/notesSlide22.xml" ContentType="application/vnd.openxmlformats-officedocument.presentationml.notesSlide+xml"/>
  <Override PartName="/ppt/charts/chart50.xml" ContentType="application/vnd.openxmlformats-officedocument.drawingml.chart+xml"/>
  <Override PartName="/ppt/theme/themeOverride47.xml" ContentType="application/vnd.openxmlformats-officedocument.themeOverride+xml"/>
  <Override PartName="/ppt/charts/chart51.xml" ContentType="application/vnd.openxmlformats-officedocument.drawingml.chart+xml"/>
  <Override PartName="/ppt/theme/themeOverride48.xml" ContentType="application/vnd.openxmlformats-officedocument.themeOverride+xml"/>
  <Override PartName="/ppt/charts/chart52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theme/themeOverride49.xml" ContentType="application/vnd.openxmlformats-officedocument.themeOverride+xml"/>
  <Override PartName="/ppt/notesSlides/notesSlide23.xml" ContentType="application/vnd.openxmlformats-officedocument.presentationml.notesSlide+xml"/>
  <Override PartName="/ppt/charts/chart53.xml" ContentType="application/vnd.openxmlformats-officedocument.drawingml.chart+xml"/>
  <Override PartName="/ppt/theme/themeOverride50.xml" ContentType="application/vnd.openxmlformats-officedocument.themeOverride+xml"/>
  <Override PartName="/ppt/charts/chart54.xml" ContentType="application/vnd.openxmlformats-officedocument.drawingml.chart+xml"/>
  <Override PartName="/ppt/theme/themeOverride51.xml" ContentType="application/vnd.openxmlformats-officedocument.themeOverride+xml"/>
  <Override PartName="/ppt/drawings/drawing6.xml" ContentType="application/vnd.openxmlformats-officedocument.drawingml.chartshapes+xml"/>
  <Override PartName="/ppt/notesSlides/notesSlide24.xml" ContentType="application/vnd.openxmlformats-officedocument.presentationml.notesSlide+xml"/>
  <Override PartName="/ppt/charts/chart55.xml" ContentType="application/vnd.openxmlformats-officedocument.drawingml.chart+xml"/>
  <Override PartName="/ppt/theme/themeOverride52.xml" ContentType="application/vnd.openxmlformats-officedocument.themeOverride+xml"/>
  <Override PartName="/ppt/charts/chart56.xml" ContentType="application/vnd.openxmlformats-officedocument.drawingml.chart+xml"/>
  <Override PartName="/ppt/theme/themeOverride53.xml" ContentType="application/vnd.openxmlformats-officedocument.themeOverride+xml"/>
  <Override PartName="/ppt/charts/chart57.xml" ContentType="application/vnd.openxmlformats-officedocument.drawingml.chart+xml"/>
  <Override PartName="/ppt/theme/themeOverride54.xml" ContentType="application/vnd.openxmlformats-officedocument.themeOverride+xml"/>
  <Override PartName="/ppt/charts/chart58.xml" ContentType="application/vnd.openxmlformats-officedocument.drawingml.chart+xml"/>
  <Override PartName="/ppt/theme/themeOverride55.xml" ContentType="application/vnd.openxmlformats-officedocument.themeOverride+xml"/>
  <Override PartName="/ppt/charts/chart59.xml" ContentType="application/vnd.openxmlformats-officedocument.drawingml.chart+xml"/>
  <Override PartName="/ppt/theme/themeOverride56.xml" ContentType="application/vnd.openxmlformats-officedocument.themeOverride+xml"/>
  <Override PartName="/ppt/charts/chart60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theme/themeOverride57.xml" ContentType="application/vnd.openxmlformats-officedocument.themeOverride+xml"/>
  <Override PartName="/ppt/charts/chart61.xml" ContentType="application/vnd.openxmlformats-officedocument.drawingml.chart+xml"/>
  <Override PartName="/ppt/theme/themeOverride58.xml" ContentType="application/vnd.openxmlformats-officedocument.themeOverride+xml"/>
  <Override PartName="/ppt/notesSlides/notesSlide25.xml" ContentType="application/vnd.openxmlformats-officedocument.presentationml.notesSlide+xml"/>
  <Override PartName="/ppt/charts/chart62.xml" ContentType="application/vnd.openxmlformats-officedocument.drawingml.chart+xml"/>
  <Override PartName="/ppt/theme/themeOverride59.xml" ContentType="application/vnd.openxmlformats-officedocument.themeOverride+xml"/>
  <Override PartName="/ppt/charts/chart63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theme/themeOverride60.xml" ContentType="application/vnd.openxmlformats-officedocument.themeOverride+xml"/>
  <Override PartName="/ppt/drawings/drawing7.xml" ContentType="application/vnd.openxmlformats-officedocument.drawingml.chartshapes+xml"/>
  <Override PartName="/ppt/charts/chart64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theme/themeOverride61.xml" ContentType="application/vnd.openxmlformats-officedocument.themeOverride+xml"/>
  <Override PartName="/ppt/charts/chart65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theme/themeOverride62.xml" ContentType="application/vnd.openxmlformats-officedocument.themeOverride+xml"/>
  <Override PartName="/ppt/notesSlides/notesSlide26.xml" ContentType="application/vnd.openxmlformats-officedocument.presentationml.notesSlide+xml"/>
  <Override PartName="/ppt/charts/chart66.xml" ContentType="application/vnd.openxmlformats-officedocument.drawingml.chart+xml"/>
  <Override PartName="/ppt/theme/themeOverride63.xml" ContentType="application/vnd.openxmlformats-officedocument.themeOverride+xml"/>
  <Override PartName="/ppt/charts/chart67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theme/themeOverride64.xml" ContentType="application/vnd.openxmlformats-officedocument.themeOverride+xml"/>
  <Override PartName="/ppt/drawings/drawing8.xml" ContentType="application/vnd.openxmlformats-officedocument.drawingml.chartshapes+xml"/>
  <Override PartName="/ppt/notesSlides/notesSlide27.xml" ContentType="application/vnd.openxmlformats-officedocument.presentationml.notesSlide+xml"/>
  <Override PartName="/ppt/charts/chart68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theme/themeOverride65.xml" ContentType="application/vnd.openxmlformats-officedocument.themeOverride+xml"/>
  <Override PartName="/ppt/charts/chart69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theme/themeOverride66.xml" ContentType="application/vnd.openxmlformats-officedocument.themeOverride+xml"/>
  <Override PartName="/ppt/notesSlides/notesSlide28.xml" ContentType="application/vnd.openxmlformats-officedocument.presentationml.notesSlide+xml"/>
  <Override PartName="/ppt/charts/chart70.xml" ContentType="application/vnd.openxmlformats-officedocument.drawingml.chart+xml"/>
  <Override PartName="/ppt/theme/themeOverride67.xml" ContentType="application/vnd.openxmlformats-officedocument.themeOverride+xml"/>
  <Override PartName="/ppt/notesSlides/notesSlide29.xml" ContentType="application/vnd.openxmlformats-officedocument.presentationml.notesSlide+xml"/>
  <Override PartName="/ppt/charts/chart71.xml" ContentType="application/vnd.openxmlformats-officedocument.drawingml.chart+xml"/>
  <Override PartName="/ppt/theme/themeOverride68.xml" ContentType="application/vnd.openxmlformats-officedocument.themeOverride+xml"/>
  <Override PartName="/ppt/charts/chart72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theme/themeOverride69.xml" ContentType="application/vnd.openxmlformats-officedocument.themeOverride+xml"/>
  <Override PartName="/ppt/notesSlides/notesSlide30.xml" ContentType="application/vnd.openxmlformats-officedocument.presentationml.notesSlide+xml"/>
  <Override PartName="/ppt/charts/chart73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drawings/drawing9.xml" ContentType="application/vnd.openxmlformats-officedocument.drawingml.chartshapes+xml"/>
  <Override PartName="/ppt/charts/chart74.xml" ContentType="application/vnd.openxmlformats-officedocument.drawingml.chart+xml"/>
  <Override PartName="/ppt/theme/themeOverride70.xml" ContentType="application/vnd.openxmlformats-officedocument.themeOverride+xml"/>
  <Override PartName="/ppt/charts/chart75.xml" ContentType="application/vnd.openxmlformats-officedocument.drawingml.chart+xml"/>
  <Override PartName="/ppt/notesSlides/notesSlide31.xml" ContentType="application/vnd.openxmlformats-officedocument.presentationml.notesSlide+xml"/>
  <Override PartName="/ppt/charts/chart76.xml" ContentType="application/vnd.openxmlformats-officedocument.drawingml.chart+xml"/>
  <Override PartName="/ppt/theme/themeOverride71.xml" ContentType="application/vnd.openxmlformats-officedocument.themeOverride+xml"/>
  <Override PartName="/ppt/notesSlides/notesSlide32.xml" ContentType="application/vnd.openxmlformats-officedocument.presentationml.notesSlide+xml"/>
  <Override PartName="/ppt/charts/chart77.xml" ContentType="application/vnd.openxmlformats-officedocument.drawingml.chart+xml"/>
  <Override PartName="/ppt/theme/themeOverride72.xml" ContentType="application/vnd.openxmlformats-officedocument.themeOverride+xml"/>
  <Override PartName="/ppt/charts/chart78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notesSlides/notesSlide33.xml" ContentType="application/vnd.openxmlformats-officedocument.presentationml.notesSlide+xml"/>
  <Override PartName="/ppt/charts/chart79.xml" ContentType="application/vnd.openxmlformats-officedocument.drawingml.chart+xml"/>
  <Override PartName="/ppt/theme/themeOverride73.xml" ContentType="application/vnd.openxmlformats-officedocument.themeOverride+xml"/>
  <Override PartName="/ppt/notesSlides/notesSlide34.xml" ContentType="application/vnd.openxmlformats-officedocument.presentationml.notesSlide+xml"/>
  <Override PartName="/ppt/charts/chart80.xml" ContentType="application/vnd.openxmlformats-officedocument.drawingml.chart+xml"/>
  <Override PartName="/ppt/theme/themeOverride74.xml" ContentType="application/vnd.openxmlformats-officedocument.themeOverride+xml"/>
  <Override PartName="/ppt/notesSlides/notesSlide35.xml" ContentType="application/vnd.openxmlformats-officedocument.presentationml.notesSlide+xml"/>
  <Override PartName="/ppt/charts/chart81.xml" ContentType="application/vnd.openxmlformats-officedocument.drawingml.chart+xml"/>
  <Override PartName="/ppt/theme/themeOverride75.xml" ContentType="application/vnd.openxmlformats-officedocument.themeOverride+xml"/>
  <Override PartName="/ppt/notesSlides/notesSlide36.xml" ContentType="application/vnd.openxmlformats-officedocument.presentationml.notesSlide+xml"/>
  <Override PartName="/ppt/charts/chart82.xml" ContentType="application/vnd.openxmlformats-officedocument.drawingml.chart+xml"/>
  <Override PartName="/ppt/theme/themeOverride76.xml" ContentType="application/vnd.openxmlformats-officedocument.themeOverride+xml"/>
  <Override PartName="/ppt/notesSlides/notesSlide37.xml" ContentType="application/vnd.openxmlformats-officedocument.presentationml.notesSlide+xml"/>
  <Override PartName="/ppt/charts/chart83.xml" ContentType="application/vnd.openxmlformats-officedocument.drawingml.chart+xml"/>
  <Override PartName="/ppt/theme/themeOverride77.xml" ContentType="application/vnd.openxmlformats-officedocument.themeOverride+xml"/>
  <Override PartName="/ppt/notesSlides/notesSlide38.xml" ContentType="application/vnd.openxmlformats-officedocument.presentationml.notesSlide+xml"/>
  <Override PartName="/ppt/charts/chart84.xml" ContentType="application/vnd.openxmlformats-officedocument.drawingml.chart+xml"/>
  <Override PartName="/ppt/theme/themeOverride78.xml" ContentType="application/vnd.openxmlformats-officedocument.themeOverride+xml"/>
  <Override PartName="/ppt/notesSlides/notesSlide39.xml" ContentType="application/vnd.openxmlformats-officedocument.presentationml.notesSlide+xml"/>
  <Override PartName="/ppt/charts/chart85.xml" ContentType="application/vnd.openxmlformats-officedocument.drawingml.chart+xml"/>
  <Override PartName="/ppt/theme/themeOverride79.xml" ContentType="application/vnd.openxmlformats-officedocument.themeOverride+xml"/>
  <Override PartName="/ppt/notesSlides/notesSlide40.xml" ContentType="application/vnd.openxmlformats-officedocument.presentationml.notesSlide+xml"/>
  <Override PartName="/ppt/charts/chart86.xml" ContentType="application/vnd.openxmlformats-officedocument.drawingml.chart+xml"/>
  <Override PartName="/ppt/theme/themeOverride80.xml" ContentType="application/vnd.openxmlformats-officedocument.themeOverride+xml"/>
  <Override PartName="/ppt/notesSlides/notesSlide41.xml" ContentType="application/vnd.openxmlformats-officedocument.presentationml.notesSlide+xml"/>
  <Override PartName="/ppt/charts/chart87.xml" ContentType="application/vnd.openxmlformats-officedocument.drawingml.chart+xml"/>
  <Override PartName="/ppt/theme/themeOverride81.xml" ContentType="application/vnd.openxmlformats-officedocument.themeOverride+xml"/>
  <Override PartName="/ppt/notesSlides/notesSlide42.xml" ContentType="application/vnd.openxmlformats-officedocument.presentationml.notesSlide+xml"/>
  <Override PartName="/ppt/charts/chart88.xml" ContentType="application/vnd.openxmlformats-officedocument.drawingml.chart+xml"/>
  <Override PartName="/ppt/theme/themeOverride82.xml" ContentType="application/vnd.openxmlformats-officedocument.themeOverride+xml"/>
  <Override PartName="/ppt/notesSlides/notesSlide43.xml" ContentType="application/vnd.openxmlformats-officedocument.presentationml.notesSlide+xml"/>
  <Override PartName="/ppt/charts/chart89.xml" ContentType="application/vnd.openxmlformats-officedocument.drawingml.chart+xml"/>
  <Override PartName="/ppt/theme/themeOverride83.xml" ContentType="application/vnd.openxmlformats-officedocument.themeOverride+xml"/>
  <Override PartName="/ppt/notesSlides/notesSlide44.xml" ContentType="application/vnd.openxmlformats-officedocument.presentationml.notesSlide+xml"/>
  <Override PartName="/ppt/charts/chart90.xml" ContentType="application/vnd.openxmlformats-officedocument.drawingml.chart+xml"/>
  <Override PartName="/ppt/theme/themeOverride84.xml" ContentType="application/vnd.openxmlformats-officedocument.themeOverride+xml"/>
  <Override PartName="/ppt/notesSlides/notesSlide45.xml" ContentType="application/vnd.openxmlformats-officedocument.presentationml.notesSlide+xml"/>
  <Override PartName="/ppt/charts/chart91.xml" ContentType="application/vnd.openxmlformats-officedocument.drawingml.chart+xml"/>
  <Override PartName="/ppt/theme/themeOverride85.xml" ContentType="application/vnd.openxmlformats-officedocument.themeOverride+xml"/>
  <Override PartName="/ppt/notesSlides/notesSlide46.xml" ContentType="application/vnd.openxmlformats-officedocument.presentationml.notesSlide+xml"/>
  <Override PartName="/ppt/charts/chart92.xml" ContentType="application/vnd.openxmlformats-officedocument.drawingml.chart+xml"/>
  <Override PartName="/ppt/theme/themeOverride86.xml" ContentType="application/vnd.openxmlformats-officedocument.themeOverride+xml"/>
  <Override PartName="/ppt/notesSlides/notesSlide47.xml" ContentType="application/vnd.openxmlformats-officedocument.presentationml.notesSlide+xml"/>
  <Override PartName="/ppt/charts/chart93.xml" ContentType="application/vnd.openxmlformats-officedocument.drawingml.chart+xml"/>
  <Override PartName="/ppt/theme/themeOverride87.xml" ContentType="application/vnd.openxmlformats-officedocument.themeOverride+xml"/>
  <Override PartName="/ppt/notesSlides/notesSlide48.xml" ContentType="application/vnd.openxmlformats-officedocument.presentationml.notesSlide+xml"/>
  <Override PartName="/ppt/charts/chart94.xml" ContentType="application/vnd.openxmlformats-officedocument.drawingml.chart+xml"/>
  <Override PartName="/ppt/theme/themeOverride88.xml" ContentType="application/vnd.openxmlformats-officedocument.themeOverride+xml"/>
  <Override PartName="/ppt/notesSlides/notesSlide49.xml" ContentType="application/vnd.openxmlformats-officedocument.presentationml.notesSlide+xml"/>
  <Override PartName="/ppt/charts/chart95.xml" ContentType="application/vnd.openxmlformats-officedocument.drawingml.chart+xml"/>
  <Override PartName="/ppt/theme/themeOverride89.xml" ContentType="application/vnd.openxmlformats-officedocument.themeOverride+xml"/>
  <Override PartName="/ppt/notesSlides/notesSlide50.xml" ContentType="application/vnd.openxmlformats-officedocument.presentationml.notesSlide+xml"/>
  <Override PartName="/ppt/charts/chart96.xml" ContentType="application/vnd.openxmlformats-officedocument.drawingml.chart+xml"/>
  <Override PartName="/ppt/theme/themeOverride90.xml" ContentType="application/vnd.openxmlformats-officedocument.themeOverride+xml"/>
  <Override PartName="/ppt/notesSlides/notesSlide51.xml" ContentType="application/vnd.openxmlformats-officedocument.presentationml.notesSlide+xml"/>
  <Override PartName="/ppt/charts/chart97.xml" ContentType="application/vnd.openxmlformats-officedocument.drawingml.chart+xml"/>
  <Override PartName="/ppt/theme/themeOverride91.xml" ContentType="application/vnd.openxmlformats-officedocument.themeOverride+xml"/>
  <Override PartName="/ppt/notesSlides/notesSlide52.xml" ContentType="application/vnd.openxmlformats-officedocument.presentationml.notesSlide+xml"/>
  <Override PartName="/ppt/charts/chart98.xml" ContentType="application/vnd.openxmlformats-officedocument.drawingml.chart+xml"/>
  <Override PartName="/ppt/theme/themeOverride92.xml" ContentType="application/vnd.openxmlformats-officedocument.themeOverride+xml"/>
  <Override PartName="/ppt/notesSlides/notesSlide53.xml" ContentType="application/vnd.openxmlformats-officedocument.presentationml.notesSlide+xml"/>
  <Override PartName="/ppt/charts/chart99.xml" ContentType="application/vnd.openxmlformats-officedocument.drawingml.chart+xml"/>
  <Override PartName="/ppt/theme/themeOverride93.xml" ContentType="application/vnd.openxmlformats-officedocument.themeOverride+xml"/>
  <Override PartName="/ppt/notesSlides/notesSlide54.xml" ContentType="application/vnd.openxmlformats-officedocument.presentationml.notesSlide+xml"/>
  <Override PartName="/ppt/charts/chart100.xml" ContentType="application/vnd.openxmlformats-officedocument.drawingml.chart+xml"/>
  <Override PartName="/ppt/theme/themeOverride94.xml" ContentType="application/vnd.openxmlformats-officedocument.themeOverride+xml"/>
  <Override PartName="/ppt/notesSlides/notesSlide55.xml" ContentType="application/vnd.openxmlformats-officedocument.presentationml.notesSlide+xml"/>
  <Override PartName="/ppt/charts/chart101.xml" ContentType="application/vnd.openxmlformats-officedocument.drawingml.chart+xml"/>
  <Override PartName="/ppt/theme/themeOverride95.xml" ContentType="application/vnd.openxmlformats-officedocument.themeOverride+xml"/>
  <Override PartName="/ppt/notesSlides/notesSlide56.xml" ContentType="application/vnd.openxmlformats-officedocument.presentationml.notesSlide+xml"/>
  <Override PartName="/ppt/charts/chart102.xml" ContentType="application/vnd.openxmlformats-officedocument.drawingml.chart+xml"/>
  <Override PartName="/ppt/theme/themeOverride96.xml" ContentType="application/vnd.openxmlformats-officedocument.themeOverride+xml"/>
  <Override PartName="/ppt/notesSlides/notesSlide57.xml" ContentType="application/vnd.openxmlformats-officedocument.presentationml.notesSlide+xml"/>
  <Override PartName="/ppt/charts/chart103.xml" ContentType="application/vnd.openxmlformats-officedocument.drawingml.chart+xml"/>
  <Override PartName="/ppt/theme/themeOverride97.xml" ContentType="application/vnd.openxmlformats-officedocument.themeOverride+xml"/>
  <Override PartName="/ppt/notesSlides/notesSlide58.xml" ContentType="application/vnd.openxmlformats-officedocument.presentationml.notesSlide+xml"/>
  <Override PartName="/ppt/charts/chart104.xml" ContentType="application/vnd.openxmlformats-officedocument.drawingml.chart+xml"/>
  <Override PartName="/ppt/theme/themeOverride98.xml" ContentType="application/vnd.openxmlformats-officedocument.themeOverride+xml"/>
  <Override PartName="/ppt/notesSlides/notesSlide59.xml" ContentType="application/vnd.openxmlformats-officedocument.presentationml.notesSlide+xml"/>
  <Override PartName="/ppt/charts/chart105.xml" ContentType="application/vnd.openxmlformats-officedocument.drawingml.chart+xml"/>
  <Override PartName="/ppt/theme/themeOverride99.xml" ContentType="application/vnd.openxmlformats-officedocument.themeOverride+xml"/>
  <Override PartName="/ppt/notesSlides/notesSlide60.xml" ContentType="application/vnd.openxmlformats-officedocument.presentationml.notesSlide+xml"/>
  <Override PartName="/ppt/charts/chart106.xml" ContentType="application/vnd.openxmlformats-officedocument.drawingml.chart+xml"/>
  <Override PartName="/ppt/theme/themeOverride100.xml" ContentType="application/vnd.openxmlformats-officedocument.themeOverride+xml"/>
  <Override PartName="/ppt/notesSlides/notesSlide61.xml" ContentType="application/vnd.openxmlformats-officedocument.presentationml.notesSlide+xml"/>
  <Override PartName="/ppt/charts/chart107.xml" ContentType="application/vnd.openxmlformats-officedocument.drawingml.chart+xml"/>
  <Override PartName="/ppt/theme/themeOverride101.xml" ContentType="application/vnd.openxmlformats-officedocument.themeOverride+xml"/>
  <Override PartName="/ppt/notesSlides/notesSlide62.xml" ContentType="application/vnd.openxmlformats-officedocument.presentationml.notesSlide+xml"/>
  <Override PartName="/ppt/charts/chart108.xml" ContentType="application/vnd.openxmlformats-officedocument.drawingml.chart+xml"/>
  <Override PartName="/ppt/theme/themeOverride102.xml" ContentType="application/vnd.openxmlformats-officedocument.themeOverride+xml"/>
  <Override PartName="/ppt/notesSlides/notesSlide63.xml" ContentType="application/vnd.openxmlformats-officedocument.presentationml.notesSlide+xml"/>
  <Override PartName="/ppt/charts/chart109.xml" ContentType="application/vnd.openxmlformats-officedocument.drawingml.chart+xml"/>
  <Override PartName="/ppt/theme/themeOverride10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  <p:sldMasterId id="2147484806" r:id="rId2"/>
  </p:sldMasterIdLst>
  <p:notesMasterIdLst>
    <p:notesMasterId r:id="rId112"/>
  </p:notesMasterIdLst>
  <p:handoutMasterIdLst>
    <p:handoutMasterId r:id="rId113"/>
  </p:handoutMasterIdLst>
  <p:sldIdLst>
    <p:sldId id="850" r:id="rId3"/>
    <p:sldId id="2847" r:id="rId4"/>
    <p:sldId id="2767" r:id="rId5"/>
    <p:sldId id="2997" r:id="rId6"/>
    <p:sldId id="857" r:id="rId7"/>
    <p:sldId id="2848" r:id="rId8"/>
    <p:sldId id="3013" r:id="rId9"/>
    <p:sldId id="3090" r:id="rId10"/>
    <p:sldId id="3091" r:id="rId11"/>
    <p:sldId id="3092" r:id="rId12"/>
    <p:sldId id="3087" r:id="rId13"/>
    <p:sldId id="3001" r:id="rId14"/>
    <p:sldId id="3002" r:id="rId15"/>
    <p:sldId id="3146" r:id="rId16"/>
    <p:sldId id="3147" r:id="rId17"/>
    <p:sldId id="867" r:id="rId18"/>
    <p:sldId id="2692" r:id="rId19"/>
    <p:sldId id="3015" r:id="rId20"/>
    <p:sldId id="3016" r:id="rId21"/>
    <p:sldId id="3017" r:id="rId22"/>
    <p:sldId id="3018" r:id="rId23"/>
    <p:sldId id="3019" r:id="rId24"/>
    <p:sldId id="2914" r:id="rId25"/>
    <p:sldId id="3021" r:id="rId26"/>
    <p:sldId id="3022" r:id="rId27"/>
    <p:sldId id="3135" r:id="rId28"/>
    <p:sldId id="3024" r:id="rId29"/>
    <p:sldId id="3025" r:id="rId30"/>
    <p:sldId id="3026" r:id="rId31"/>
    <p:sldId id="3136" r:id="rId32"/>
    <p:sldId id="3137" r:id="rId33"/>
    <p:sldId id="3134" r:id="rId34"/>
    <p:sldId id="3029" r:id="rId35"/>
    <p:sldId id="3030" r:id="rId36"/>
    <p:sldId id="2299" r:id="rId37"/>
    <p:sldId id="2560" r:id="rId38"/>
    <p:sldId id="3031" r:id="rId39"/>
    <p:sldId id="3093" r:id="rId40"/>
    <p:sldId id="2693" r:id="rId41"/>
    <p:sldId id="3032" r:id="rId42"/>
    <p:sldId id="3094" r:id="rId43"/>
    <p:sldId id="2998" r:id="rId44"/>
    <p:sldId id="3095" r:id="rId45"/>
    <p:sldId id="2694" r:id="rId46"/>
    <p:sldId id="3033" r:id="rId47"/>
    <p:sldId id="2691" r:id="rId48"/>
    <p:sldId id="2940" r:id="rId49"/>
    <p:sldId id="3035" r:id="rId50"/>
    <p:sldId id="3096" r:id="rId51"/>
    <p:sldId id="2999" r:id="rId52"/>
    <p:sldId id="2770" r:id="rId53"/>
    <p:sldId id="3036" r:id="rId54"/>
    <p:sldId id="3097" r:id="rId55"/>
    <p:sldId id="2700" r:id="rId56"/>
    <p:sldId id="3037" r:id="rId57"/>
    <p:sldId id="3098" r:id="rId58"/>
    <p:sldId id="3099" r:id="rId59"/>
    <p:sldId id="3088" r:id="rId60"/>
    <p:sldId id="3100" r:id="rId61"/>
    <p:sldId id="2206" r:id="rId62"/>
    <p:sldId id="2126" r:id="rId63"/>
    <p:sldId id="3038" r:id="rId64"/>
    <p:sldId id="3101" r:id="rId65"/>
    <p:sldId id="3138" r:id="rId66"/>
    <p:sldId id="3139" r:id="rId67"/>
    <p:sldId id="3140" r:id="rId68"/>
    <p:sldId id="3141" r:id="rId69"/>
    <p:sldId id="3142" r:id="rId70"/>
    <p:sldId id="3143" r:id="rId71"/>
    <p:sldId id="3144" r:id="rId72"/>
    <p:sldId id="3145" r:id="rId73"/>
    <p:sldId id="1772" r:id="rId74"/>
    <p:sldId id="3102" r:id="rId75"/>
    <p:sldId id="3039" r:id="rId76"/>
    <p:sldId id="3103" r:id="rId77"/>
    <p:sldId id="1828" r:id="rId78"/>
    <p:sldId id="3104" r:id="rId79"/>
    <p:sldId id="3105" r:id="rId80"/>
    <p:sldId id="3106" r:id="rId81"/>
    <p:sldId id="3107" r:id="rId82"/>
    <p:sldId id="3108" r:id="rId83"/>
    <p:sldId id="3109" r:id="rId84"/>
    <p:sldId id="3110" r:id="rId85"/>
    <p:sldId id="3111" r:id="rId86"/>
    <p:sldId id="3112" r:id="rId87"/>
    <p:sldId id="3113" r:id="rId88"/>
    <p:sldId id="3114" r:id="rId89"/>
    <p:sldId id="3115" r:id="rId90"/>
    <p:sldId id="3116" r:id="rId91"/>
    <p:sldId id="3117" r:id="rId92"/>
    <p:sldId id="3118" r:id="rId93"/>
    <p:sldId id="3119" r:id="rId94"/>
    <p:sldId id="3120" r:id="rId95"/>
    <p:sldId id="3121" r:id="rId96"/>
    <p:sldId id="3122" r:id="rId97"/>
    <p:sldId id="3123" r:id="rId98"/>
    <p:sldId id="3124" r:id="rId99"/>
    <p:sldId id="3125" r:id="rId100"/>
    <p:sldId id="2762" r:id="rId101"/>
    <p:sldId id="3126" r:id="rId102"/>
    <p:sldId id="3127" r:id="rId103"/>
    <p:sldId id="3128" r:id="rId104"/>
    <p:sldId id="3129" r:id="rId105"/>
    <p:sldId id="2881" r:id="rId106"/>
    <p:sldId id="3130" r:id="rId107"/>
    <p:sldId id="3131" r:id="rId108"/>
    <p:sldId id="3132" r:id="rId109"/>
    <p:sldId id="3133" r:id="rId110"/>
    <p:sldId id="807" r:id="rId111"/>
  </p:sldIdLst>
  <p:sldSz cx="24382413" cy="13716000"/>
  <p:notesSz cx="6858000" cy="9144000"/>
  <p:defaultTextStyle>
    <a:defPPr>
      <a:defRPr lang="en-US"/>
    </a:defPPr>
    <a:lvl1pPr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1pPr>
    <a:lvl2pPr marL="1217613" indent="-760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2pPr>
    <a:lvl3pPr marL="2436813" indent="-1522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3pPr>
    <a:lvl4pPr marL="3656013" indent="-2284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4pPr>
    <a:lvl5pPr marL="4875213" indent="-3046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5pPr>
    <a:lvl6pPr marL="22860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6pPr>
    <a:lvl7pPr marL="27432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7pPr>
    <a:lvl8pPr marL="32004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8pPr>
    <a:lvl9pPr marL="36576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48"/>
    <a:srgbClr val="B88C00"/>
    <a:srgbClr val="02BFA3"/>
    <a:srgbClr val="AF1956"/>
    <a:srgbClr val="7357BE"/>
    <a:srgbClr val="E85833"/>
    <a:srgbClr val="1D73FC"/>
    <a:srgbClr val="C127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66" autoAdjust="0"/>
    <p:restoredTop sz="95256" autoAdjust="0"/>
  </p:normalViewPr>
  <p:slideViewPr>
    <p:cSldViewPr snapToGrid="0">
      <p:cViewPr varScale="1">
        <p:scale>
          <a:sx n="43" d="100"/>
          <a:sy n="43" d="100"/>
        </p:scale>
        <p:origin x="763" y="48"/>
      </p:cViewPr>
      <p:guideLst>
        <p:guide orient="horz" pos="4320"/>
        <p:guide pos="76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tableStyles" Target="tableStyles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slide" Target="slides/slide100.xml"/><Relationship Id="rId110" Type="http://schemas.openxmlformats.org/officeDocument/2006/relationships/slide" Target="slides/slide108.xml"/><Relationship Id="rId115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5" Type="http://schemas.openxmlformats.org/officeDocument/2006/relationships/chartUserShapes" Target="../drawings/drawing1.xml"/><Relationship Id="rId4" Type="http://schemas.openxmlformats.org/officeDocument/2006/relationships/oleObject" Target="file:///C:\Users\User\Agora%20Drive\02.%20Ag%20Cons\201801.05%20AMBA\202008.01%20AMBA%2041%20Agosto\Archivos\Manuk%20Frec%20y%20App%20AMBA%20Agosto%202020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chartUserShapes" Target="../drawings/drawing2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5" Type="http://schemas.openxmlformats.org/officeDocument/2006/relationships/chartUserShapes" Target="../drawings/drawing3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5" Type="http://schemas.openxmlformats.org/officeDocument/2006/relationships/chartUserShapes" Target="../drawings/drawing4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5" Type="http://schemas.openxmlformats.org/officeDocument/2006/relationships/chartUserShapes" Target="../drawings/drawing5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11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12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i%20unidad\02.%20Ag%20Cons\201801.01%20Pilar\117.%20PBA%20MARZO%2025\Archivos\Peremask%20Frec%20y%20App%20PBA%20Mar%2025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7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19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Tin%20Frec%20y%20App%20PBA%20Mar%2025.xlsx" TargetMode="External"/><Relationship Id="rId1" Type="http://schemas.openxmlformats.org/officeDocument/2006/relationships/themeOverride" Target="../theme/themeOverride18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9.xm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0.xm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1.xml"/><Relationship Id="rId2" Type="http://schemas.microsoft.com/office/2011/relationships/chartColorStyle" Target="colors18.xml"/><Relationship Id="rId1" Type="http://schemas.microsoft.com/office/2011/relationships/chartStyle" Target="style18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2.xml"/><Relationship Id="rId2" Type="http://schemas.microsoft.com/office/2011/relationships/chartColorStyle" Target="colors19.xml"/><Relationship Id="rId1" Type="http://schemas.microsoft.com/office/2011/relationships/chartStyle" Target="style19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3.xml"/><Relationship Id="rId2" Type="http://schemas.microsoft.com/office/2011/relationships/chartColorStyle" Target="colors20.xml"/><Relationship Id="rId1" Type="http://schemas.microsoft.com/office/2011/relationships/chartStyle" Target="style20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4.xml"/><Relationship Id="rId2" Type="http://schemas.microsoft.com/office/2011/relationships/chartColorStyle" Target="colors21.xml"/><Relationship Id="rId1" Type="http://schemas.microsoft.com/office/2011/relationships/chartStyle" Target="style21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5.xml"/><Relationship Id="rId2" Type="http://schemas.microsoft.com/office/2011/relationships/chartColorStyle" Target="colors22.xml"/><Relationship Id="rId1" Type="http://schemas.microsoft.com/office/2011/relationships/chartStyle" Target="style22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6.xml"/><Relationship Id="rId2" Type="http://schemas.microsoft.com/office/2011/relationships/chartColorStyle" Target="colors23.xml"/><Relationship Id="rId1" Type="http://schemas.microsoft.com/office/2011/relationships/chartStyle" Target="style23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7.xml"/><Relationship Id="rId2" Type="http://schemas.microsoft.com/office/2011/relationships/chartColorStyle" Target="colors24.xml"/><Relationship Id="rId1" Type="http://schemas.microsoft.com/office/2011/relationships/chartStyle" Target="style24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8.xml"/><Relationship Id="rId2" Type="http://schemas.microsoft.com/office/2011/relationships/chartColorStyle" Target="colors25.xml"/><Relationship Id="rId1" Type="http://schemas.microsoft.com/office/2011/relationships/chartStyle" Target="style25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30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Tin%20Frec%20y%20App%20PBA%20Mar%2025.xlsx" TargetMode="External"/><Relationship Id="rId1" Type="http://schemas.openxmlformats.org/officeDocument/2006/relationships/themeOverride" Target="../theme/themeOverride29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0.xml"/><Relationship Id="rId2" Type="http://schemas.microsoft.com/office/2011/relationships/chartColorStyle" Target="colors26.xml"/><Relationship Id="rId1" Type="http://schemas.microsoft.com/office/2011/relationships/chartStyle" Target="style26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1.xml"/><Relationship Id="rId2" Type="http://schemas.microsoft.com/office/2011/relationships/chartColorStyle" Target="colors27.xml"/><Relationship Id="rId1" Type="http://schemas.microsoft.com/office/2011/relationships/chartStyle" Target="style27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2.xml"/><Relationship Id="rId2" Type="http://schemas.microsoft.com/office/2011/relationships/chartColorStyle" Target="colors28.xml"/><Relationship Id="rId1" Type="http://schemas.microsoft.com/office/2011/relationships/chartStyle" Target="style28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3.xml"/><Relationship Id="rId2" Type="http://schemas.microsoft.com/office/2011/relationships/chartColorStyle" Target="colors29.xml"/><Relationship Id="rId1" Type="http://schemas.microsoft.com/office/2011/relationships/chartStyle" Target="style29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4.xml"/><Relationship Id="rId2" Type="http://schemas.microsoft.com/office/2011/relationships/chartColorStyle" Target="colors30.xml"/><Relationship Id="rId1" Type="http://schemas.microsoft.com/office/2011/relationships/chartStyle" Target="style30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36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Tin%20Frec%20y%20App%20PBA%20Mar%2025.xlsx" TargetMode="External"/><Relationship Id="rId1" Type="http://schemas.openxmlformats.org/officeDocument/2006/relationships/themeOverride" Target="../theme/themeOverride35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6.xml"/><Relationship Id="rId2" Type="http://schemas.microsoft.com/office/2011/relationships/chartColorStyle" Target="colors31.xml"/><Relationship Id="rId1" Type="http://schemas.microsoft.com/office/2011/relationships/chartStyle" Target="style31.xml"/><Relationship Id="rId4" Type="http://schemas.openxmlformats.org/officeDocument/2006/relationships/oleObject" Target="file:///C:\Users\ebera\Mi%20unidad\02.%20Ag%20Cons\202312.01%20Nacionales%202024\Evolutivos%20COLUMNA%20PBA%202024.xlsx" TargetMode="Externa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7.xml"/><Relationship Id="rId2" Type="http://schemas.microsoft.com/office/2011/relationships/chartColorStyle" Target="colors32.xml"/><Relationship Id="rId1" Type="http://schemas.microsoft.com/office/2011/relationships/chartStyle" Target="style32.xml"/><Relationship Id="rId4" Type="http://schemas.openxmlformats.org/officeDocument/2006/relationships/oleObject" Target="file:///C:\Users\ebera\Mi%20unidad\02.%20Ag%20Cons\202312.01%20Nacionales%202024\Evolutivos%20COLUMNA%20PBA%202024.xlsx" TargetMode="Externa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8.xml"/><Relationship Id="rId2" Type="http://schemas.microsoft.com/office/2011/relationships/chartColorStyle" Target="colors33.xml"/><Relationship Id="rId1" Type="http://schemas.microsoft.com/office/2011/relationships/chartStyle" Target="style33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9.xml"/><Relationship Id="rId2" Type="http://schemas.microsoft.com/office/2011/relationships/chartColorStyle" Target="colors34.xml"/><Relationship Id="rId1" Type="http://schemas.microsoft.com/office/2011/relationships/chartStyle" Target="style34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0.xml"/><Relationship Id="rId2" Type="http://schemas.microsoft.com/office/2011/relationships/chartColorStyle" Target="colors35.xml"/><Relationship Id="rId1" Type="http://schemas.microsoft.com/office/2011/relationships/chartStyle" Target="style35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1.xml"/><Relationship Id="rId2" Type="http://schemas.microsoft.com/office/2011/relationships/chartColorStyle" Target="colors36.xml"/><Relationship Id="rId1" Type="http://schemas.microsoft.com/office/2011/relationships/chartStyle" Target="style36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i%20unidad\02.%20Ag%20Cons\201801.01%20Pilar\117.%20PBA%20MARZO%2025\Archivos\Peremask%20Frec%20y%20App%20PBA%20Mar%2025.xlsx" TargetMode="External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i%20unidad\02.%20Ag%20Cons\201801.01%20Pilar\117.%20PBA%20MARZO%2025\Archivos\Peremask%20Frec%20y%20App%20PBA%20Mar%2025.xlsx" TargetMode="External"/><Relationship Id="rId2" Type="http://schemas.microsoft.com/office/2011/relationships/chartColorStyle" Target="colors38.xml"/><Relationship Id="rId1" Type="http://schemas.microsoft.com/office/2011/relationships/chartStyle" Target="style38.xml"/></Relationships>
</file>

<file path=ppt/charts/_rels/chart45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ebera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42.xml"/></Relationships>
</file>

<file path=ppt/charts/_rels/chart46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ebera\Mi%20unidad\02.%20Ag%20Cons\202312.01%20Nacionales%202024\Evolutivos%20BURBUJAS%20COLUMNA%20PBA%202024.xlsx" TargetMode="External"/><Relationship Id="rId1" Type="http://schemas.openxmlformats.org/officeDocument/2006/relationships/themeOverride" Target="../theme/themeOverride43.xml"/></Relationships>
</file>

<file path=ppt/charts/_rels/chart47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ebera\Mi%20unidad\02.%20Ag%20Cons\202312.01%20Nacionales%202024\Evolutivos%20BURBUJAS%20COLUMNA%20PBA%202024.xlsx" TargetMode="External"/><Relationship Id="rId1" Type="http://schemas.openxmlformats.org/officeDocument/2006/relationships/themeOverride" Target="../theme/themeOverride44.xml"/></Relationships>
</file>

<file path=ppt/charts/_rels/chart48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Tin%20Frec%20y%20App%20PBA%20Mar%2025.xlsx" TargetMode="External"/><Relationship Id="rId1" Type="http://schemas.openxmlformats.org/officeDocument/2006/relationships/themeOverride" Target="../theme/themeOverride45.xm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6.xml"/><Relationship Id="rId2" Type="http://schemas.microsoft.com/office/2011/relationships/chartColorStyle" Target="colors39.xml"/><Relationship Id="rId1" Type="http://schemas.microsoft.com/office/2011/relationships/chartStyle" Target="style39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50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47.xml"/></Relationships>
</file>

<file path=ppt/charts/_rels/chart51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Tin%20Frec%20y%20App%20PBA%20Mar%2025.xlsx" TargetMode="External"/><Relationship Id="rId1" Type="http://schemas.openxmlformats.org/officeDocument/2006/relationships/themeOverride" Target="../theme/themeOverride48.xml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9.xml"/><Relationship Id="rId2" Type="http://schemas.microsoft.com/office/2011/relationships/chartColorStyle" Target="colors40.xml"/><Relationship Id="rId1" Type="http://schemas.microsoft.com/office/2011/relationships/chartStyle" Target="style40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53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50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6.xml"/><Relationship Id="rId2" Type="http://schemas.openxmlformats.org/officeDocument/2006/relationships/oleObject" Target="file:///G:\Mi%20unidad\02.%20Ag%20Cons\201801.01%20Pilar\117.%20PBA%20MARZO%2025\Archivos\Tin%20Frec%20y%20App%20PBA%20Mar%2025.xlsx" TargetMode="External"/><Relationship Id="rId1" Type="http://schemas.openxmlformats.org/officeDocument/2006/relationships/themeOverride" Target="../theme/themeOverride51.xml"/></Relationships>
</file>

<file path=ppt/charts/_rels/chart55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52.xml"/></Relationships>
</file>

<file path=ppt/charts/_rels/chart56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Tin%20Frec%20y%20App%20PBA%20Mar%2025.xlsx" TargetMode="External"/><Relationship Id="rId1" Type="http://schemas.openxmlformats.org/officeDocument/2006/relationships/themeOverride" Target="../theme/themeOverride53.xml"/></Relationships>
</file>

<file path=ppt/charts/_rels/chart57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2312.01%20Nacionales%202024\Evolutivos%20COLUMNA%20PBA%202024.xlsx" TargetMode="External"/><Relationship Id="rId1" Type="http://schemas.openxmlformats.org/officeDocument/2006/relationships/themeOverride" Target="../theme/themeOverride54.xml"/></Relationships>
</file>

<file path=ppt/charts/_rels/chart58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2312.01%20Nacionales%202024\Evolutivos%20COLUMNA%20PBA%202024.xlsx" TargetMode="External"/><Relationship Id="rId1" Type="http://schemas.openxmlformats.org/officeDocument/2006/relationships/themeOverride" Target="../theme/themeOverride55.xml"/></Relationships>
</file>

<file path=ppt/charts/_rels/chart59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2312.01%20Nacionales%202024\Evolutivos%20COLUMNA%20PBA%202024.xlsx" TargetMode="External"/><Relationship Id="rId1" Type="http://schemas.openxmlformats.org/officeDocument/2006/relationships/themeOverride" Target="../theme/themeOverride56.xml"/></Relationships>
</file>

<file path=ppt/charts/_rels/chart6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7.xml"/><Relationship Id="rId2" Type="http://schemas.microsoft.com/office/2011/relationships/chartColorStyle" Target="colors41.xml"/><Relationship Id="rId1" Type="http://schemas.microsoft.com/office/2011/relationships/chartStyle" Target="style41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61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2312.01%20Nacionales%202024\Evolutivos%20COLUMNA%20PBA%202024.xlsx" TargetMode="External"/><Relationship Id="rId1" Type="http://schemas.openxmlformats.org/officeDocument/2006/relationships/themeOverride" Target="../theme/themeOverride58.xml"/></Relationships>
</file>

<file path=ppt/charts/_rels/chart62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59.xml"/></Relationships>
</file>

<file path=ppt/charts/_rels/chart6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0.xml"/><Relationship Id="rId2" Type="http://schemas.microsoft.com/office/2011/relationships/chartColorStyle" Target="colors42.xml"/><Relationship Id="rId1" Type="http://schemas.microsoft.com/office/2011/relationships/chartStyle" Target="style42.xml"/><Relationship Id="rId5" Type="http://schemas.openxmlformats.org/officeDocument/2006/relationships/chartUserShapes" Target="../drawings/drawing7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6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1.xml"/><Relationship Id="rId2" Type="http://schemas.microsoft.com/office/2011/relationships/chartColorStyle" Target="colors43.xml"/><Relationship Id="rId1" Type="http://schemas.microsoft.com/office/2011/relationships/chartStyle" Target="style43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6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2.xml"/><Relationship Id="rId2" Type="http://schemas.microsoft.com/office/2011/relationships/chartColorStyle" Target="colors44.xml"/><Relationship Id="rId1" Type="http://schemas.microsoft.com/office/2011/relationships/chartStyle" Target="style44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66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63.xml"/></Relationships>
</file>

<file path=ppt/charts/_rels/chart6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4.xml"/><Relationship Id="rId2" Type="http://schemas.microsoft.com/office/2011/relationships/chartColorStyle" Target="colors45.xml"/><Relationship Id="rId1" Type="http://schemas.microsoft.com/office/2011/relationships/chartStyle" Target="style45.xml"/><Relationship Id="rId5" Type="http://schemas.openxmlformats.org/officeDocument/2006/relationships/chartUserShapes" Target="../drawings/drawing8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6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5.xml"/><Relationship Id="rId2" Type="http://schemas.microsoft.com/office/2011/relationships/chartColorStyle" Target="colors46.xml"/><Relationship Id="rId1" Type="http://schemas.microsoft.com/office/2011/relationships/chartStyle" Target="style46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6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6.xml"/><Relationship Id="rId2" Type="http://schemas.microsoft.com/office/2011/relationships/chartColorStyle" Target="colors47.xml"/><Relationship Id="rId1" Type="http://schemas.microsoft.com/office/2011/relationships/chartStyle" Target="style47.xml"/><Relationship Id="rId4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70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67.xml"/></Relationships>
</file>

<file path=ppt/charts/_rels/chart71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68.xml"/></Relationships>
</file>

<file path=ppt/charts/_rels/chart7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9.xml"/><Relationship Id="rId2" Type="http://schemas.microsoft.com/office/2011/relationships/chartColorStyle" Target="colors48.xml"/><Relationship Id="rId1" Type="http://schemas.microsoft.com/office/2011/relationships/chartStyle" Target="style48.xml"/><Relationship Id="rId4" Type="http://schemas.openxmlformats.org/officeDocument/2006/relationships/oleObject" Target="file:///G:\Mi%20unidad\02.%20Ag%20Cons\201801.01%20Pilar\117.%20PBA%20MARZO%2025\Archivos\Tin%20Frec%20y%20App%20PBA%20Mar%2025.xlsx" TargetMode="External"/></Relationships>
</file>

<file path=ppt/charts/_rels/chart73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i%20unidad\02.%20Ag%20Cons\201801.01%20Pilar\117.%20PBA%20MARZO%2025\Archivos\marta%20Frec%20y%20App%20PBA%20Mar%2025.xlsx" TargetMode="External"/><Relationship Id="rId2" Type="http://schemas.microsoft.com/office/2011/relationships/chartColorStyle" Target="colors49.xml"/><Relationship Id="rId1" Type="http://schemas.microsoft.com/office/2011/relationships/chartStyle" Target="style49.xml"/><Relationship Id="rId4" Type="http://schemas.openxmlformats.org/officeDocument/2006/relationships/chartUserShapes" Target="../drawings/drawing9.xml"/></Relationships>
</file>

<file path=ppt/charts/_rels/chart74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Tin%20Frec%20y%20App%20PBA%20Mar%2025.xlsx" TargetMode="External"/><Relationship Id="rId1" Type="http://schemas.openxmlformats.org/officeDocument/2006/relationships/themeOverride" Target="../theme/themeOverride70.xml"/></Relationships>
</file>

<file path=ppt/charts/_rels/chart75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i%20unidad\02.%20Ag%20Cons\202312.01%20Nacionales%202024\Evolutivos%20COLUMNA%20PBA%202024.xlsx" TargetMode="External"/></Relationships>
</file>

<file path=ppt/charts/_rels/chart76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71.xml"/></Relationships>
</file>

<file path=ppt/charts/_rels/chart77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72.xml"/></Relationships>
</file>

<file path=ppt/charts/_rels/chart78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i%20unidad\02.%20Ag%20Cons\202312.01%20Nacionales%202024\Evolutivos%20COLUMNA%20PBA%202024.xlsx" TargetMode="External"/><Relationship Id="rId2" Type="http://schemas.microsoft.com/office/2011/relationships/chartColorStyle" Target="colors50.xml"/><Relationship Id="rId1" Type="http://schemas.microsoft.com/office/2011/relationships/chartStyle" Target="style50.xml"/></Relationships>
</file>

<file path=ppt/charts/_rels/chart79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73.xml"/></Relationships>
</file>

<file path=ppt/charts/_rels/chart80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74.xml"/></Relationships>
</file>

<file path=ppt/charts/_rels/chart81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75.xml"/></Relationships>
</file>

<file path=ppt/charts/_rels/chart82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76.xml"/></Relationships>
</file>

<file path=ppt/charts/_rels/chart83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77.xml"/></Relationships>
</file>

<file path=ppt/charts/_rels/chart84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78.xml"/></Relationships>
</file>

<file path=ppt/charts/_rels/chart85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79.xml"/></Relationships>
</file>

<file path=ppt/charts/_rels/chart86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80.xml"/></Relationships>
</file>

<file path=ppt/charts/_rels/chart87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81.xml"/></Relationships>
</file>

<file path=ppt/charts/_rels/chart88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82.xml"/></Relationships>
</file>

<file path=ppt/charts/_rels/chart89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83.xml"/></Relationships>
</file>

<file path=ppt/charts/_rels/chart90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84.xml"/></Relationships>
</file>

<file path=ppt/charts/_rels/chart91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85.xml"/></Relationships>
</file>

<file path=ppt/charts/_rels/chart92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86.xml"/></Relationships>
</file>

<file path=ppt/charts/_rels/chart93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87.xml"/></Relationships>
</file>

<file path=ppt/charts/_rels/chart94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88.xml"/></Relationships>
</file>

<file path=ppt/charts/_rels/chart95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89.xml"/></Relationships>
</file>

<file path=ppt/charts/_rels/chart96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ebera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90.xml"/></Relationships>
</file>

<file path=ppt/charts/_rels/chart97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ebera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91.xml"/></Relationships>
</file>

<file path=ppt/charts/_rels/chart98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92.xml"/></Relationships>
</file>

<file path=ppt/charts/_rels/chart99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93.xml"/></Relationships>
</file>

<file path=ppt/charts/_rels/chart100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94.xml"/></Relationships>
</file>

<file path=ppt/charts/_rels/chart101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95.xml"/></Relationships>
</file>

<file path=ppt/charts/_rels/chart102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96.xml"/></Relationships>
</file>

<file path=ppt/charts/_rels/chart103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97.xml"/></Relationships>
</file>

<file path=ppt/charts/_rels/chart104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98.xml"/></Relationships>
</file>

<file path=ppt/charts/_rels/chart105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99.xml"/></Relationships>
</file>

<file path=ppt/charts/_rels/chart106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100.xml"/></Relationships>
</file>

<file path=ppt/charts/_rels/chart107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101.xml"/></Relationships>
</file>

<file path=ppt/charts/_rels/chart108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102.xml"/></Relationships>
</file>

<file path=ppt/charts/_rels/chart109.xml.rels><?xml version="1.0" encoding="UTF-8" standalone="yes"?>
<Relationships xmlns="http://schemas.openxmlformats.org/package/2006/relationships"><Relationship Id="rId2" Type="http://schemas.openxmlformats.org/officeDocument/2006/relationships/oleObject" Target="file:///G:\Mi%20unidad\02.%20Ag%20Cons\201801.01%20Pilar\117.%20PBA%20MARZO%2025\Archivos\marta%20Frec%20y%20App%20PBA%20Mar%2025.xlsx" TargetMode="External"/><Relationship Id="rId1" Type="http://schemas.openxmlformats.org/officeDocument/2006/relationships/themeOverride" Target="../theme/themeOverride10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1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AR" sz="2100" b="1" dirty="0"/>
              <a:t>Género</a:t>
            </a:r>
          </a:p>
        </c:rich>
      </c:tx>
      <c:layout>
        <c:manualLayout>
          <c:xMode val="edge"/>
          <c:yMode val="edge"/>
          <c:x val="0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0.17309869260597469"/>
          <c:y val="0.22363759161204289"/>
          <c:w val="0.63377028276701308"/>
          <c:h val="0.67085218330609331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0.10749982109828417"/>
          <c:w val="0.89999970391922124"/>
          <c:h val="0.111944941103465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000"/>
      </a:pPr>
      <a:endParaRPr lang="es-AR"/>
    </a:p>
  </c:txPr>
  <c:externalData r:id="rId4">
    <c:autoUpdate val="0"/>
  </c:externalData>
  <c:userShapes r:id="rId5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100" b="1" i="0" u="none" strike="noStrike" kern="1200" spc="0" baseline="0">
                <a:solidFill>
                  <a:schemeClr val="tx1"/>
                </a:solidFill>
                <a:latin typeface="HelveticaNeue Std (Títulos)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s-AR" sz="2100" b="1" dirty="0"/>
              <a:t>Cercanía</a:t>
            </a:r>
            <a:r>
              <a:rPr lang="es-AR" sz="2100" b="1" baseline="0" dirty="0"/>
              <a:t> partidaria</a:t>
            </a:r>
            <a:endParaRPr lang="es-AR" sz="2100" b="1" dirty="0"/>
          </a:p>
        </c:rich>
      </c:tx>
      <c:layout>
        <c:manualLayout>
          <c:xMode val="edge"/>
          <c:yMode val="edge"/>
          <c:x val="1.4337787505957529E-2"/>
          <c:y val="2.8138340878144437E-2"/>
        </c:manualLayout>
      </c:layout>
      <c:overlay val="0"/>
      <c:spPr>
        <a:noFill/>
        <a:ln w="12700"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100" b="1" i="0" u="none" strike="noStrike" kern="1200" spc="0" baseline="0">
              <a:solidFill>
                <a:schemeClr val="tx1"/>
              </a:solidFill>
              <a:latin typeface="HelveticaNeue Std (Títulos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0.32143324490031017"/>
          <c:y val="0.1566134608116056"/>
          <c:w val="0.67856675509969"/>
          <c:h val="0.80903077350433183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23D9B"/>
            </a:solidFill>
            <a:ln>
              <a:noFill/>
            </a:ln>
            <a:effectLst>
              <a:softEdge rad="0"/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C631-48EB-9963-CE9500468F04}"/>
              </c:ext>
            </c:extLst>
          </c:dPt>
          <c:dPt>
            <c:idx val="1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631-48EB-9963-CE9500468F04}"/>
              </c:ext>
            </c:extLst>
          </c:dPt>
          <c:dPt>
            <c:idx val="2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C631-48EB-9963-CE9500468F04}"/>
              </c:ext>
            </c:extLst>
          </c:dPt>
          <c:dPt>
            <c:idx val="3"/>
            <c:invertIfNegative val="0"/>
            <c:bubble3D val="0"/>
            <c:spPr>
              <a:solidFill>
                <a:srgbClr val="007F48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C631-48EB-9963-CE9500468F04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C631-48EB-9963-CE9500468F04}"/>
              </c:ext>
            </c:extLst>
          </c:dPt>
          <c:dPt>
            <c:idx val="5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C631-48EB-9963-CE9500468F04}"/>
              </c:ext>
            </c:extLst>
          </c:dPt>
          <c:dPt>
            <c:idx val="6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C631-48EB-9963-CE9500468F04}"/>
              </c:ext>
            </c:extLst>
          </c:dPt>
          <c:dPt>
            <c:idx val="7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C631-48EB-9963-CE9500468F04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1-C631-48EB-9963-CE9500468F04}"/>
              </c:ext>
            </c:extLst>
          </c:dPt>
          <c:dLbls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100" b="1" i="0" u="none" strike="noStrike" kern="1200" baseline="0">
                      <a:solidFill>
                        <a:schemeClr val="tx1"/>
                      </a:solidFill>
                      <a:latin typeface="HelveticaNeue Std (Títulos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C631-48EB-9963-CE9500468F04}"/>
                </c:ext>
                <c:ext xmlns:c15="http://schemas.microsoft.com/office/drawing/2012/chart" uri="{CE6537A1-D6FC-4f65-9D91-7224C49458BB}"/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100" b="1" i="0" u="none" strike="noStrike" kern="1200" baseline="0">
                      <a:solidFill>
                        <a:schemeClr val="tx1"/>
                      </a:solidFill>
                      <a:latin typeface="HelveticaNeue Std (Títulos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F-C631-48EB-9963-CE9500468F04}"/>
                </c:ext>
                <c:ext xmlns:c15="http://schemas.microsoft.com/office/drawing/2012/chart" uri="{CE6537A1-D6FC-4f65-9D91-7224C49458BB}"/>
              </c:extLst>
            </c:dLbl>
            <c:dLbl>
              <c:idx val="12"/>
              <c:layout>
                <c:manualLayout>
                  <c:x val="1.5023507925805183E-3"/>
                  <c:y val="8.5750005212777726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2-C631-48EB-9963-CE9500468F04}"/>
                </c:ext>
                <c:ext xmlns:c15="http://schemas.microsoft.com/office/drawing/2012/chart" uri="{CE6537A1-D6FC-4f65-9D91-7224C49458BB}"/>
              </c:extLst>
            </c:dLbl>
            <c:dLbl>
              <c:idx val="13"/>
              <c:layout>
                <c:manualLayout>
                  <c:x val="1.6390327573288762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3-C631-48EB-9963-CE9500468F04}"/>
                </c:ext>
                <c:ext xmlns:c15="http://schemas.microsoft.com/office/drawing/2012/chart" uri="{CE6537A1-D6FC-4f65-9D91-7224C49458BB}"/>
              </c:extLst>
            </c:dLbl>
            <c:dLbl>
              <c:idx val="14"/>
              <c:layout>
                <c:manualLayout>
                  <c:x val="-3.0846392886376523E-4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4-C631-48EB-9963-CE9500468F0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100" b="1" i="0" u="none" strike="noStrike" kern="1200" baseline="0">
                    <a:solidFill>
                      <a:schemeClr val="bg1"/>
                    </a:solidFill>
                    <a:latin typeface="HelveticaNeue Std (Títulos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Hoja1!$B$40:$B$48</c:f>
              <c:strCache>
                <c:ptCount val="9"/>
                <c:pt idx="0">
                  <c:v>Ninguno</c:v>
                </c:pt>
                <c:pt idx="1">
                  <c:v>Libertario</c:v>
                </c:pt>
                <c:pt idx="2">
                  <c:v>Kirchnerismo</c:v>
                </c:pt>
                <c:pt idx="3">
                  <c:v>Peronismo</c:v>
                </c:pt>
                <c:pt idx="4">
                  <c:v>PRO</c:v>
                </c:pt>
                <c:pt idx="5">
                  <c:v>Radicalismo</c:v>
                </c:pt>
                <c:pt idx="6">
                  <c:v>Izquierda</c:v>
                </c:pt>
                <c:pt idx="7">
                  <c:v>A otro</c:v>
                </c:pt>
                <c:pt idx="8">
                  <c:v>No sabe</c:v>
                </c:pt>
              </c:strCache>
            </c:strRef>
          </c:cat>
          <c:val>
            <c:numRef>
              <c:f>Hoja1!$C$40:$C$48</c:f>
              <c:numCache>
                <c:formatCode>0%</c:formatCode>
                <c:ptCount val="9"/>
                <c:pt idx="0">
                  <c:v>0.34878301491739289</c:v>
                </c:pt>
                <c:pt idx="1">
                  <c:v>0.1861958201992826</c:v>
                </c:pt>
                <c:pt idx="2">
                  <c:v>0.18314090240691885</c:v>
                </c:pt>
                <c:pt idx="3">
                  <c:v>0.11834378777829378</c:v>
                </c:pt>
                <c:pt idx="4">
                  <c:v>7.1494665980930364E-2</c:v>
                </c:pt>
                <c:pt idx="5">
                  <c:v>3.5980326710826217E-2</c:v>
                </c:pt>
                <c:pt idx="6">
                  <c:v>8.1754571346783194E-3</c:v>
                </c:pt>
                <c:pt idx="7">
                  <c:v>1.0267107130106328E-2</c:v>
                </c:pt>
                <c:pt idx="8">
                  <c:v>3.7618917741571424E-2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5-C631-48EB-9963-CE9500468F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512870240"/>
        <c:axId val="512872200"/>
      </c:barChart>
      <c:catAx>
        <c:axId val="5128702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HelveticaNeue Std (Cuerpo)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512872200"/>
        <c:crosses val="autoZero"/>
        <c:auto val="1"/>
        <c:lblAlgn val="ctr"/>
        <c:lblOffset val="100"/>
        <c:noMultiLvlLbl val="0"/>
      </c:catAx>
      <c:valAx>
        <c:axId val="512872200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12870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100">
          <a:solidFill>
            <a:schemeClr val="tx1"/>
          </a:solidFill>
          <a:latin typeface="HelveticaNeue Std (Títulos)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4">
    <c:autoUpdate val="0"/>
  </c:externalData>
  <c:userShapes r:id="rId5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100" b="1" i="0" u="none" strike="noStrike" kern="1200" spc="0" baseline="0">
                <a:solidFill>
                  <a:schemeClr val="tx1"/>
                </a:solidFill>
                <a:latin typeface="HelveticaNeue Std (Cuerpo)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n-US" sz="2100" b="1" dirty="0"/>
              <a:t>NSE </a:t>
            </a:r>
            <a:r>
              <a:rPr lang="en-US" sz="2100" b="1" dirty="0" err="1"/>
              <a:t>Autopercibido</a:t>
            </a:r>
            <a:r>
              <a:rPr lang="en-US" sz="2100" b="1" dirty="0"/>
              <a:t> </a:t>
            </a:r>
          </a:p>
        </c:rich>
      </c:tx>
      <c:layout>
        <c:manualLayout>
          <c:xMode val="edge"/>
          <c:yMode val="edge"/>
          <c:x val="3.8120224560199813E-4"/>
          <c:y val="3.5206928751256347E-2"/>
        </c:manualLayout>
      </c:layout>
      <c:overlay val="0"/>
      <c:spPr>
        <a:noFill/>
        <a:ln w="12700"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100" b="1" i="0" u="none" strike="noStrike" kern="1200" spc="0" baseline="0">
              <a:solidFill>
                <a:schemeClr val="tx1"/>
              </a:solidFill>
              <a:latin typeface="HelveticaNeue Std (Cuerpo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0.4357382119800306"/>
          <c:y val="0.17324682898636409"/>
          <c:w val="0.56426178801996951"/>
          <c:h val="0.78352196319721545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E7D-44AC-87D7-A6DBF0F8B946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E7D-44AC-87D7-A6DBF0F8B946}"/>
              </c:ext>
            </c:extLst>
          </c:dPt>
          <c:dPt>
            <c:idx val="2"/>
            <c:invertIfNegative val="0"/>
            <c:bubble3D val="0"/>
            <c:spPr>
              <a:solidFill>
                <a:srgbClr val="1D73FC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E7D-44AC-87D7-A6DBF0F8B946}"/>
              </c:ext>
            </c:extLst>
          </c:dPt>
          <c:dPt>
            <c:idx val="3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1E7D-44AC-87D7-A6DBF0F8B946}"/>
              </c:ext>
            </c:extLst>
          </c:dPt>
          <c:dPt>
            <c:idx val="4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1E7D-44AC-87D7-A6DBF0F8B946}"/>
              </c:ext>
            </c:extLst>
          </c:dPt>
          <c:dPt>
            <c:idx val="5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1E7D-44AC-87D7-A6DBF0F8B946}"/>
              </c:ext>
            </c:extLst>
          </c:dPt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100" b="1" i="0" u="none" strike="noStrike" kern="1200" baseline="0">
                      <a:solidFill>
                        <a:schemeClr val="tx1"/>
                      </a:solidFill>
                      <a:latin typeface="HelveticaNeue Std (Cuerpo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E7D-44AC-87D7-A6DBF0F8B946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100" b="1" i="0" u="none" strike="noStrike" kern="1200" baseline="0">
                      <a:solidFill>
                        <a:schemeClr val="tx1"/>
                      </a:solidFill>
                      <a:latin typeface="HelveticaNeue Std (Cuerpo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1E7D-44AC-87D7-A6DBF0F8B946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100" b="1" i="0" u="none" strike="noStrike" kern="1200" baseline="0">
                      <a:solidFill>
                        <a:schemeClr val="tx1"/>
                      </a:solidFill>
                      <a:latin typeface="HelveticaNeue Std (Cuerpo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1E7D-44AC-87D7-A6DBF0F8B94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1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Hoja1!$B$33:$B$38</c:f>
              <c:strCache>
                <c:ptCount val="6"/>
                <c:pt idx="0">
                  <c:v>Clase baja</c:v>
                </c:pt>
                <c:pt idx="1">
                  <c:v>Clase media baja</c:v>
                </c:pt>
                <c:pt idx="2">
                  <c:v>Clase media</c:v>
                </c:pt>
                <c:pt idx="3">
                  <c:v>Clase media alta</c:v>
                </c:pt>
                <c:pt idx="4">
                  <c:v>Clase alta</c:v>
                </c:pt>
                <c:pt idx="5">
                  <c:v>No sabe</c:v>
                </c:pt>
              </c:strCache>
            </c:strRef>
          </c:cat>
          <c:val>
            <c:numRef>
              <c:f>Hoja1!$C$33:$C$38</c:f>
              <c:numCache>
                <c:formatCode>0%</c:formatCode>
                <c:ptCount val="6"/>
                <c:pt idx="0">
                  <c:v>0.27266454934638967</c:v>
                </c:pt>
                <c:pt idx="1">
                  <c:v>0.41541404071240379</c:v>
                </c:pt>
                <c:pt idx="2">
                  <c:v>0.26128265986712229</c:v>
                </c:pt>
                <c:pt idx="3">
                  <c:v>2.6785882335381862E-2</c:v>
                </c:pt>
                <c:pt idx="4">
                  <c:v>1.330465221549184E-2</c:v>
                </c:pt>
                <c:pt idx="5">
                  <c:v>1.0548215523211689E-2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1E7D-44AC-87D7-A6DBF0F8B9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512865144"/>
        <c:axId val="512865536"/>
      </c:barChart>
      <c:catAx>
        <c:axId val="5128651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HelveticaNeue Std (Cuerpo)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512865536"/>
        <c:crosses val="autoZero"/>
        <c:auto val="1"/>
        <c:lblAlgn val="ctr"/>
        <c:lblOffset val="100"/>
        <c:noMultiLvlLbl val="0"/>
      </c:catAx>
      <c:valAx>
        <c:axId val="512865536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12865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100">
          <a:solidFill>
            <a:schemeClr val="tx1"/>
          </a:solidFill>
          <a:latin typeface="HelveticaNeue Std (Cuerpo)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100" b="1" i="0" u="none" strike="noStrike" kern="1200" spc="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r>
              <a:rPr lang="es-AR" sz="2100" b="1"/>
              <a:t>Estudios</a:t>
            </a:r>
          </a:p>
        </c:rich>
      </c:tx>
      <c:layout>
        <c:manualLayout>
          <c:xMode val="edge"/>
          <c:yMode val="edge"/>
          <c:x val="1.3501477762662898E-2"/>
          <c:y val="3.21858762113045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00" b="1" i="0" u="none" strike="noStrike" kern="1200" spc="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0.17309869260597469"/>
          <c:y val="0.22363759161204289"/>
          <c:w val="0.63377028276701308"/>
          <c:h val="0.67085218330609331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000000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C8AB-4DC5-A17A-7181AE3ECC2F}"/>
              </c:ext>
            </c:extLst>
          </c:dPt>
          <c:dPt>
            <c:idx val="1"/>
            <c:bubble3D val="0"/>
            <c:spPr>
              <a:solidFill>
                <a:srgbClr val="E8583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8AB-4DC5-A17A-7181AE3ECC2F}"/>
              </c:ext>
            </c:extLst>
          </c:dPt>
          <c:dPt>
            <c:idx val="2"/>
            <c:bubble3D val="0"/>
            <c:spPr>
              <a:solidFill>
                <a:srgbClr val="023D9B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C8AB-4DC5-A17A-7181AE3ECC2F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C8AB-4DC5-A17A-7181AE3ECC2F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C8AB-4DC5-A17A-7181AE3ECC2F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C8AB-4DC5-A17A-7181AE3ECC2F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ctr"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Hoja1!$B$29:$B$31</c:f>
              <c:strCache>
                <c:ptCount val="3"/>
                <c:pt idx="0">
                  <c:v>Primario</c:v>
                </c:pt>
                <c:pt idx="1">
                  <c:v>Secundario</c:v>
                </c:pt>
                <c:pt idx="2">
                  <c:v>Superior</c:v>
                </c:pt>
              </c:strCache>
            </c:strRef>
          </c:cat>
          <c:val>
            <c:numRef>
              <c:f>Hoja1!$C$29:$C$31</c:f>
              <c:numCache>
                <c:formatCode>0%</c:formatCode>
                <c:ptCount val="3"/>
                <c:pt idx="0">
                  <c:v>0.27464569466888067</c:v>
                </c:pt>
                <c:pt idx="1">
                  <c:v>0.40519660171569577</c:v>
                </c:pt>
                <c:pt idx="2">
                  <c:v>0.32015770361542495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C8AB-4DC5-A17A-7181AE3ECC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0.15323673840700253"/>
          <c:w val="0.94190509529021327"/>
          <c:h val="6.445640769677399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8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000">
          <a:solidFill>
            <a:schemeClr val="tx1"/>
          </a:solidFill>
          <a:latin typeface="HelveticaNeue Std (Cuerpo)"/>
        </a:defRPr>
      </a:pPr>
      <a:endParaRPr lang="es-AR"/>
    </a:p>
  </c:txPr>
  <c:externalData r:id="rId4">
    <c:autoUpdate val="0"/>
  </c:externalData>
  <c:userShapes r:id="rId5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100" b="1" i="0" u="none" strike="noStrike" kern="1200" spc="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r>
              <a:rPr lang="es-ES" sz="2100" b="1">
                <a:latin typeface="HelveticaNeue Std (Cuerpo)"/>
              </a:rPr>
              <a:t>Edad</a:t>
            </a:r>
          </a:p>
        </c:rich>
      </c:tx>
      <c:layout>
        <c:manualLayout>
          <c:xMode val="edge"/>
          <c:yMode val="edge"/>
          <c:x val="1.8550288820278229E-2"/>
          <c:y val="2.64518040140491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00" b="1" i="0" u="none" strike="noStrike" kern="1200" spc="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6.1505212463344956E-2"/>
          <c:y val="0.23327997306862269"/>
          <c:w val="0.85539312376514853"/>
          <c:h val="0.7667194411270561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Hoja1!$B$22</c:f>
              <c:strCache>
                <c:ptCount val="1"/>
                <c:pt idx="0">
                  <c:v>16-23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 algn="ctr">
                    <a:defRPr sz="2000" b="1" i="0" u="none" strike="noStrike" kern="1200" baseline="0">
                      <a:solidFill>
                        <a:schemeClr val="bg1"/>
                      </a:solidFill>
                      <a:latin typeface="Roboto Condensed" panose="02000000000000000000" pitchFamily="2" charset="0"/>
                      <a:ea typeface="Roboto Condensed" panose="02000000000000000000" pitchFamily="2" charset="0"/>
                      <a:cs typeface="Roboto Condensed" panose="02000000000000000000" pitchFamily="2" charset="0"/>
                    </a:defRPr>
                  </a:pPr>
                  <a:endParaRPr lang="es-A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ctr">
                  <a:defRPr sz="2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Hoja1!$C$22</c:f>
              <c:numCache>
                <c:formatCode>0%</c:formatCode>
                <c:ptCount val="1"/>
                <c:pt idx="0">
                  <c:v>0.14475860128392182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AE72-4D03-97CF-FB3812EAC573}"/>
            </c:ext>
          </c:extLst>
        </c:ser>
        <c:ser>
          <c:idx val="1"/>
          <c:order val="1"/>
          <c:tx>
            <c:strRef>
              <c:f>Hoja1!$B$23</c:f>
              <c:strCache>
                <c:ptCount val="1"/>
                <c:pt idx="0">
                  <c:v>24-29</c:v>
                </c:pt>
              </c:strCache>
            </c:strRef>
          </c:tx>
          <c:spPr>
            <a:solidFill>
              <a:srgbClr val="023D9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ctr">
                  <a:defRPr sz="20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Hoja1!$C$23</c:f>
              <c:numCache>
                <c:formatCode>0%</c:formatCode>
                <c:ptCount val="1"/>
                <c:pt idx="0">
                  <c:v>0.10673325169058481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AE72-4D03-97CF-FB3812EAC573}"/>
            </c:ext>
          </c:extLst>
        </c:ser>
        <c:ser>
          <c:idx val="2"/>
          <c:order val="2"/>
          <c:tx>
            <c:strRef>
              <c:f>Hoja1!$B$24</c:f>
              <c:strCache>
                <c:ptCount val="1"/>
                <c:pt idx="0">
                  <c:v>30-44</c:v>
                </c:pt>
              </c:strCache>
            </c:strRef>
          </c:tx>
          <c:spPr>
            <a:solidFill>
              <a:srgbClr val="1D73F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ctr">
                  <a:defRPr sz="20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Hoja1!$C$24</c:f>
              <c:numCache>
                <c:formatCode>0%</c:formatCode>
                <c:ptCount val="1"/>
                <c:pt idx="0">
                  <c:v>0.2736198514029895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AE72-4D03-97CF-FB3812EAC573}"/>
            </c:ext>
          </c:extLst>
        </c:ser>
        <c:ser>
          <c:idx val="3"/>
          <c:order val="3"/>
          <c:tx>
            <c:strRef>
              <c:f>Hoja1!$B$25</c:f>
              <c:strCache>
                <c:ptCount val="1"/>
                <c:pt idx="0">
                  <c:v>45-59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AF195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AE72-4D03-97CF-FB3812EAC57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ctr">
                  <a:defRPr sz="20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Hoja1!$C$25</c:f>
              <c:numCache>
                <c:formatCode>0%</c:formatCode>
                <c:ptCount val="1"/>
                <c:pt idx="0">
                  <c:v>0.24028738699213348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AE72-4D03-97CF-FB3812EAC573}"/>
            </c:ext>
          </c:extLst>
        </c:ser>
        <c:ser>
          <c:idx val="4"/>
          <c:order val="4"/>
          <c:tx>
            <c:strRef>
              <c:f>Hoja1!$B$26</c:f>
              <c:strCache>
                <c:ptCount val="1"/>
                <c:pt idx="0">
                  <c:v>60-74</c:v>
                </c:pt>
              </c:strCache>
            </c:strRef>
          </c:tx>
          <c:spPr>
            <a:solidFill>
              <a:srgbClr val="E8583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Hoja1!$C$26</c:f>
              <c:numCache>
                <c:formatCode>0%</c:formatCode>
                <c:ptCount val="1"/>
                <c:pt idx="0">
                  <c:v>0.16251863662455135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AE72-4D03-97CF-FB3812EAC573}"/>
            </c:ext>
          </c:extLst>
        </c:ser>
        <c:ser>
          <c:idx val="5"/>
          <c:order val="5"/>
          <c:tx>
            <c:strRef>
              <c:f>Hoja1!$B$27</c:f>
              <c:strCache>
                <c:ptCount val="1"/>
                <c:pt idx="0">
                  <c:v>Mas de 75</c:v>
                </c:pt>
              </c:strCache>
            </c:strRef>
          </c:tx>
          <c:spPr>
            <a:solidFill>
              <a:srgbClr val="007F4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Hoja1!$C$27</c:f>
              <c:numCache>
                <c:formatCode>0%</c:formatCode>
                <c:ptCount val="1"/>
                <c:pt idx="0">
                  <c:v>7.2082272005820139E-2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AE72-4D03-97CF-FB3812EAC573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512866320"/>
        <c:axId val="512872984"/>
      </c:barChart>
      <c:catAx>
        <c:axId val="512866320"/>
        <c:scaling>
          <c:orientation val="maxMin"/>
        </c:scaling>
        <c:delete val="1"/>
        <c:axPos val="l"/>
        <c:numFmt formatCode="0%" sourceLinked="1"/>
        <c:majorTickMark val="none"/>
        <c:minorTickMark val="none"/>
        <c:tickLblPos val="nextTo"/>
        <c:crossAx val="512872984"/>
        <c:crosses val="autoZero"/>
        <c:auto val="1"/>
        <c:lblAlgn val="ctr"/>
        <c:lblOffset val="100"/>
        <c:noMultiLvlLbl val="0"/>
      </c:catAx>
      <c:valAx>
        <c:axId val="512872984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12866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6995329484259241E-2"/>
          <c:y val="0.15933451053989101"/>
          <c:w val="0.83782317762093872"/>
          <c:h val="6.97386375441208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just">
            <a:defRPr sz="20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000">
          <a:solidFill>
            <a:schemeClr val="tx1"/>
          </a:solidFill>
        </a:defRPr>
      </a:pPr>
      <a:endParaRPr lang="es-AR"/>
    </a:p>
  </c:txPr>
  <c:externalData r:id="rId4">
    <c:autoUpdate val="0"/>
  </c:externalData>
  <c:userShapes r:id="rId5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E8583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AEE5-4CC1-B9EC-EAA5C23A7327}"/>
              </c:ext>
            </c:extLst>
          </c:dPt>
          <c:dPt>
            <c:idx val="1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AEE5-4CC1-B9EC-EAA5C23A7327}"/>
              </c:ext>
            </c:extLst>
          </c:dPt>
          <c:dPt>
            <c:idx val="2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AEE5-4CC1-B9EC-EAA5C23A7327}"/>
              </c:ext>
            </c:extLst>
          </c:dPt>
          <c:dPt>
            <c:idx val="3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AEE5-4CC1-B9EC-EAA5C23A7327}"/>
              </c:ext>
            </c:extLst>
          </c:dPt>
          <c:dPt>
            <c:idx val="4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AEE5-4CC1-B9EC-EAA5C23A7327}"/>
              </c:ext>
            </c:extLst>
          </c:dPt>
          <c:dPt>
            <c:idx val="5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AEE5-4CC1-B9EC-EAA5C23A7327}"/>
              </c:ext>
            </c:extLst>
          </c:dPt>
          <c:dPt>
            <c:idx val="6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AEE5-4CC1-B9EC-EAA5C23A7327}"/>
              </c:ext>
            </c:extLst>
          </c:dPt>
          <c:dPt>
            <c:idx val="7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AEE5-4CC1-B9EC-EAA5C23A7327}"/>
              </c:ext>
            </c:extLst>
          </c:dPt>
          <c:dPt>
            <c:idx val="8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4-AEE5-4CC1-B9EC-EAA5C23A7327}"/>
              </c:ext>
            </c:extLst>
          </c:dPt>
          <c:dPt>
            <c:idx val="9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3-488B-4ACD-A1C7-49F017D7D1B8}"/>
              </c:ext>
            </c:extLst>
          </c:dPt>
          <c:dPt>
            <c:idx val="10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1-42B7-4315-9A7C-F01C2CCCE888}"/>
              </c:ext>
            </c:extLst>
          </c:dPt>
          <c:dPt>
            <c:idx val="11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2-AEE5-4CC1-B9EC-EAA5C23A7327}"/>
              </c:ext>
            </c:extLst>
          </c:dPt>
          <c:dPt>
            <c:idx val="12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3-AEE5-4CC1-B9EC-EAA5C23A7327}"/>
              </c:ext>
            </c:extLst>
          </c:dPt>
          <c:dPt>
            <c:idx val="13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7-42B7-4315-9A7C-F01C2CCCE888}"/>
              </c:ext>
            </c:extLst>
          </c:dPt>
          <c:dPt>
            <c:idx val="14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D-A211-4AE5-B8A1-E2983CCBA12F}"/>
              </c:ext>
            </c:extLst>
          </c:dPt>
          <c:dPt>
            <c:idx val="17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F-A211-4AE5-B8A1-E2983CCBA12F}"/>
              </c:ext>
            </c:extLst>
          </c:dPt>
          <c:dPt>
            <c:idx val="18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1-A211-4AE5-B8A1-E2983CCBA12F}"/>
              </c:ext>
            </c:extLst>
          </c:dPt>
          <c:dPt>
            <c:idx val="2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3-A211-4AE5-B8A1-E2983CCBA12F}"/>
              </c:ext>
            </c:extLst>
          </c:dPt>
          <c:dPt>
            <c:idx val="2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5-A211-4AE5-B8A1-E2983CCBA12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Hoja1!$B$7:$B$17</c:f>
              <c:strCache>
                <c:ptCount val="11"/>
                <c:pt idx="0">
                  <c:v>GBA</c:v>
                </c:pt>
                <c:pt idx="1">
                  <c:v>Interior</c:v>
                </c:pt>
                <c:pt idx="3">
                  <c:v>1er Cordon</c:v>
                </c:pt>
                <c:pt idx="4">
                  <c:v>2do Cordon</c:v>
                </c:pt>
                <c:pt idx="5">
                  <c:v>3er Cordon</c:v>
                </c:pt>
                <c:pt idx="6">
                  <c:v>Resto</c:v>
                </c:pt>
                <c:pt idx="8">
                  <c:v>1era SE</c:v>
                </c:pt>
                <c:pt idx="9">
                  <c:v>3era SE</c:v>
                </c:pt>
                <c:pt idx="10">
                  <c:v>Resto</c:v>
                </c:pt>
              </c:strCache>
            </c:strRef>
          </c:cat>
          <c:val>
            <c:numRef>
              <c:f>Hoja1!$C$7:$C$17</c:f>
              <c:numCache>
                <c:formatCode>0%</c:formatCode>
                <c:ptCount val="11"/>
                <c:pt idx="0">
                  <c:v>0.62752803967175397</c:v>
                </c:pt>
                <c:pt idx="1">
                  <c:v>0.37247196032824642</c:v>
                </c:pt>
                <c:pt idx="3">
                  <c:v>0.18148645729521778</c:v>
                </c:pt>
                <c:pt idx="4">
                  <c:v>0.28919043730864857</c:v>
                </c:pt>
                <c:pt idx="5">
                  <c:v>0.13226365470090243</c:v>
                </c:pt>
                <c:pt idx="6">
                  <c:v>0.3970594506952303</c:v>
                </c:pt>
                <c:pt idx="8">
                  <c:v>0.35932883824332945</c:v>
                </c:pt>
                <c:pt idx="9">
                  <c:v>0.33014904759111052</c:v>
                </c:pt>
                <c:pt idx="10">
                  <c:v>0.31052211416555953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0-AEE5-4CC1-B9EC-EAA5C23A73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25"/>
        <c:axId val="512874160"/>
        <c:axId val="512878472"/>
      </c:barChart>
      <c:catAx>
        <c:axId val="5128741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512878472"/>
        <c:crosses val="autoZero"/>
        <c:auto val="1"/>
        <c:lblAlgn val="ctr"/>
        <c:lblOffset val="100"/>
        <c:noMultiLvlLbl val="0"/>
      </c:catAx>
      <c:valAx>
        <c:axId val="51287847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12874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8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1395949426909094"/>
          <c:y val="0.106801144473343"/>
          <c:w val="0.78604050573090911"/>
          <c:h val="0.8658596717612191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Hoja1!$B$65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Hoja1!$C$64:$E$64</c:f>
              <c:strCache>
                <c:ptCount val="3"/>
                <c:pt idx="0">
                  <c:v>Gobierno nacional a cargo de Javier Milei</c:v>
                </c:pt>
                <c:pt idx="1">
                  <c:v>Gobierno provincial a cargo de Axel Kicillof</c:v>
                </c:pt>
                <c:pt idx="2">
                  <c:v>Gobierno municipal a cargo del intendente de su municipio</c:v>
                </c:pt>
              </c:strCache>
            </c:strRef>
          </c:cat>
          <c:val>
            <c:numRef>
              <c:f>Hoja1!$C$65:$E$65</c:f>
              <c:numCache>
                <c:formatCode>0%</c:formatCode>
                <c:ptCount val="3"/>
                <c:pt idx="0">
                  <c:v>0.24752557600802741</c:v>
                </c:pt>
                <c:pt idx="1">
                  <c:v>0.16927241923895728</c:v>
                </c:pt>
                <c:pt idx="2">
                  <c:v>0.16284345228590219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B11-4AA1-9A42-AF9B0F5F42D7}"/>
            </c:ext>
          </c:extLst>
        </c:ser>
        <c:ser>
          <c:idx val="1"/>
          <c:order val="1"/>
          <c:tx>
            <c:strRef>
              <c:f>Hoja1!$B$66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Hoja1!$C$64:$E$64</c:f>
              <c:strCache>
                <c:ptCount val="3"/>
                <c:pt idx="0">
                  <c:v>Gobierno nacional a cargo de Javier Milei</c:v>
                </c:pt>
                <c:pt idx="1">
                  <c:v>Gobierno provincial a cargo de Axel Kicillof</c:v>
                </c:pt>
                <c:pt idx="2">
                  <c:v>Gobierno municipal a cargo del intendente de su municipio</c:v>
                </c:pt>
              </c:strCache>
            </c:strRef>
          </c:cat>
          <c:val>
            <c:numRef>
              <c:f>Hoja1!$C$66:$E$66</c:f>
              <c:numCache>
                <c:formatCode>0%</c:formatCode>
                <c:ptCount val="3"/>
                <c:pt idx="0">
                  <c:v>0.20425252995235216</c:v>
                </c:pt>
                <c:pt idx="1">
                  <c:v>0.19582732154260404</c:v>
                </c:pt>
                <c:pt idx="2">
                  <c:v>0.29355939395392489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BB11-4AA1-9A42-AF9B0F5F42D7}"/>
            </c:ext>
          </c:extLst>
        </c:ser>
        <c:ser>
          <c:idx val="2"/>
          <c:order val="2"/>
          <c:tx>
            <c:strRef>
              <c:f>Hoja1!$B$67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Hoja1!$C$64:$E$64</c:f>
              <c:strCache>
                <c:ptCount val="3"/>
                <c:pt idx="0">
                  <c:v>Gobierno nacional a cargo de Javier Milei</c:v>
                </c:pt>
                <c:pt idx="1">
                  <c:v>Gobierno provincial a cargo de Axel Kicillof</c:v>
                </c:pt>
                <c:pt idx="2">
                  <c:v>Gobierno municipal a cargo del intendente de su municipio</c:v>
                </c:pt>
              </c:strCache>
            </c:strRef>
          </c:cat>
          <c:val>
            <c:numRef>
              <c:f>Hoja1!$C$67:$E$67</c:f>
              <c:numCache>
                <c:formatCode>0%</c:formatCode>
                <c:ptCount val="3"/>
                <c:pt idx="0">
                  <c:v>0.14991978650253229</c:v>
                </c:pt>
                <c:pt idx="1">
                  <c:v>0.14468029998304913</c:v>
                </c:pt>
                <c:pt idx="2">
                  <c:v>0.19760743595494523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B11-4AA1-9A42-AF9B0F5F42D7}"/>
            </c:ext>
          </c:extLst>
        </c:ser>
        <c:ser>
          <c:idx val="3"/>
          <c:order val="3"/>
          <c:tx>
            <c:strRef>
              <c:f>Hoja1!$B$68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Black" panose="02000000000000000000" pitchFamily="2" charset="0"/>
                    <a:cs typeface="Roboto Black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Hoja1!$C$64:$E$64</c:f>
              <c:strCache>
                <c:ptCount val="3"/>
                <c:pt idx="0">
                  <c:v>Gobierno nacional a cargo de Javier Milei</c:v>
                </c:pt>
                <c:pt idx="1">
                  <c:v>Gobierno provincial a cargo de Axel Kicillof</c:v>
                </c:pt>
                <c:pt idx="2">
                  <c:v>Gobierno municipal a cargo del intendente de su municipio</c:v>
                </c:pt>
              </c:strCache>
            </c:strRef>
          </c:cat>
          <c:val>
            <c:numRef>
              <c:f>Hoja1!$C$68:$E$68</c:f>
              <c:numCache>
                <c:formatCode>0%</c:formatCode>
                <c:ptCount val="3"/>
                <c:pt idx="0">
                  <c:v>0.32104671277469693</c:v>
                </c:pt>
                <c:pt idx="1">
                  <c:v>0.44492639264380157</c:v>
                </c:pt>
                <c:pt idx="2">
                  <c:v>0.28196661109454857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BB11-4AA1-9A42-AF9B0F5F42D7}"/>
            </c:ext>
          </c:extLst>
        </c:ser>
        <c:ser>
          <c:idx val="4"/>
          <c:order val="4"/>
          <c:tx>
            <c:strRef>
              <c:f>Hoja1!$B$69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Hoja1!$C$64:$E$64</c:f>
              <c:strCache>
                <c:ptCount val="3"/>
                <c:pt idx="0">
                  <c:v>Gobierno nacional a cargo de Javier Milei</c:v>
                </c:pt>
                <c:pt idx="1">
                  <c:v>Gobierno provincial a cargo de Axel Kicillof</c:v>
                </c:pt>
                <c:pt idx="2">
                  <c:v>Gobierno municipal a cargo del intendente de su municipio</c:v>
                </c:pt>
              </c:strCache>
            </c:strRef>
          </c:cat>
          <c:val>
            <c:numRef>
              <c:f>Hoja1!$C$69:$E$69</c:f>
              <c:numCache>
                <c:formatCode>0%</c:formatCode>
                <c:ptCount val="3"/>
                <c:pt idx="0">
                  <c:v>7.7255394762392141E-2</c:v>
                </c:pt>
                <c:pt idx="1">
                  <c:v>4.5293566591589063E-2</c:v>
                </c:pt>
                <c:pt idx="2">
                  <c:v>6.4023106710680136E-2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BB11-4AA1-9A42-AF9B0F5F42D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512884352"/>
        <c:axId val="512880432"/>
      </c:barChart>
      <c:catAx>
        <c:axId val="512884352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80432"/>
        <c:crosses val="autoZero"/>
        <c:auto val="1"/>
        <c:lblAlgn val="ctr"/>
        <c:lblOffset val="100"/>
        <c:noMultiLvlLbl val="0"/>
      </c:catAx>
      <c:valAx>
        <c:axId val="51288043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12884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4554985536835821E-3"/>
          <c:y val="2.588786313521128E-2"/>
          <c:w val="0.68241794566971892"/>
          <c:h val="4.012990530911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4">
    <c:autoUpdate val="0"/>
  </c:externalData>
  <c:userShapes r:id="rId5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dirty="0"/>
              <a:t>Gestión gobierno provincial</a:t>
            </a:r>
          </a:p>
          <a:p>
            <a:pPr algn="l" rtl="0">
              <a:defRPr sz="2800" b="1">
                <a:solidFill>
                  <a:prstClr val="black"/>
                </a:solidFill>
                <a:latin typeface="HelveticaNeue Std"/>
              </a:defRPr>
            </a:pPr>
            <a:r>
              <a:rPr lang="es-ES" b="0" dirty="0"/>
              <a:t>Axel Kicillof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8487896099828887E-2"/>
          <c:y val="0.19394095350505128"/>
          <c:w val="0.9429140420381118"/>
          <c:h val="0.71282719596818522"/>
        </c:manualLayout>
      </c:layout>
      <c:lineChart>
        <c:grouping val="standard"/>
        <c:varyColors val="0"/>
        <c:ser>
          <c:idx val="0"/>
          <c:order val="0"/>
          <c:tx>
            <c:strRef>
              <c:f>Gestiones!$M$17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dLbl>
              <c:idx val="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E64B-4A13-BA94-99B84B9856A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EEB3-4C92-A348-1FB30EAF7FA4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EBBF-4687-AC6B-35706D960C64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EEB3-4C92-A348-1FB30EAF7FA4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EBBF-4687-AC6B-35706D960C6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Gestiones!$Q$16:$W$16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  <c:extLst/>
            </c:numRef>
          </c:cat>
          <c:val>
            <c:numRef>
              <c:f>Gestiones!$Q$17:$W$17</c:f>
              <c:numCache>
                <c:formatCode>0%</c:formatCode>
                <c:ptCount val="6"/>
                <c:pt idx="0">
                  <c:v>0.43633178391711114</c:v>
                </c:pt>
                <c:pt idx="1">
                  <c:v>0.40870857231620183</c:v>
                </c:pt>
                <c:pt idx="2">
                  <c:v>0.46749301034866619</c:v>
                </c:pt>
                <c:pt idx="3">
                  <c:v>0.46806732530826745</c:v>
                </c:pt>
                <c:pt idx="4">
                  <c:v>0.44279824768126769</c:v>
                </c:pt>
                <c:pt idx="5">
                  <c:v>0.36509974078156132</c:v>
                </c:pt>
              </c:numCache>
              <c:extLst/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EBBF-4687-AC6B-35706D960C64}"/>
            </c:ext>
          </c:extLst>
        </c:ser>
        <c:ser>
          <c:idx val="1"/>
          <c:order val="1"/>
          <c:tx>
            <c:strRef>
              <c:f>Gestiones!$M$18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E64B-4A13-BA94-99B84B9856A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EEB3-4C92-A348-1FB30EAF7FA4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EBBF-4687-AC6B-35706D960C64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EEB3-4C92-A348-1FB30EAF7FA4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EBBF-4687-AC6B-35706D960C6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Gestiones!$Q$16:$W$16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  <c:extLst/>
            </c:numRef>
          </c:cat>
          <c:val>
            <c:numRef>
              <c:f>Gestiones!$Q$18:$W$18</c:f>
              <c:numCache>
                <c:formatCode>0%</c:formatCode>
                <c:ptCount val="6"/>
                <c:pt idx="0">
                  <c:v>0.47027306592436535</c:v>
                </c:pt>
                <c:pt idx="1">
                  <c:v>0.5</c:v>
                </c:pt>
                <c:pt idx="2">
                  <c:v>0.45963483937463195</c:v>
                </c:pt>
                <c:pt idx="3">
                  <c:v>0.5</c:v>
                </c:pt>
                <c:pt idx="4">
                  <c:v>0.47</c:v>
                </c:pt>
                <c:pt idx="5">
                  <c:v>0.57999999999999996</c:v>
                </c:pt>
              </c:numCache>
              <c:extLst/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EBBF-4687-AC6B-35706D960C64}"/>
            </c:ext>
          </c:extLst>
        </c:ser>
        <c:ser>
          <c:idx val="2"/>
          <c:order val="2"/>
          <c:tx>
            <c:strRef>
              <c:f>Gestiones!$M$19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FFFF">
                  <a:lumMod val="65000"/>
                </a:srgbClr>
              </a:solidFill>
              <a:ln w="66675">
                <a:solidFill>
                  <a:srgbClr val="FFFFFF">
                    <a:lumMod val="75000"/>
                  </a:s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Gestiones!$Q$16:$W$16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  <c:extLst/>
            </c:numRef>
          </c:cat>
          <c:val>
            <c:numRef>
              <c:f>Gestiones!$Q$19:$W$19</c:f>
              <c:numCache>
                <c:formatCode>0%</c:formatCode>
                <c:ptCount val="6"/>
                <c:pt idx="0">
                  <c:v>9.3395150158522539E-2</c:v>
                </c:pt>
                <c:pt idx="1">
                  <c:v>8.4297878249015343E-2</c:v>
                </c:pt>
                <c:pt idx="2">
                  <c:v>7.2872150276701617E-2</c:v>
                </c:pt>
                <c:pt idx="3">
                  <c:v>3.7554661527195138E-2</c:v>
                </c:pt>
                <c:pt idx="4">
                  <c:v>8.1536472413488548E-2</c:v>
                </c:pt>
                <c:pt idx="5">
                  <c:v>4.5293566591589063E-2</c:v>
                </c:pt>
              </c:numCache>
              <c:extLst/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EBBF-4687-AC6B-35706D960C6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69848"/>
        <c:axId val="512879648"/>
      </c:lineChart>
      <c:dateAx>
        <c:axId val="51286984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79648"/>
        <c:crosses val="autoZero"/>
        <c:auto val="0"/>
        <c:lblOffset val="100"/>
        <c:baseTimeUnit val="days"/>
        <c:majorUnit val="1"/>
        <c:majorTimeUnit val="months"/>
      </c:dateAx>
      <c:valAx>
        <c:axId val="512879648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69848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9.6390958614790995E-2"/>
          <c:w val="0.74883168675417788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dirty="0"/>
              <a:t>Gestión gobierno nacional</a:t>
            </a:r>
          </a:p>
          <a:p>
            <a:pPr algn="l" rtl="0">
              <a:defRPr sz="2800" b="1">
                <a:solidFill>
                  <a:prstClr val="black"/>
                </a:solidFill>
                <a:latin typeface="HelveticaNeue Std"/>
              </a:defRPr>
            </a:pPr>
            <a:r>
              <a:rPr lang="es-ES" b="0" dirty="0"/>
              <a:t>Javier Milei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3.4857198538246217E-2"/>
          <c:y val="0.19394095350505128"/>
          <c:w val="0.93285677457787008"/>
          <c:h val="0.71282719596818522"/>
        </c:manualLayout>
      </c:layout>
      <c:lineChart>
        <c:grouping val="standard"/>
        <c:varyColors val="0"/>
        <c:ser>
          <c:idx val="0"/>
          <c:order val="0"/>
          <c:tx>
            <c:strRef>
              <c:f>Gestiones!$M$3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E1F5-4E48-924A-95A77B15857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Gestiones!$Q$2:$W$2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  <c:extLst/>
            </c:numRef>
          </c:cat>
          <c:val>
            <c:numRef>
              <c:f>Gestiones!$Q$3:$W$3</c:f>
              <c:numCache>
                <c:formatCode>0%</c:formatCode>
                <c:ptCount val="6"/>
                <c:pt idx="0">
                  <c:v>0.40669431215886731</c:v>
                </c:pt>
                <c:pt idx="1">
                  <c:v>0.45403090193209722</c:v>
                </c:pt>
                <c:pt idx="2">
                  <c:v>0.39336363768720523</c:v>
                </c:pt>
                <c:pt idx="3">
                  <c:v>0.4</c:v>
                </c:pt>
                <c:pt idx="4">
                  <c:v>0.48028393309213435</c:v>
                </c:pt>
                <c:pt idx="5">
                  <c:v>0.45177810596037959</c:v>
                </c:pt>
              </c:numCache>
              <c:extLst/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3C11-4706-B459-27D3BDE52AD3}"/>
            </c:ext>
          </c:extLst>
        </c:ser>
        <c:ser>
          <c:idx val="1"/>
          <c:order val="1"/>
          <c:tx>
            <c:strRef>
              <c:f>Gestiones!$M$4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4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E1F5-4E48-924A-95A77B15857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Gestiones!$Q$2:$W$2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  <c:extLst/>
            </c:numRef>
          </c:cat>
          <c:val>
            <c:numRef>
              <c:f>Gestiones!$Q$4:$W$4</c:f>
              <c:numCache>
                <c:formatCode>0%</c:formatCode>
                <c:ptCount val="6"/>
                <c:pt idx="0">
                  <c:v>0.51638653019706249</c:v>
                </c:pt>
                <c:pt idx="1">
                  <c:v>0.48</c:v>
                </c:pt>
                <c:pt idx="2">
                  <c:v>0.51349576772459138</c:v>
                </c:pt>
                <c:pt idx="3">
                  <c:v>0.52506286667892388</c:v>
                </c:pt>
                <c:pt idx="4">
                  <c:v>0.47</c:v>
                </c:pt>
                <c:pt idx="5">
                  <c:v>0.47096649927722922</c:v>
                </c:pt>
              </c:numCache>
              <c:extLst/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3C11-4706-B459-27D3BDE52AD3}"/>
            </c:ext>
          </c:extLst>
        </c:ser>
        <c:ser>
          <c:idx val="2"/>
          <c:order val="2"/>
          <c:tx>
            <c:strRef>
              <c:f>Gestiones!$M$5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FFFF">
                  <a:lumMod val="65000"/>
                </a:srgbClr>
              </a:solidFill>
              <a:ln w="66675">
                <a:solidFill>
                  <a:srgbClr val="FFFFFF">
                    <a:lumMod val="75000"/>
                  </a:s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Gestiones!$Q$2:$W$2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  <c:extLst/>
            </c:numRef>
          </c:cat>
          <c:val>
            <c:numRef>
              <c:f>Gestiones!$Q$5:$W$5</c:f>
              <c:numCache>
                <c:formatCode>0%</c:formatCode>
                <c:ptCount val="6"/>
                <c:pt idx="0">
                  <c:v>7.6919157644069328E-2</c:v>
                </c:pt>
                <c:pt idx="1">
                  <c:v>7.3120720418927823E-2</c:v>
                </c:pt>
                <c:pt idx="2">
                  <c:v>9.3140594588202855E-2</c:v>
                </c:pt>
                <c:pt idx="3">
                  <c:v>7.0000000000000007E-2</c:v>
                </c:pt>
                <c:pt idx="4">
                  <c:v>4.0665792063814606E-2</c:v>
                </c:pt>
                <c:pt idx="5">
                  <c:v>7.7255394762392141E-2</c:v>
                </c:pt>
              </c:numCache>
              <c:extLst/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3C11-4706-B459-27D3BDE52AD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77296"/>
        <c:axId val="512881216"/>
      </c:lineChart>
      <c:dateAx>
        <c:axId val="512877296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81216"/>
        <c:crosses val="autoZero"/>
        <c:auto val="0"/>
        <c:lblOffset val="100"/>
        <c:baseTimeUnit val="days"/>
        <c:majorUnit val="1"/>
        <c:majorTimeUnit val="months"/>
      </c:dateAx>
      <c:valAx>
        <c:axId val="512881216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77296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9.6390958614790995E-2"/>
          <c:w val="0.64876506936581357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dirty="0"/>
              <a:t>Gestión gobierno municipal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3.6843806221307063E-2"/>
          <c:y val="0.19394095350505128"/>
          <c:w val="0.90614811738561518"/>
          <c:h val="0.71282719596818522"/>
        </c:manualLayout>
      </c:layout>
      <c:lineChart>
        <c:grouping val="standard"/>
        <c:varyColors val="0"/>
        <c:ser>
          <c:idx val="0"/>
          <c:order val="0"/>
          <c:tx>
            <c:strRef>
              <c:f>Gestiones!$M$31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dLbl>
              <c:idx val="4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AE2E-4E74-9F3E-A4419A4C6603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Gestiones!$N$30:$R$30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Gestiones!$N$31:$R$31</c:f>
              <c:numCache>
                <c:formatCode>0%</c:formatCode>
                <c:ptCount val="5"/>
                <c:pt idx="0">
                  <c:v>0.47369559163138308</c:v>
                </c:pt>
                <c:pt idx="1">
                  <c:v>0.54823305145689227</c:v>
                </c:pt>
                <c:pt idx="2">
                  <c:v>0.51</c:v>
                </c:pt>
                <c:pt idx="3">
                  <c:v>0.54</c:v>
                </c:pt>
                <c:pt idx="4">
                  <c:v>0.45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AE2E-4E74-9F3E-A4419A4C6603}"/>
            </c:ext>
          </c:extLst>
        </c:ser>
        <c:ser>
          <c:idx val="1"/>
          <c:order val="1"/>
          <c:tx>
            <c:strRef>
              <c:f>Gestiones!$M$32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AE2E-4E74-9F3E-A4419A4C6603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Gestiones!$N$30:$R$30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Gestiones!$N$32:$R$32</c:f>
              <c:numCache>
                <c:formatCode>0%</c:formatCode>
                <c:ptCount val="5"/>
                <c:pt idx="0">
                  <c:v>0.42709735234801971</c:v>
                </c:pt>
                <c:pt idx="1">
                  <c:v>0.38</c:v>
                </c:pt>
                <c:pt idx="2">
                  <c:v>0.43158711476259587</c:v>
                </c:pt>
                <c:pt idx="3">
                  <c:v>0.42064066066691252</c:v>
                </c:pt>
                <c:pt idx="4">
                  <c:v>0.4795740470494938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AE2E-4E74-9F3E-A4419A4C6603}"/>
            </c:ext>
          </c:extLst>
        </c:ser>
        <c:ser>
          <c:idx val="2"/>
          <c:order val="2"/>
          <c:tx>
            <c:strRef>
              <c:f>Gestiones!$M$33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FFFF">
                  <a:lumMod val="65000"/>
                </a:srgbClr>
              </a:solidFill>
              <a:ln w="66675">
                <a:solidFill>
                  <a:srgbClr val="FFFFFF">
                    <a:lumMod val="75000"/>
                  </a:s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Gestiones!$N$30:$R$30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Gestiones!$N$33:$R$33</c:f>
              <c:numCache>
                <c:formatCode>0%</c:formatCode>
                <c:ptCount val="5"/>
                <c:pt idx="0">
                  <c:v>9.9207056020599177E-2</c:v>
                </c:pt>
                <c:pt idx="1">
                  <c:v>6.412269716342664E-2</c:v>
                </c:pt>
                <c:pt idx="2">
                  <c:v>5.0843885933392771E-2</c:v>
                </c:pt>
                <c:pt idx="3">
                  <c:v>4.4500792217440362E-2</c:v>
                </c:pt>
                <c:pt idx="4">
                  <c:v>6.4023106710680136E-2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AE2E-4E74-9F3E-A4419A4C660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83960"/>
        <c:axId val="512875728"/>
      </c:lineChart>
      <c:dateAx>
        <c:axId val="51288396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75728"/>
        <c:crosses val="autoZero"/>
        <c:auto val="0"/>
        <c:lblOffset val="100"/>
        <c:baseTimeUnit val="days"/>
        <c:majorUnit val="1"/>
        <c:majorTimeUnit val="months"/>
      </c:dateAx>
      <c:valAx>
        <c:axId val="512875728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83960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9.6390958614790995E-2"/>
          <c:w val="0.74883168675417788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Sheet1!$B$79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Sheet1!$C$78:$BE$78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Sheet1!$C$79:$BE$79</c:f>
              <c:numCache>
                <c:formatCode>General</c:formatCode>
                <c:ptCount val="55"/>
                <c:pt idx="0" formatCode="0%">
                  <c:v>0.24752557600802741</c:v>
                </c:pt>
                <c:pt idx="2" formatCode="0%">
                  <c:v>0.25045774361140727</c:v>
                </c:pt>
                <c:pt idx="3" formatCode="0%">
                  <c:v>0.24470664445201018</c:v>
                </c:pt>
                <c:pt idx="5" formatCode="0%">
                  <c:v>0.19063467696895611</c:v>
                </c:pt>
                <c:pt idx="6" formatCode="0%">
                  <c:v>0.29485384571226009</c:v>
                </c:pt>
                <c:pt idx="7" formatCode="0%">
                  <c:v>0.30975814851803818</c:v>
                </c:pt>
                <c:pt idx="8" formatCode="0%">
                  <c:v>0.1895715858870346</c:v>
                </c:pt>
                <c:pt idx="10" formatCode="0%">
                  <c:v>0.28208280982717693</c:v>
                </c:pt>
                <c:pt idx="11" formatCode="0%">
                  <c:v>0.19463867865504705</c:v>
                </c:pt>
                <c:pt idx="12" formatCode="0%">
                  <c:v>0.28481530997288451</c:v>
                </c:pt>
                <c:pt idx="14" formatCode="0%">
                  <c:v>0.23307056737979187</c:v>
                </c:pt>
                <c:pt idx="15" formatCode="0%">
                  <c:v>0.21950147756979291</c:v>
                </c:pt>
                <c:pt idx="16" formatCode="0%">
                  <c:v>0.3031313592167722</c:v>
                </c:pt>
                <c:pt idx="17" formatCode="0%">
                  <c:v>0.32284760415508906</c:v>
                </c:pt>
                <c:pt idx="19" formatCode="0%">
                  <c:v>0.20028910710050402</c:v>
                </c:pt>
                <c:pt idx="20" formatCode="0%">
                  <c:v>0.32710796580303664</c:v>
                </c:pt>
                <c:pt idx="22" formatCode="0%">
                  <c:v>0.12337979333321687</c:v>
                </c:pt>
                <c:pt idx="23" formatCode="0%">
                  <c:v>0.20755023457837468</c:v>
                </c:pt>
                <c:pt idx="24" formatCode="0%">
                  <c:v>0.34268427928656442</c:v>
                </c:pt>
                <c:pt idx="25" formatCode="0%">
                  <c:v>0.32408283191291148</c:v>
                </c:pt>
                <c:pt idx="27" formatCode="0%">
                  <c:v>0.20272753087841677</c:v>
                </c:pt>
                <c:pt idx="28" formatCode="0%">
                  <c:v>0.2192583961997592</c:v>
                </c:pt>
                <c:pt idx="29" formatCode="0%">
                  <c:v>0.3580560842430397</c:v>
                </c:pt>
                <c:pt idx="31" formatCode="0%">
                  <c:v>0.19306129256323884</c:v>
                </c:pt>
                <c:pt idx="32" formatCode="0%">
                  <c:v>4.3975653168273707E-3</c:v>
                </c:pt>
                <c:pt idx="33" formatCode="0%">
                  <c:v>1.2097133600571845E-2</c:v>
                </c:pt>
                <c:pt idx="34" formatCode="0%">
                  <c:v>0.32030037339985251</c:v>
                </c:pt>
                <c:pt idx="35" formatCode="0%">
                  <c:v>8.4192356617181149E-2</c:v>
                </c:pt>
                <c:pt idx="36" formatCode="0%">
                  <c:v>0.75264613894597898</c:v>
                </c:pt>
                <c:pt idx="38" formatCode="0%">
                  <c:v>9.6946753035402941E-2</c:v>
                </c:pt>
                <c:pt idx="39" formatCode="0%">
                  <c:v>7.3415621452935897E-2</c:v>
                </c:pt>
                <c:pt idx="40" formatCode="0%">
                  <c:v>0.58156573972225922</c:v>
                </c:pt>
                <c:pt idx="41" formatCode="0%">
                  <c:v>0.43884357166099641</c:v>
                </c:pt>
                <c:pt idx="43" formatCode="0%">
                  <c:v>0.47052941152188771</c:v>
                </c:pt>
                <c:pt idx="44" formatCode="0%">
                  <c:v>0.12185645953300012</c:v>
                </c:pt>
                <c:pt idx="46" formatCode="0%">
                  <c:v>1</c:v>
                </c:pt>
                <c:pt idx="47" formatCode="0%">
                  <c:v>0</c:v>
                </c:pt>
                <c:pt idx="48" formatCode="0%">
                  <c:v>0</c:v>
                </c:pt>
                <c:pt idx="49" formatCode="0%">
                  <c:v>0</c:v>
                </c:pt>
                <c:pt idx="51" formatCode="0%">
                  <c:v>2.5408366451991869E-2</c:v>
                </c:pt>
                <c:pt idx="52" formatCode="0%">
                  <c:v>9.234463410081363E-3</c:v>
                </c:pt>
                <c:pt idx="53" formatCode="0%">
                  <c:v>0.12220873352056845</c:v>
                </c:pt>
                <c:pt idx="54" formatCode="0%">
                  <c:v>0.49579255714866599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Sheet1!$B$80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Sheet1!$C$78:$BE$78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Sheet1!$C$80:$BE$80</c:f>
              <c:numCache>
                <c:formatCode>General</c:formatCode>
                <c:ptCount val="55"/>
                <c:pt idx="0" formatCode="0%">
                  <c:v>0.20425252995235216</c:v>
                </c:pt>
                <c:pt idx="2" formatCode="0%">
                  <c:v>0.18571192819574864</c:v>
                </c:pt>
                <c:pt idx="3" formatCode="0%">
                  <c:v>0.22222115857790242</c:v>
                </c:pt>
                <c:pt idx="5" formatCode="0%">
                  <c:v>0.14362903942736169</c:v>
                </c:pt>
                <c:pt idx="6" formatCode="0%">
                  <c:v>0.27692197205287677</c:v>
                </c:pt>
                <c:pt idx="7" formatCode="0%">
                  <c:v>0.17117777524294303</c:v>
                </c:pt>
                <c:pt idx="8" formatCode="0%">
                  <c:v>0.2183614198994627</c:v>
                </c:pt>
                <c:pt idx="10" formatCode="0%">
                  <c:v>0.12719250806769755</c:v>
                </c:pt>
                <c:pt idx="11" formatCode="0%">
                  <c:v>0.23349492842670866</c:v>
                </c:pt>
                <c:pt idx="12" formatCode="0%">
                  <c:v>0.23334844939670807</c:v>
                </c:pt>
                <c:pt idx="14" formatCode="0%">
                  <c:v>0.15138225814134643</c:v>
                </c:pt>
                <c:pt idx="15" formatCode="0%">
                  <c:v>0.16511337678035182</c:v>
                </c:pt>
                <c:pt idx="16" formatCode="0%">
                  <c:v>0.32972696299785453</c:v>
                </c:pt>
                <c:pt idx="17" formatCode="0%">
                  <c:v>0.19899062052234887</c:v>
                </c:pt>
                <c:pt idx="19" formatCode="0%">
                  <c:v>0.18902039635834955</c:v>
                </c:pt>
                <c:pt idx="20" formatCode="0%">
                  <c:v>0.22991510848803309</c:v>
                </c:pt>
                <c:pt idx="22" formatCode="0%">
                  <c:v>0.22328401351789146</c:v>
                </c:pt>
                <c:pt idx="23" formatCode="0%">
                  <c:v>0.20162896551728554</c:v>
                </c:pt>
                <c:pt idx="24" formatCode="0%">
                  <c:v>0.36197028043680179</c:v>
                </c:pt>
                <c:pt idx="25" formatCode="0%">
                  <c:v>0.17614500924655496</c:v>
                </c:pt>
                <c:pt idx="27" formatCode="0%">
                  <c:v>0.20146390782767651</c:v>
                </c:pt>
                <c:pt idx="28" formatCode="0%">
                  <c:v>0.21997976104077155</c:v>
                </c:pt>
                <c:pt idx="29" formatCode="0%">
                  <c:v>0.2306755051625009</c:v>
                </c:pt>
                <c:pt idx="31" formatCode="0%">
                  <c:v>0.23241459500508749</c:v>
                </c:pt>
                <c:pt idx="32" formatCode="0%">
                  <c:v>3.5962255550095863E-2</c:v>
                </c:pt>
                <c:pt idx="33" formatCode="0%">
                  <c:v>2.2472422469510138E-2</c:v>
                </c:pt>
                <c:pt idx="34" formatCode="0%">
                  <c:v>0.54238087342028529</c:v>
                </c:pt>
                <c:pt idx="35" formatCode="0%">
                  <c:v>0.46580641404540907</c:v>
                </c:pt>
                <c:pt idx="36" formatCode="0%">
                  <c:v>0.18543666586574467</c:v>
                </c:pt>
                <c:pt idx="38" formatCode="0%">
                  <c:v>0.26923159971524691</c:v>
                </c:pt>
                <c:pt idx="39" formatCode="0%">
                  <c:v>5.2409029580169457E-2</c:v>
                </c:pt>
                <c:pt idx="40" formatCode="0%">
                  <c:v>0.2316216531752778</c:v>
                </c:pt>
                <c:pt idx="41" formatCode="0%">
                  <c:v>0.44493500403153363</c:v>
                </c:pt>
                <c:pt idx="43" formatCode="0%">
                  <c:v>0.37179511639073709</c:v>
                </c:pt>
                <c:pt idx="44" formatCode="0%">
                  <c:v>2.5206200431873601E-2</c:v>
                </c:pt>
                <c:pt idx="46" formatCode="0%">
                  <c:v>0</c:v>
                </c:pt>
                <c:pt idx="47" formatCode="0%">
                  <c:v>1</c:v>
                </c:pt>
                <c:pt idx="48" formatCode="0%">
                  <c:v>0</c:v>
                </c:pt>
                <c:pt idx="49" formatCode="0%">
                  <c:v>0</c:v>
                </c:pt>
                <c:pt idx="51" formatCode="0%">
                  <c:v>1.0260029976563332E-2</c:v>
                </c:pt>
                <c:pt idx="52" formatCode="0%">
                  <c:v>6.4015198756446304E-2</c:v>
                </c:pt>
                <c:pt idx="53" formatCode="0%">
                  <c:v>0.26681098563241584</c:v>
                </c:pt>
                <c:pt idx="54" formatCode="0%">
                  <c:v>0.31475916733743448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Sheet1!$B$81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Sheet1!$C$78:$BE$78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Sheet1!$C$81:$BE$81</c:f>
              <c:numCache>
                <c:formatCode>General</c:formatCode>
                <c:ptCount val="55"/>
                <c:pt idx="0" formatCode="0%">
                  <c:v>0.14991978650253229</c:v>
                </c:pt>
                <c:pt idx="2" formatCode="0%">
                  <c:v>0.16957836474321064</c:v>
                </c:pt>
                <c:pt idx="3" formatCode="0%">
                  <c:v>0.13087343225999379</c:v>
                </c:pt>
                <c:pt idx="5" formatCode="0%">
                  <c:v>0.305431749927212</c:v>
                </c:pt>
                <c:pt idx="6" formatCode="0%">
                  <c:v>7.5192038766159652E-2</c:v>
                </c:pt>
                <c:pt idx="7" formatCode="0%">
                  <c:v>0.11011986992911879</c:v>
                </c:pt>
                <c:pt idx="8" formatCode="0%">
                  <c:v>0.11113230393366996</c:v>
                </c:pt>
                <c:pt idx="10" formatCode="0%">
                  <c:v>0.14405339731402605</c:v>
                </c:pt>
                <c:pt idx="11" formatCode="0%">
                  <c:v>0.18069814860113398</c:v>
                </c:pt>
                <c:pt idx="12" formatCode="0%">
                  <c:v>0.11599866240583166</c:v>
                </c:pt>
                <c:pt idx="14" formatCode="0%">
                  <c:v>0.181412031746707</c:v>
                </c:pt>
                <c:pt idx="15" formatCode="0%">
                  <c:v>0.18317679452404015</c:v>
                </c:pt>
                <c:pt idx="16" formatCode="0%">
                  <c:v>8.5316288538762372E-2</c:v>
                </c:pt>
                <c:pt idx="17" formatCode="0%">
                  <c:v>1.0477584384119172E-3</c:v>
                </c:pt>
                <c:pt idx="19" formatCode="0%">
                  <c:v>0.17967734464530852</c:v>
                </c:pt>
                <c:pt idx="20" formatCode="0%">
                  <c:v>9.9785268698029006E-2</c:v>
                </c:pt>
                <c:pt idx="22" formatCode="0%">
                  <c:v>7.0243209729381015E-2</c:v>
                </c:pt>
                <c:pt idx="23" formatCode="0%">
                  <c:v>0.19620485659027168</c:v>
                </c:pt>
                <c:pt idx="24" formatCode="0%">
                  <c:v>1.8658602067872353E-2</c:v>
                </c:pt>
                <c:pt idx="25" formatCode="0%">
                  <c:v>0.16584154621024208</c:v>
                </c:pt>
                <c:pt idx="27" formatCode="0%">
                  <c:v>0.15390531647197159</c:v>
                </c:pt>
                <c:pt idx="28" formatCode="0%">
                  <c:v>0.12973105495668219</c:v>
                </c:pt>
                <c:pt idx="29" formatCode="0%">
                  <c:v>0.12776019191537719</c:v>
                </c:pt>
                <c:pt idx="31" formatCode="0%">
                  <c:v>0.20243866034424285</c:v>
                </c:pt>
                <c:pt idx="32" formatCode="0%">
                  <c:v>0.20677845370617789</c:v>
                </c:pt>
                <c:pt idx="33" formatCode="0%">
                  <c:v>0.16793587600857932</c:v>
                </c:pt>
                <c:pt idx="34" formatCode="0%">
                  <c:v>6.6498548619041101E-2</c:v>
                </c:pt>
                <c:pt idx="35" formatCode="0%">
                  <c:v>0.34845776449271026</c:v>
                </c:pt>
                <c:pt idx="36" formatCode="0%">
                  <c:v>1.0616627083122922E-2</c:v>
                </c:pt>
                <c:pt idx="38" formatCode="0%">
                  <c:v>0.15296431354504736</c:v>
                </c:pt>
                <c:pt idx="39" formatCode="0%">
                  <c:v>0.21240118075370035</c:v>
                </c:pt>
                <c:pt idx="40" formatCode="0%">
                  <c:v>4.6919740541390281E-2</c:v>
                </c:pt>
                <c:pt idx="41" formatCode="0%">
                  <c:v>6.9000552858151917E-2</c:v>
                </c:pt>
                <c:pt idx="43" formatCode="0%">
                  <c:v>5.2903663197677787E-2</c:v>
                </c:pt>
                <c:pt idx="44" formatCode="0%">
                  <c:v>0.23519335258686205</c:v>
                </c:pt>
                <c:pt idx="46" formatCode="0%">
                  <c:v>0</c:v>
                </c:pt>
                <c:pt idx="47" formatCode="0%">
                  <c:v>0</c:v>
                </c:pt>
                <c:pt idx="48" formatCode="0%">
                  <c:v>1</c:v>
                </c:pt>
                <c:pt idx="49" formatCode="0%">
                  <c:v>0</c:v>
                </c:pt>
                <c:pt idx="51" formatCode="0%">
                  <c:v>0.11614060184538147</c:v>
                </c:pt>
                <c:pt idx="52" formatCode="0%">
                  <c:v>0.28529761416735044</c:v>
                </c:pt>
                <c:pt idx="53" formatCode="0%">
                  <c:v>0.36550315859303351</c:v>
                </c:pt>
                <c:pt idx="54" formatCode="0%">
                  <c:v>4.9050148019191303E-2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Sheet1!$B$82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Sheet1!$C$78:$BE$78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Sheet1!$C$82:$BE$82</c:f>
              <c:numCache>
                <c:formatCode>General</c:formatCode>
                <c:ptCount val="55"/>
                <c:pt idx="0" formatCode="0%">
                  <c:v>0.32104671277469693</c:v>
                </c:pt>
                <c:pt idx="2" formatCode="0%">
                  <c:v>0.33718032000460385</c:v>
                </c:pt>
                <c:pt idx="3" formatCode="0%">
                  <c:v>0.30547884615762816</c:v>
                </c:pt>
                <c:pt idx="5" formatCode="0%">
                  <c:v>0.20642706788839399</c:v>
                </c:pt>
                <c:pt idx="6" formatCode="0%">
                  <c:v>0.28964008943336533</c:v>
                </c:pt>
                <c:pt idx="7" formatCode="0%">
                  <c:v>0.37964567745274957</c:v>
                </c:pt>
                <c:pt idx="8" formatCode="0%">
                  <c:v>0.42052966245627255</c:v>
                </c:pt>
                <c:pt idx="10" formatCode="0%">
                  <c:v>0.37305293194483319</c:v>
                </c:pt>
                <c:pt idx="11" formatCode="0%">
                  <c:v>0.30884605921850361</c:v>
                </c:pt>
                <c:pt idx="12" formatCode="0%">
                  <c:v>0.29187477430207726</c:v>
                </c:pt>
                <c:pt idx="14" formatCode="0%">
                  <c:v>0.36109095338340352</c:v>
                </c:pt>
                <c:pt idx="15" formatCode="0%">
                  <c:v>0.31724180970088023</c:v>
                </c:pt>
                <c:pt idx="16" formatCode="0%">
                  <c:v>0.26626459824802456</c:v>
                </c:pt>
                <c:pt idx="17" formatCode="0%">
                  <c:v>0.41235434356598333</c:v>
                </c:pt>
                <c:pt idx="19" formatCode="0%">
                  <c:v>0.32803306207504046</c:v>
                </c:pt>
                <c:pt idx="20" formatCode="0%">
                  <c:v>0.30927635004177317</c:v>
                </c:pt>
                <c:pt idx="22" formatCode="0%">
                  <c:v>0.38713188809154903</c:v>
                </c:pt>
                <c:pt idx="23" formatCode="0%">
                  <c:v>0.3146158509722598</c:v>
                </c:pt>
                <c:pt idx="24" formatCode="0%">
                  <c:v>0.25002289382250392</c:v>
                </c:pt>
                <c:pt idx="25" formatCode="0%">
                  <c:v>0.30075517322016232</c:v>
                </c:pt>
                <c:pt idx="27" formatCode="0%">
                  <c:v>0.34135396575284715</c:v>
                </c:pt>
                <c:pt idx="28" formatCode="0%">
                  <c:v>0.3500024281366555</c:v>
                </c:pt>
                <c:pt idx="29" formatCode="0%">
                  <c:v>0.24319821448584636</c:v>
                </c:pt>
                <c:pt idx="31" formatCode="0%">
                  <c:v>0.17939572150594413</c:v>
                </c:pt>
                <c:pt idx="32" formatCode="0%">
                  <c:v>0.74719947277974663</c:v>
                </c:pt>
                <c:pt idx="33" formatCode="0%">
                  <c:v>0.79080982552175083</c:v>
                </c:pt>
                <c:pt idx="34" formatCode="0%">
                  <c:v>3.2634519242017934E-2</c:v>
                </c:pt>
                <c:pt idx="35" formatCode="0%">
                  <c:v>9.9941172734465858E-2</c:v>
                </c:pt>
                <c:pt idx="36" formatCode="0%">
                  <c:v>3.8488924479436928E-2</c:v>
                </c:pt>
                <c:pt idx="38" formatCode="0%">
                  <c:v>0.28901348979573083</c:v>
                </c:pt>
                <c:pt idx="39" formatCode="0%">
                  <c:v>0.63508470168190123</c:v>
                </c:pt>
                <c:pt idx="40" formatCode="0%">
                  <c:v>0.10663258680493648</c:v>
                </c:pt>
                <c:pt idx="41" formatCode="0%">
                  <c:v>3.5188329467728832E-2</c:v>
                </c:pt>
                <c:pt idx="43" formatCode="0%">
                  <c:v>7.4983408115558953E-2</c:v>
                </c:pt>
                <c:pt idx="44" formatCode="0%">
                  <c:v>0.60751761567354601</c:v>
                </c:pt>
                <c:pt idx="46" formatCode="0%">
                  <c:v>0</c:v>
                </c:pt>
                <c:pt idx="47" formatCode="0%">
                  <c:v>0</c:v>
                </c:pt>
                <c:pt idx="48" formatCode="0%">
                  <c:v>0</c:v>
                </c:pt>
                <c:pt idx="49" formatCode="0%">
                  <c:v>1</c:v>
                </c:pt>
                <c:pt idx="51" formatCode="0%">
                  <c:v>0.83258324187342081</c:v>
                </c:pt>
                <c:pt idx="52" formatCode="0%">
                  <c:v>0.61116325182385067</c:v>
                </c:pt>
                <c:pt idx="53" formatCode="0%">
                  <c:v>0.13110082962092226</c:v>
                </c:pt>
                <c:pt idx="54" formatCode="0%">
                  <c:v>8.1541961581888353E-2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Sheet1!$B$83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Sheet1!$C$78:$BE$78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Sheet1!$C$83:$BE$83</c:f>
              <c:numCache>
                <c:formatCode>General</c:formatCode>
                <c:ptCount val="55"/>
                <c:pt idx="0" formatCode="0%">
                  <c:v>7.7255394762392141E-2</c:v>
                </c:pt>
                <c:pt idx="2" formatCode="0%">
                  <c:v>5.7071643445031434E-2</c:v>
                </c:pt>
                <c:pt idx="3" formatCode="0%">
                  <c:v>9.6719918552463854E-2</c:v>
                </c:pt>
                <c:pt idx="5" formatCode="0%">
                  <c:v>0.1538774657880761</c:v>
                </c:pt>
                <c:pt idx="6" formatCode="0%">
                  <c:v>6.3392054035338499E-2</c:v>
                </c:pt>
                <c:pt idx="7" formatCode="0%">
                  <c:v>2.9298528857149373E-2</c:v>
                </c:pt>
                <c:pt idx="8" formatCode="0%">
                  <c:v>6.040502782355963E-2</c:v>
                </c:pt>
                <c:pt idx="10" formatCode="0%">
                  <c:v>7.3618352846265486E-2</c:v>
                </c:pt>
                <c:pt idx="11" formatCode="0%">
                  <c:v>8.232218509860631E-2</c:v>
                </c:pt>
                <c:pt idx="12" formatCode="0%">
                  <c:v>7.3962803922498294E-2</c:v>
                </c:pt>
                <c:pt idx="14" formatCode="0%">
                  <c:v>7.3044189348750219E-2</c:v>
                </c:pt>
                <c:pt idx="15" formatCode="0%">
                  <c:v>0.1149665414249345</c:v>
                </c:pt>
                <c:pt idx="16" formatCode="0%">
                  <c:v>1.5560790998586854E-2</c:v>
                </c:pt>
                <c:pt idx="17" formatCode="0%">
                  <c:v>6.4759673318166899E-2</c:v>
                </c:pt>
                <c:pt idx="19" formatCode="0%">
                  <c:v>0.10298008982079826</c:v>
                </c:pt>
                <c:pt idx="20" formatCode="0%">
                  <c:v>3.3915306969128284E-2</c:v>
                </c:pt>
                <c:pt idx="22" formatCode="0%">
                  <c:v>0.19596109532796169</c:v>
                </c:pt>
                <c:pt idx="23" formatCode="0%">
                  <c:v>8.0000092341808354E-2</c:v>
                </c:pt>
                <c:pt idx="24" formatCode="0%">
                  <c:v>2.6663944386257504E-2</c:v>
                </c:pt>
                <c:pt idx="25" formatCode="0%">
                  <c:v>3.3175439410129286E-2</c:v>
                </c:pt>
                <c:pt idx="27" formatCode="0%">
                  <c:v>0.10054927906908767</c:v>
                </c:pt>
                <c:pt idx="28" formatCode="0%">
                  <c:v>8.1028359666131228E-2</c:v>
                </c:pt>
                <c:pt idx="29" formatCode="0%">
                  <c:v>4.0310004193235709E-2</c:v>
                </c:pt>
                <c:pt idx="31" formatCode="0%">
                  <c:v>0.19268973058148678</c:v>
                </c:pt>
                <c:pt idx="32" formatCode="0%">
                  <c:v>5.6622526471520095E-3</c:v>
                </c:pt>
                <c:pt idx="33" formatCode="0%">
                  <c:v>6.6847423995880428E-3</c:v>
                </c:pt>
                <c:pt idx="34" formatCode="0%">
                  <c:v>3.8185685318802655E-2</c:v>
                </c:pt>
                <c:pt idx="35" formatCode="0%">
                  <c:v>1.6022921102335664E-3</c:v>
                </c:pt>
                <c:pt idx="36" formatCode="0%">
                  <c:v>1.2811643625716483E-2</c:v>
                </c:pt>
                <c:pt idx="38" formatCode="0%">
                  <c:v>0.19184384390857206</c:v>
                </c:pt>
                <c:pt idx="39" formatCode="0%">
                  <c:v>2.6689466531292831E-2</c:v>
                </c:pt>
                <c:pt idx="40" formatCode="0%">
                  <c:v>3.3260279756135831E-2</c:v>
                </c:pt>
                <c:pt idx="41" formatCode="0%">
                  <c:v>1.2032541981588934E-2</c:v>
                </c:pt>
                <c:pt idx="43" formatCode="0%">
                  <c:v>2.97884007741381E-2</c:v>
                </c:pt>
                <c:pt idx="44" formatCode="0%">
                  <c:v>1.0226371774718352E-2</c:v>
                </c:pt>
                <c:pt idx="46" formatCode="0%">
                  <c:v>0</c:v>
                </c:pt>
                <c:pt idx="47" formatCode="0%">
                  <c:v>0</c:v>
                </c:pt>
                <c:pt idx="48" formatCode="0%">
                  <c:v>0</c:v>
                </c:pt>
                <c:pt idx="49" formatCode="0%">
                  <c:v>0</c:v>
                </c:pt>
                <c:pt idx="51" formatCode="0%">
                  <c:v>1.5607759852642549E-2</c:v>
                </c:pt>
                <c:pt idx="52" formatCode="0%">
                  <c:v>3.0289471842271452E-2</c:v>
                </c:pt>
                <c:pt idx="53" formatCode="0%">
                  <c:v>0.11437629263305978</c:v>
                </c:pt>
                <c:pt idx="54" formatCode="0%">
                  <c:v>5.8856165912819176E-2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12879256"/>
        <c:axId val="512881608"/>
      </c:barChart>
      <c:catAx>
        <c:axId val="512879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512881608"/>
        <c:crosses val="autoZero"/>
        <c:auto val="1"/>
        <c:lblAlgn val="ctr"/>
        <c:lblOffset val="100"/>
        <c:noMultiLvlLbl val="0"/>
      </c:catAx>
      <c:valAx>
        <c:axId val="51288160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12879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Sheet1!$B$86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Sheet1!$C$85:$BE$85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Sheet1!$C$86:$BE$86</c:f>
              <c:numCache>
                <c:formatCode>General</c:formatCode>
                <c:ptCount val="55"/>
                <c:pt idx="0" formatCode="0%">
                  <c:v>0.16927241923895728</c:v>
                </c:pt>
                <c:pt idx="2" formatCode="0%">
                  <c:v>0.12387972627549201</c:v>
                </c:pt>
                <c:pt idx="3" formatCode="0%">
                  <c:v>0.21322465177345806</c:v>
                </c:pt>
                <c:pt idx="5" formatCode="0%">
                  <c:v>9.6542750961711069E-2</c:v>
                </c:pt>
                <c:pt idx="6" formatCode="0%">
                  <c:v>0.18463897473790566</c:v>
                </c:pt>
                <c:pt idx="7" formatCode="0%">
                  <c:v>0.18112377947549382</c:v>
                </c:pt>
                <c:pt idx="8" formatCode="0%">
                  <c:v>0.21728231700674405</c:v>
                </c:pt>
                <c:pt idx="10" formatCode="0%">
                  <c:v>0.20078161095610925</c:v>
                </c:pt>
                <c:pt idx="11" formatCode="0%">
                  <c:v>0.16924192363715126</c:v>
                </c:pt>
                <c:pt idx="12" formatCode="0%">
                  <c:v>0.14249299262528403</c:v>
                </c:pt>
                <c:pt idx="14" formatCode="0%">
                  <c:v>0.2534673084578401</c:v>
                </c:pt>
                <c:pt idx="15" formatCode="0%">
                  <c:v>0.13205128185546738</c:v>
                </c:pt>
                <c:pt idx="16" formatCode="0%">
                  <c:v>0.14715971577066311</c:v>
                </c:pt>
                <c:pt idx="17" formatCode="0%">
                  <c:v>9.2960235696796789E-2</c:v>
                </c:pt>
                <c:pt idx="19" formatCode="0%">
                  <c:v>0.18854614258091754</c:v>
                </c:pt>
                <c:pt idx="20" formatCode="0%">
                  <c:v>0.13691102449513187</c:v>
                </c:pt>
                <c:pt idx="22" formatCode="0%">
                  <c:v>0.17343423266173283</c:v>
                </c:pt>
                <c:pt idx="23" formatCode="0%">
                  <c:v>0.16537217168781745</c:v>
                </c:pt>
                <c:pt idx="24" formatCode="0%">
                  <c:v>0.14937768177909036</c:v>
                </c:pt>
                <c:pt idx="25" formatCode="0%">
                  <c:v>0.15335903546340743</c:v>
                </c:pt>
                <c:pt idx="27" formatCode="0%">
                  <c:v>0.17685430989947773</c:v>
                </c:pt>
                <c:pt idx="28" formatCode="0%">
                  <c:v>0.19703057832631088</c:v>
                </c:pt>
                <c:pt idx="29" formatCode="0%">
                  <c:v>0.10132854894296334</c:v>
                </c:pt>
                <c:pt idx="31" formatCode="0%">
                  <c:v>9.0786403382229056E-2</c:v>
                </c:pt>
                <c:pt idx="32" formatCode="0%">
                  <c:v>0.50571858962407401</c:v>
                </c:pt>
                <c:pt idx="33" formatCode="0%">
                  <c:v>0.30911977831649701</c:v>
                </c:pt>
                <c:pt idx="34" formatCode="0%">
                  <c:v>7.187752900941094E-2</c:v>
                </c:pt>
                <c:pt idx="35" formatCode="0%">
                  <c:v>2.4928279041167394E-3</c:v>
                </c:pt>
                <c:pt idx="36" formatCode="0%">
                  <c:v>3.4422337050878534E-3</c:v>
                </c:pt>
                <c:pt idx="38" formatCode="0%">
                  <c:v>9.8776171645423225E-2</c:v>
                </c:pt>
                <c:pt idx="39" formatCode="0%">
                  <c:v>0.38467455279376639</c:v>
                </c:pt>
                <c:pt idx="40" formatCode="0%">
                  <c:v>7.1000552111524534E-2</c:v>
                </c:pt>
                <c:pt idx="41" formatCode="0%">
                  <c:v>7.4403016069949238E-3</c:v>
                </c:pt>
                <c:pt idx="43" formatCode="0%">
                  <c:v>4.2179561473286151E-2</c:v>
                </c:pt>
                <c:pt idx="44" formatCode="0%">
                  <c:v>0.37878932556014711</c:v>
                </c:pt>
                <c:pt idx="46" formatCode="0%">
                  <c:v>1.7338986857854878E-2</c:v>
                </c:pt>
                <c:pt idx="47" formatCode="0%">
                  <c:v>8.574904989293081E-3</c:v>
                </c:pt>
                <c:pt idx="48" formatCode="0%">
                  <c:v>0.13084863474474473</c:v>
                </c:pt>
                <c:pt idx="49" formatCode="0%">
                  <c:v>0.43802963868076084</c:v>
                </c:pt>
                <c:pt idx="51" formatCode="0%">
                  <c:v>1</c:v>
                </c:pt>
                <c:pt idx="52" formatCode="0%">
                  <c:v>0</c:v>
                </c:pt>
                <c:pt idx="53" formatCode="0%">
                  <c:v>0</c:v>
                </c:pt>
                <c:pt idx="54" formatCode="0%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Sheet1!$B$87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Sheet1!$C$85:$BE$85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Sheet1!$C$87:$BE$87</c:f>
              <c:numCache>
                <c:formatCode>General</c:formatCode>
                <c:ptCount val="55"/>
                <c:pt idx="0" formatCode="0%">
                  <c:v>0.19582732154260404</c:v>
                </c:pt>
                <c:pt idx="2" formatCode="0%">
                  <c:v>0.22006589377617536</c:v>
                </c:pt>
                <c:pt idx="3" formatCode="0%">
                  <c:v>0.17244946539268874</c:v>
                </c:pt>
                <c:pt idx="5" formatCode="0%">
                  <c:v>0.27382646809403594</c:v>
                </c:pt>
                <c:pt idx="6" formatCode="0%">
                  <c:v>9.1778099385302958E-2</c:v>
                </c:pt>
                <c:pt idx="7" formatCode="0%">
                  <c:v>0.17752441379657383</c:v>
                </c:pt>
                <c:pt idx="8" formatCode="0%">
                  <c:v>0.25214995124743383</c:v>
                </c:pt>
                <c:pt idx="10" formatCode="0%">
                  <c:v>0.22264733573510825</c:v>
                </c:pt>
                <c:pt idx="11" formatCode="0%">
                  <c:v>0.16912969974304473</c:v>
                </c:pt>
                <c:pt idx="12" formatCode="0%">
                  <c:v>0.20678817633306715</c:v>
                </c:pt>
                <c:pt idx="14" formatCode="0%">
                  <c:v>0.14813147035125895</c:v>
                </c:pt>
                <c:pt idx="15" formatCode="0%">
                  <c:v>0.26317865180996647</c:v>
                </c:pt>
                <c:pt idx="16" formatCode="0%">
                  <c:v>0.15930371315909378</c:v>
                </c:pt>
                <c:pt idx="17" formatCode="0%">
                  <c:v>0.10977513981439842</c:v>
                </c:pt>
                <c:pt idx="19" formatCode="0%">
                  <c:v>0.19589533501478448</c:v>
                </c:pt>
                <c:pt idx="20" formatCode="0%">
                  <c:v>0.19571312405299193</c:v>
                </c:pt>
                <c:pt idx="22" formatCode="0%">
                  <c:v>0.22156876429646036</c:v>
                </c:pt>
                <c:pt idx="23" formatCode="0%">
                  <c:v>0.14802184852892142</c:v>
                </c:pt>
                <c:pt idx="24" formatCode="0%">
                  <c:v>9.3058913590620809E-2</c:v>
                </c:pt>
                <c:pt idx="25" formatCode="0%">
                  <c:v>0.22393957682665244</c:v>
                </c:pt>
                <c:pt idx="27" formatCode="0%">
                  <c:v>0.20166248342874676</c:v>
                </c:pt>
                <c:pt idx="28" formatCode="0%">
                  <c:v>0.13987459507402072</c:v>
                </c:pt>
                <c:pt idx="29" formatCode="0%">
                  <c:v>0.21055900299037597</c:v>
                </c:pt>
                <c:pt idx="31" formatCode="0%">
                  <c:v>0.11633046259394449</c:v>
                </c:pt>
                <c:pt idx="32" formatCode="0%">
                  <c:v>0.44765942358306743</c:v>
                </c:pt>
                <c:pt idx="33" formatCode="0%">
                  <c:v>0.37726467428511512</c:v>
                </c:pt>
                <c:pt idx="34" formatCode="0%">
                  <c:v>3.1698138916309515E-2</c:v>
                </c:pt>
                <c:pt idx="35" formatCode="0%">
                  <c:v>0.36871033332623926</c:v>
                </c:pt>
                <c:pt idx="36" formatCode="0%">
                  <c:v>1.0971870674940836E-2</c:v>
                </c:pt>
                <c:pt idx="38" formatCode="0%">
                  <c:v>0.23051187591156569</c:v>
                </c:pt>
                <c:pt idx="39" formatCode="0%">
                  <c:v>0.32662666864974021</c:v>
                </c:pt>
                <c:pt idx="40" formatCode="0%">
                  <c:v>5.8050692895761265E-2</c:v>
                </c:pt>
                <c:pt idx="41" formatCode="0%">
                  <c:v>2.9468004264861646E-2</c:v>
                </c:pt>
                <c:pt idx="43" formatCode="0%">
                  <c:v>5.8888454525873456E-2</c:v>
                </c:pt>
                <c:pt idx="44" formatCode="0%">
                  <c:v>0.35141900200750692</c:v>
                </c:pt>
                <c:pt idx="46" formatCode="0%">
                  <c:v>7.2903053774317304E-3</c:v>
                </c:pt>
                <c:pt idx="47" formatCode="0%">
                  <c:v>6.1894330264441223E-2</c:v>
                </c:pt>
                <c:pt idx="48" formatCode="0%">
                  <c:v>0.37185219197299996</c:v>
                </c:pt>
                <c:pt idx="49" formatCode="0%">
                  <c:v>0.37198047774250448</c:v>
                </c:pt>
                <c:pt idx="51" formatCode="0%">
                  <c:v>0</c:v>
                </c:pt>
                <c:pt idx="52" formatCode="0%">
                  <c:v>1</c:v>
                </c:pt>
                <c:pt idx="53" formatCode="0%">
                  <c:v>0</c:v>
                </c:pt>
                <c:pt idx="54" formatCode="0%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Sheet1!$B$88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Sheet1!$C$85:$BE$85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Sheet1!$C$88:$BE$88</c:f>
              <c:numCache>
                <c:formatCode>General</c:formatCode>
                <c:ptCount val="55"/>
                <c:pt idx="0" formatCode="0%">
                  <c:v>0.14468029998304913</c:v>
                </c:pt>
                <c:pt idx="2" formatCode="0%">
                  <c:v>0.1604673860887634</c:v>
                </c:pt>
                <c:pt idx="3" formatCode="0%">
                  <c:v>0.12945929914548848</c:v>
                </c:pt>
                <c:pt idx="5" formatCode="0%">
                  <c:v>0.18005971352918471</c:v>
                </c:pt>
                <c:pt idx="6" formatCode="0%">
                  <c:v>0.143874912295025</c:v>
                </c:pt>
                <c:pt idx="7" formatCode="0%">
                  <c:v>0.13085306328947915</c:v>
                </c:pt>
                <c:pt idx="8" formatCode="0%">
                  <c:v>0.12173037796543858</c:v>
                </c:pt>
                <c:pt idx="10" formatCode="0%">
                  <c:v>0.14437675298875832</c:v>
                </c:pt>
                <c:pt idx="11" formatCode="0%">
                  <c:v>0.16659875117182993</c:v>
                </c:pt>
                <c:pt idx="12" formatCode="0%">
                  <c:v>0.11719921631069001</c:v>
                </c:pt>
                <c:pt idx="14" formatCode="0%">
                  <c:v>0.15876014740490391</c:v>
                </c:pt>
                <c:pt idx="15" formatCode="0%">
                  <c:v>0.14451743505045195</c:v>
                </c:pt>
                <c:pt idx="16" formatCode="0%">
                  <c:v>0.11834759044779125</c:v>
                </c:pt>
                <c:pt idx="17" formatCode="0%">
                  <c:v>0.2005445805580566</c:v>
                </c:pt>
                <c:pt idx="19" formatCode="0%">
                  <c:v>0.1631415507866544</c:v>
                </c:pt>
                <c:pt idx="20" formatCode="0%">
                  <c:v>0.1136830809133126</c:v>
                </c:pt>
                <c:pt idx="22" formatCode="0%">
                  <c:v>9.2721320782080591E-2</c:v>
                </c:pt>
                <c:pt idx="23" formatCode="0%">
                  <c:v>0.28667696954756255</c:v>
                </c:pt>
                <c:pt idx="24" formatCode="0%">
                  <c:v>6.2686161089615611E-2</c:v>
                </c:pt>
                <c:pt idx="25" formatCode="0%">
                  <c:v>0.12124699384465236</c:v>
                </c:pt>
                <c:pt idx="27" formatCode="0%">
                  <c:v>0.14212087538254048</c:v>
                </c:pt>
                <c:pt idx="28" formatCode="0%">
                  <c:v>0.20231405241965536</c:v>
                </c:pt>
                <c:pt idx="29" formatCode="0%">
                  <c:v>0.12403007222261381</c:v>
                </c:pt>
                <c:pt idx="31" formatCode="0%">
                  <c:v>0.2312130373613403</c:v>
                </c:pt>
                <c:pt idx="32" formatCode="0%">
                  <c:v>7.2087888462776164E-3</c:v>
                </c:pt>
                <c:pt idx="33" formatCode="0%">
                  <c:v>0.18189369833302416</c:v>
                </c:pt>
                <c:pt idx="34" formatCode="0%">
                  <c:v>9.4750389765134169E-2</c:v>
                </c:pt>
                <c:pt idx="35" formatCode="0%">
                  <c:v>0.1397310678291592</c:v>
                </c:pt>
                <c:pt idx="36" formatCode="0%">
                  <c:v>9.9850750648994208E-2</c:v>
                </c:pt>
                <c:pt idx="38" formatCode="0%">
                  <c:v>0.1694702532069006</c:v>
                </c:pt>
                <c:pt idx="39" formatCode="0%">
                  <c:v>0.13328019894414525</c:v>
                </c:pt>
                <c:pt idx="40" formatCode="0%">
                  <c:v>0.1076817576262792</c:v>
                </c:pt>
                <c:pt idx="41" formatCode="0%">
                  <c:v>0.14176342566626202</c:v>
                </c:pt>
                <c:pt idx="43" formatCode="0%">
                  <c:v>0.11749974635060961</c:v>
                </c:pt>
                <c:pt idx="44" formatCode="0%">
                  <c:v>0.10912797490183143</c:v>
                </c:pt>
                <c:pt idx="46" formatCode="0%">
                  <c:v>7.128077547772399E-2</c:v>
                </c:pt>
                <c:pt idx="47" formatCode="0%">
                  <c:v>0.19059328419755117</c:v>
                </c:pt>
                <c:pt idx="48" formatCode="0%">
                  <c:v>0.35196498259729231</c:v>
                </c:pt>
                <c:pt idx="49" formatCode="0%">
                  <c:v>5.8952804692611833E-2</c:v>
                </c:pt>
                <c:pt idx="51" formatCode="0%">
                  <c:v>0</c:v>
                </c:pt>
                <c:pt idx="52" formatCode="0%">
                  <c:v>0</c:v>
                </c:pt>
                <c:pt idx="53" formatCode="0%">
                  <c:v>1</c:v>
                </c:pt>
                <c:pt idx="54" formatCode="0%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Sheet1!$B$89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Sheet1!$C$85:$BE$85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Sheet1!$C$89:$BE$89</c:f>
              <c:numCache>
                <c:formatCode>General</c:formatCode>
                <c:ptCount val="55"/>
                <c:pt idx="0" formatCode="0%">
                  <c:v>0.44492639264380157</c:v>
                </c:pt>
                <c:pt idx="2" formatCode="0%">
                  <c:v>0.45337802306751807</c:v>
                </c:pt>
                <c:pt idx="3" formatCode="0%">
                  <c:v>0.43674009474775877</c:v>
                </c:pt>
                <c:pt idx="5" formatCode="0%">
                  <c:v>0.39653979016922736</c:v>
                </c:pt>
                <c:pt idx="6" formatCode="0%">
                  <c:v>0.52096624575780026</c:v>
                </c:pt>
                <c:pt idx="7" formatCode="0%">
                  <c:v>0.48127243138128956</c:v>
                </c:pt>
                <c:pt idx="8" formatCode="0%">
                  <c:v>0.37121389109136227</c:v>
                </c:pt>
                <c:pt idx="10" formatCode="0%">
                  <c:v>0.37957497191289169</c:v>
                </c:pt>
                <c:pt idx="11" formatCode="0%">
                  <c:v>0.42879999660507456</c:v>
                </c:pt>
                <c:pt idx="12" formatCode="0%">
                  <c:v>0.52095728262055441</c:v>
                </c:pt>
                <c:pt idx="14" formatCode="0%">
                  <c:v>0.42736055768576409</c:v>
                </c:pt>
                <c:pt idx="15" formatCode="0%">
                  <c:v>0.41154452965892024</c:v>
                </c:pt>
                <c:pt idx="16" formatCode="0%">
                  <c:v>0.52805811678877135</c:v>
                </c:pt>
                <c:pt idx="17" formatCode="0%">
                  <c:v>0.46178480874595801</c:v>
                </c:pt>
                <c:pt idx="19" formatCode="0%">
                  <c:v>0.39497818984531186</c:v>
                </c:pt>
                <c:pt idx="20" formatCode="0%">
                  <c:v>0.52879153270148449</c:v>
                </c:pt>
                <c:pt idx="22" formatCode="0%">
                  <c:v>0.45378968262840075</c:v>
                </c:pt>
                <c:pt idx="23" formatCode="0%">
                  <c:v>0.3721999225976127</c:v>
                </c:pt>
                <c:pt idx="24" formatCode="0%">
                  <c:v>0.69487543548173936</c:v>
                </c:pt>
                <c:pt idx="25" formatCode="0%">
                  <c:v>0.46540486281160864</c:v>
                </c:pt>
                <c:pt idx="27" formatCode="0%">
                  <c:v>0.44654214760518668</c:v>
                </c:pt>
                <c:pt idx="28" formatCode="0%">
                  <c:v>0.41894584355851266</c:v>
                </c:pt>
                <c:pt idx="29" formatCode="0%">
                  <c:v>0.54038993033198712</c:v>
                </c:pt>
                <c:pt idx="31" formatCode="0%">
                  <c:v>0.47514494877060381</c:v>
                </c:pt>
                <c:pt idx="32" formatCode="0%">
                  <c:v>3.3602543742157966E-2</c:v>
                </c:pt>
                <c:pt idx="33" formatCode="0%">
                  <c:v>9.6138635676875805E-2</c:v>
                </c:pt>
                <c:pt idx="34" formatCode="0%">
                  <c:v>0.74904853537591198</c:v>
                </c:pt>
                <c:pt idx="35" formatCode="0%">
                  <c:v>0.4890657709404847</c:v>
                </c:pt>
                <c:pt idx="36" formatCode="0%">
                  <c:v>0.87538190428442286</c:v>
                </c:pt>
                <c:pt idx="38" formatCode="0%">
                  <c:v>0.36277601312922386</c:v>
                </c:pt>
                <c:pt idx="39" formatCode="0%">
                  <c:v>0.13050949825192082</c:v>
                </c:pt>
                <c:pt idx="40" formatCode="0%">
                  <c:v>0.73015178390292079</c:v>
                </c:pt>
                <c:pt idx="41" formatCode="0%">
                  <c:v>0.81153292584026848</c:v>
                </c:pt>
                <c:pt idx="43" formatCode="0%">
                  <c:v>0.76329750394317186</c:v>
                </c:pt>
                <c:pt idx="44" formatCode="0%">
                  <c:v>0.15042760003767019</c:v>
                </c:pt>
                <c:pt idx="46" formatCode="0%">
                  <c:v>0.88930133273725853</c:v>
                </c:pt>
                <c:pt idx="47" formatCode="0%">
                  <c:v>0.69145041581373168</c:v>
                </c:pt>
                <c:pt idx="48" formatCode="0%">
                  <c:v>0.14525376995201131</c:v>
                </c:pt>
                <c:pt idx="49" formatCode="0%">
                  <c:v>0.11276100922441511</c:v>
                </c:pt>
                <c:pt idx="51" formatCode="0%">
                  <c:v>0</c:v>
                </c:pt>
                <c:pt idx="52" formatCode="0%">
                  <c:v>0</c:v>
                </c:pt>
                <c:pt idx="53" formatCode="0%">
                  <c:v>0</c:v>
                </c:pt>
                <c:pt idx="54" formatCode="0%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Sheet1!$B$90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Sheet1!$C$85:$BE$85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Sheet1!$C$90:$BE$90</c:f>
              <c:numCache>
                <c:formatCode>General</c:formatCode>
                <c:ptCount val="55"/>
                <c:pt idx="0" formatCode="0%">
                  <c:v>4.5293566591589063E-2</c:v>
                </c:pt>
                <c:pt idx="2" formatCode="0%">
                  <c:v>4.2208970792052526E-2</c:v>
                </c:pt>
                <c:pt idx="3" formatCode="0%">
                  <c:v>4.8126488940604249E-2</c:v>
                </c:pt>
                <c:pt idx="5" formatCode="0%">
                  <c:v>5.3031277245840759E-2</c:v>
                </c:pt>
                <c:pt idx="6" formatCode="0%">
                  <c:v>5.8741767823966312E-2</c:v>
                </c:pt>
                <c:pt idx="7" formatCode="0%">
                  <c:v>2.9226312057162578E-2</c:v>
                </c:pt>
                <c:pt idx="8" formatCode="0%">
                  <c:v>3.7623462689020462E-2</c:v>
                </c:pt>
                <c:pt idx="10" formatCode="0%">
                  <c:v>5.2619328407131655E-2</c:v>
                </c:pt>
                <c:pt idx="11" formatCode="0%">
                  <c:v>6.6229628842898847E-2</c:v>
                </c:pt>
                <c:pt idx="12" formatCode="0%">
                  <c:v>1.2562332110403807E-2</c:v>
                </c:pt>
                <c:pt idx="14" formatCode="0%">
                  <c:v>1.2280516100232149E-2</c:v>
                </c:pt>
                <c:pt idx="15" formatCode="0%">
                  <c:v>4.8708101625193304E-2</c:v>
                </c:pt>
                <c:pt idx="16" formatCode="0%">
                  <c:v>4.7130863833680564E-2</c:v>
                </c:pt>
                <c:pt idx="17" formatCode="0%">
                  <c:v>0.13493523518479017</c:v>
                </c:pt>
                <c:pt idx="19" formatCode="0%">
                  <c:v>5.7438781772332075E-2</c:v>
                </c:pt>
                <c:pt idx="20" formatCode="0%">
                  <c:v>2.4901237837079187E-2</c:v>
                </c:pt>
                <c:pt idx="22" formatCode="0%">
                  <c:v>5.8485999631325877E-2</c:v>
                </c:pt>
                <c:pt idx="23" formatCode="0%">
                  <c:v>2.77290876380859E-2</c:v>
                </c:pt>
                <c:pt idx="24" formatCode="0%">
                  <c:v>1.8080589339604607E-6</c:v>
                </c:pt>
                <c:pt idx="25" formatCode="0%">
                  <c:v>3.6049531053679029E-2</c:v>
                </c:pt>
                <c:pt idx="27" formatCode="0%">
                  <c:v>3.2820183684047717E-2</c:v>
                </c:pt>
                <c:pt idx="28" formatCode="0%">
                  <c:v>4.1834930621499546E-2</c:v>
                </c:pt>
                <c:pt idx="29" formatCode="0%">
                  <c:v>2.3692445512060047E-2</c:v>
                </c:pt>
                <c:pt idx="31" formatCode="0%">
                  <c:v>8.6525147891882495E-2</c:v>
                </c:pt>
                <c:pt idx="32" formatCode="0%">
                  <c:v>5.8106542044229804E-3</c:v>
                </c:pt>
                <c:pt idx="33" formatCode="0%">
                  <c:v>3.5583213388488029E-2</c:v>
                </c:pt>
                <c:pt idx="34" formatCode="0%">
                  <c:v>5.2625406933233282E-2</c:v>
                </c:pt>
                <c:pt idx="35" formatCode="0%">
                  <c:v>0</c:v>
                </c:pt>
                <c:pt idx="36" formatCode="0%">
                  <c:v>1.0353240686554122E-2</c:v>
                </c:pt>
                <c:pt idx="38" formatCode="0%">
                  <c:v>0.13846568610688689</c:v>
                </c:pt>
                <c:pt idx="39" formatCode="0%">
                  <c:v>2.4909081360427444E-2</c:v>
                </c:pt>
                <c:pt idx="40" formatCode="0%">
                  <c:v>3.3115213463513871E-2</c:v>
                </c:pt>
                <c:pt idx="41" formatCode="0%">
                  <c:v>9.7953426216125569E-3</c:v>
                </c:pt>
                <c:pt idx="43" formatCode="0%">
                  <c:v>1.8134733707058984E-2</c:v>
                </c:pt>
                <c:pt idx="44" formatCode="0%">
                  <c:v>1.0236097492844438E-2</c:v>
                </c:pt>
                <c:pt idx="46" formatCode="0%">
                  <c:v>1.4788599549730407E-2</c:v>
                </c:pt>
                <c:pt idx="47" formatCode="0%">
                  <c:v>4.7487064734983056E-2</c:v>
                </c:pt>
                <c:pt idx="48" formatCode="0%">
                  <c:v>8.0420732951500294E-5</c:v>
                </c:pt>
                <c:pt idx="49" formatCode="0%">
                  <c:v>1.8276069659708058E-2</c:v>
                </c:pt>
                <c:pt idx="51" formatCode="0%">
                  <c:v>0</c:v>
                </c:pt>
                <c:pt idx="52" formatCode="0%">
                  <c:v>0</c:v>
                </c:pt>
                <c:pt idx="53" formatCode="0%">
                  <c:v>0</c:v>
                </c:pt>
                <c:pt idx="54" formatCode="0%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12874944"/>
        <c:axId val="512875336"/>
      </c:barChart>
      <c:catAx>
        <c:axId val="512874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512875336"/>
        <c:crosses val="autoZero"/>
        <c:auto val="1"/>
        <c:lblAlgn val="ctr"/>
        <c:lblOffset val="100"/>
        <c:noMultiLvlLbl val="0"/>
      </c:catAx>
      <c:valAx>
        <c:axId val="51287533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12874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Sheet1!$B$93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Sheet1!$C$92:$BE$92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Sheet1!$C$93:$BE$93</c:f>
              <c:numCache>
                <c:formatCode>General</c:formatCode>
                <c:ptCount val="55"/>
                <c:pt idx="0" formatCode="0%">
                  <c:v>0.16284345228590219</c:v>
                </c:pt>
                <c:pt idx="2" formatCode="0%">
                  <c:v>0.11036081894700973</c:v>
                </c:pt>
                <c:pt idx="3" formatCode="0%">
                  <c:v>0.21323193424592263</c:v>
                </c:pt>
                <c:pt idx="5" formatCode="0%">
                  <c:v>0.11662318723168782</c:v>
                </c:pt>
                <c:pt idx="6" formatCode="0%">
                  <c:v>9.5603327181416148E-2</c:v>
                </c:pt>
                <c:pt idx="7" formatCode="0%">
                  <c:v>0.21907061149368301</c:v>
                </c:pt>
                <c:pt idx="8" formatCode="0%">
                  <c:v>0.23389170037040499</c:v>
                </c:pt>
                <c:pt idx="10" formatCode="0%">
                  <c:v>0.21773313185484472</c:v>
                </c:pt>
                <c:pt idx="11" formatCode="0%">
                  <c:v>0.1834496299716343</c:v>
                </c:pt>
                <c:pt idx="12" formatCode="0%">
                  <c:v>9.2066832831857362E-2</c:v>
                </c:pt>
                <c:pt idx="14" formatCode="0%">
                  <c:v>0.23356731348465257</c:v>
                </c:pt>
                <c:pt idx="15" formatCode="0%">
                  <c:v>0.13817345061587169</c:v>
                </c:pt>
                <c:pt idx="16" formatCode="0%">
                  <c:v>0.14361382197092795</c:v>
                </c:pt>
                <c:pt idx="17" formatCode="0%">
                  <c:v>6.794790428549384E-2</c:v>
                </c:pt>
                <c:pt idx="19" formatCode="0%">
                  <c:v>0.1452047751145763</c:v>
                </c:pt>
                <c:pt idx="20" formatCode="0%">
                  <c:v>0.19271313184674066</c:v>
                </c:pt>
                <c:pt idx="22" formatCode="0%">
                  <c:v>0.13737735035357757</c:v>
                </c:pt>
                <c:pt idx="23" formatCode="0%">
                  <c:v>0.18403795209032692</c:v>
                </c:pt>
                <c:pt idx="24" formatCode="0%">
                  <c:v>0.10343299529628086</c:v>
                </c:pt>
                <c:pt idx="25" formatCode="0%">
                  <c:v>0.17615411129742198</c:v>
                </c:pt>
                <c:pt idx="27" formatCode="0%">
                  <c:v>0.15966806946509543</c:v>
                </c:pt>
                <c:pt idx="28" formatCode="0%">
                  <c:v>0.17745286667181767</c:v>
                </c:pt>
                <c:pt idx="29" formatCode="0%">
                  <c:v>0.14803629935475637</c:v>
                </c:pt>
                <c:pt idx="31" formatCode="0%">
                  <c:v>0.15138407881301666</c:v>
                </c:pt>
                <c:pt idx="32" formatCode="0%">
                  <c:v>0.25904580730346999</c:v>
                </c:pt>
                <c:pt idx="33" formatCode="0%">
                  <c:v>0.21049637753469341</c:v>
                </c:pt>
                <c:pt idx="34" formatCode="0%">
                  <c:v>5.1053783357248354E-2</c:v>
                </c:pt>
                <c:pt idx="35" formatCode="0%">
                  <c:v>4.0343729197111031E-2</c:v>
                </c:pt>
                <c:pt idx="36" formatCode="0%">
                  <c:v>0.146277560273609</c:v>
                </c:pt>
                <c:pt idx="38" formatCode="0%">
                  <c:v>0.15680847338432594</c:v>
                </c:pt>
                <c:pt idx="39" formatCode="0%">
                  <c:v>0.24458853832400324</c:v>
                </c:pt>
                <c:pt idx="40" formatCode="0%">
                  <c:v>0.12182146873899986</c:v>
                </c:pt>
                <c:pt idx="41" formatCode="0%">
                  <c:v>8.5635040756658384E-2</c:v>
                </c:pt>
                <c:pt idx="43" formatCode="0%">
                  <c:v>0.13096609058425249</c:v>
                </c:pt>
                <c:pt idx="44" formatCode="0%">
                  <c:v>0.2283510431434923</c:v>
                </c:pt>
                <c:pt idx="46" formatCode="0%">
                  <c:v>0.12815459059121731</c:v>
                </c:pt>
                <c:pt idx="47" formatCode="0%">
                  <c:v>0.10046242338394493</c:v>
                </c:pt>
                <c:pt idx="48" formatCode="0%">
                  <c:v>0.10148771779020281</c:v>
                </c:pt>
                <c:pt idx="49" formatCode="0%">
                  <c:v>0.27480528179915686</c:v>
                </c:pt>
                <c:pt idx="51" formatCode="0%">
                  <c:v>0.45173304729584385</c:v>
                </c:pt>
                <c:pt idx="52" formatCode="0%">
                  <c:v>0.13936609247421153</c:v>
                </c:pt>
                <c:pt idx="53" formatCode="0%">
                  <c:v>0.12990572889752106</c:v>
                </c:pt>
                <c:pt idx="54" formatCode="0%">
                  <c:v>6.392348420112863E-2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Sheet1!$B$94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Sheet1!$C$92:$BE$92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Sheet1!$C$94:$BE$94</c:f>
              <c:numCache>
                <c:formatCode>General</c:formatCode>
                <c:ptCount val="55"/>
                <c:pt idx="0" formatCode="0%">
                  <c:v>0.29355939395392489</c:v>
                </c:pt>
                <c:pt idx="2" formatCode="0%">
                  <c:v>0.32235316135139752</c:v>
                </c:pt>
                <c:pt idx="3" formatCode="0%">
                  <c:v>0.26603926724208221</c:v>
                </c:pt>
                <c:pt idx="5" formatCode="0%">
                  <c:v>0.25555622990445037</c:v>
                </c:pt>
                <c:pt idx="6" formatCode="0%">
                  <c:v>0.29860218939678512</c:v>
                </c:pt>
                <c:pt idx="7" formatCode="0%">
                  <c:v>0.28975405373063468</c:v>
                </c:pt>
                <c:pt idx="8" formatCode="0%">
                  <c:v>0.33140138646142875</c:v>
                </c:pt>
                <c:pt idx="10" formatCode="0%">
                  <c:v>0.22056268286707625</c:v>
                </c:pt>
                <c:pt idx="11" formatCode="0%">
                  <c:v>0.28246859319594064</c:v>
                </c:pt>
                <c:pt idx="12" formatCode="0%">
                  <c:v>0.36770922182683441</c:v>
                </c:pt>
                <c:pt idx="14" formatCode="0%">
                  <c:v>0.24058491491335807</c:v>
                </c:pt>
                <c:pt idx="15" formatCode="0%">
                  <c:v>0.2850510122053771</c:v>
                </c:pt>
                <c:pt idx="16" formatCode="0%">
                  <c:v>0.35349448656923682</c:v>
                </c:pt>
                <c:pt idx="17" formatCode="0%">
                  <c:v>0.39970598261205509</c:v>
                </c:pt>
                <c:pt idx="19" formatCode="0%">
                  <c:v>0.29182306662153623</c:v>
                </c:pt>
                <c:pt idx="20" formatCode="0%">
                  <c:v>0.29649972448593775</c:v>
                </c:pt>
                <c:pt idx="22" formatCode="0%">
                  <c:v>0.31430250689836992</c:v>
                </c:pt>
                <c:pt idx="23" formatCode="0%">
                  <c:v>0.3107642165239537</c:v>
                </c:pt>
                <c:pt idx="24" formatCode="0%">
                  <c:v>0.12780079078676632</c:v>
                </c:pt>
                <c:pt idx="25" formatCode="0%">
                  <c:v>0.25439081677953318</c:v>
                </c:pt>
                <c:pt idx="27" formatCode="0%">
                  <c:v>0.30532863482386746</c:v>
                </c:pt>
                <c:pt idx="28" formatCode="0%">
                  <c:v>0.2247190956825269</c:v>
                </c:pt>
                <c:pt idx="29" formatCode="0%">
                  <c:v>0.26001389361645461</c:v>
                </c:pt>
                <c:pt idx="31" formatCode="0%">
                  <c:v>0.20413983396659346</c:v>
                </c:pt>
                <c:pt idx="32" formatCode="0%">
                  <c:v>0.37372698515654773</c:v>
                </c:pt>
                <c:pt idx="33" formatCode="0%">
                  <c:v>0.5036562530205384</c:v>
                </c:pt>
                <c:pt idx="34" formatCode="0%">
                  <c:v>0.21354337219381186</c:v>
                </c:pt>
                <c:pt idx="35" formatCode="0%">
                  <c:v>0.5018915679991327</c:v>
                </c:pt>
                <c:pt idx="36" formatCode="0%">
                  <c:v>0.27412829515527559</c:v>
                </c:pt>
                <c:pt idx="38" formatCode="0%">
                  <c:v>0.23520647621428079</c:v>
                </c:pt>
                <c:pt idx="39" formatCode="0%">
                  <c:v>0.35651060713189237</c:v>
                </c:pt>
                <c:pt idx="40" formatCode="0%">
                  <c:v>0.28466070831944246</c:v>
                </c:pt>
                <c:pt idx="41" formatCode="0%">
                  <c:v>0.30971273177796083</c:v>
                </c:pt>
                <c:pt idx="43" formatCode="0%">
                  <c:v>0.29172107523635599</c:v>
                </c:pt>
                <c:pt idx="44" formatCode="0%">
                  <c:v>0.33240594627264541</c:v>
                </c:pt>
                <c:pt idx="46" formatCode="0%">
                  <c:v>0.18273906798245906</c:v>
                </c:pt>
                <c:pt idx="47" formatCode="0%">
                  <c:v>0.27703392430557033</c:v>
                </c:pt>
                <c:pt idx="48" formatCode="0%">
                  <c:v>0.40992710620873579</c:v>
                </c:pt>
                <c:pt idx="49" formatCode="0%">
                  <c:v>0.3723122140739234</c:v>
                </c:pt>
                <c:pt idx="51" formatCode="0%">
                  <c:v>0.32761285182589506</c:v>
                </c:pt>
                <c:pt idx="52" formatCode="0%">
                  <c:v>0.42481475176789624</c:v>
                </c:pt>
                <c:pt idx="53" formatCode="0%">
                  <c:v>0.41925427910587837</c:v>
                </c:pt>
                <c:pt idx="54" formatCode="0%">
                  <c:v>0.19752524212872657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Sheet1!$B$95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Sheet1!$C$92:$BE$92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Sheet1!$C$95:$BE$95</c:f>
              <c:numCache>
                <c:formatCode>General</c:formatCode>
                <c:ptCount val="55"/>
                <c:pt idx="0" formatCode="0%">
                  <c:v>0.19760743595494523</c:v>
                </c:pt>
                <c:pt idx="2" formatCode="0%">
                  <c:v>0.22129748651667447</c:v>
                </c:pt>
                <c:pt idx="3" formatCode="0%">
                  <c:v>0.1749509588369407</c:v>
                </c:pt>
                <c:pt idx="5" formatCode="0%">
                  <c:v>0.18508932716845533</c:v>
                </c:pt>
                <c:pt idx="6" formatCode="0%">
                  <c:v>0.1739150560877693</c:v>
                </c:pt>
                <c:pt idx="7" formatCode="0%">
                  <c:v>0.23242784128593932</c:v>
                </c:pt>
                <c:pt idx="8" formatCode="0%">
                  <c:v>0.20317849883804018</c:v>
                </c:pt>
                <c:pt idx="10" formatCode="0%">
                  <c:v>0.22476796218587533</c:v>
                </c:pt>
                <c:pt idx="11" formatCode="0%">
                  <c:v>0.14336412636414125</c:v>
                </c:pt>
                <c:pt idx="12" formatCode="0%">
                  <c:v>0.24148974510085539</c:v>
                </c:pt>
                <c:pt idx="14" formatCode="0%">
                  <c:v>0.14994640898782996</c:v>
                </c:pt>
                <c:pt idx="15" formatCode="0%">
                  <c:v>0.23495259778120445</c:v>
                </c:pt>
                <c:pt idx="16" formatCode="0%">
                  <c:v>0.16793857828687467</c:v>
                </c:pt>
                <c:pt idx="17" formatCode="0%">
                  <c:v>0.29252150635955837</c:v>
                </c:pt>
                <c:pt idx="19" formatCode="0%">
                  <c:v>0.22436739483170384</c:v>
                </c:pt>
                <c:pt idx="20" formatCode="0%">
                  <c:v>0.15229160025217495</c:v>
                </c:pt>
                <c:pt idx="22" formatCode="0%">
                  <c:v>0.28838099941212614</c:v>
                </c:pt>
                <c:pt idx="23" formatCode="0%">
                  <c:v>0.25204919672739978</c:v>
                </c:pt>
                <c:pt idx="24" formatCode="0%">
                  <c:v>0.11676128128900415</c:v>
                </c:pt>
                <c:pt idx="25" formatCode="0%">
                  <c:v>0.15906210165362275</c:v>
                </c:pt>
                <c:pt idx="27" formatCode="0%">
                  <c:v>0.1975110983187788</c:v>
                </c:pt>
                <c:pt idx="28" formatCode="0%">
                  <c:v>0.25088938353560919</c:v>
                </c:pt>
                <c:pt idx="29" formatCode="0%">
                  <c:v>0.16062211820776459</c:v>
                </c:pt>
                <c:pt idx="31" formatCode="0%">
                  <c:v>0.26159191243131513</c:v>
                </c:pt>
                <c:pt idx="32" formatCode="0%">
                  <c:v>0.17847656108231885</c:v>
                </c:pt>
                <c:pt idx="33" formatCode="0%">
                  <c:v>0.24011700952217338</c:v>
                </c:pt>
                <c:pt idx="34" formatCode="0%">
                  <c:v>0.14297305055849155</c:v>
                </c:pt>
                <c:pt idx="35" formatCode="0%">
                  <c:v>2.2549555288464664E-2</c:v>
                </c:pt>
                <c:pt idx="36" formatCode="0%">
                  <c:v>0.14408957422763502</c:v>
                </c:pt>
                <c:pt idx="38" formatCode="0%">
                  <c:v>0.16133625003181559</c:v>
                </c:pt>
                <c:pt idx="39" formatCode="0%">
                  <c:v>0.16444556715934724</c:v>
                </c:pt>
                <c:pt idx="40" formatCode="0%">
                  <c:v>0.14697668949020484</c:v>
                </c:pt>
                <c:pt idx="41" formatCode="0%">
                  <c:v>0.25076771642323775</c:v>
                </c:pt>
                <c:pt idx="43" formatCode="0%">
                  <c:v>0.18535244979511489</c:v>
                </c:pt>
                <c:pt idx="44" formatCode="0%">
                  <c:v>0.14515754068428291</c:v>
                </c:pt>
                <c:pt idx="46" formatCode="0%">
                  <c:v>0.14127275520890778</c:v>
                </c:pt>
                <c:pt idx="47" formatCode="0%">
                  <c:v>0.23331422620332976</c:v>
                </c:pt>
                <c:pt idx="48" formatCode="0%">
                  <c:v>0.21871527236286592</c:v>
                </c:pt>
                <c:pt idx="49" formatCode="0%">
                  <c:v>0.18785542394467875</c:v>
                </c:pt>
                <c:pt idx="51" formatCode="0%">
                  <c:v>9.7642078502258159E-2</c:v>
                </c:pt>
                <c:pt idx="52" formatCode="0%">
                  <c:v>0.22886247450141795</c:v>
                </c:pt>
                <c:pt idx="53" formatCode="0%">
                  <c:v>0.26327085385471666</c:v>
                </c:pt>
                <c:pt idx="54" formatCode="0%">
                  <c:v>0.20645695484389637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Sheet1!$B$96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Sheet1!$C$92:$BE$92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Sheet1!$C$96:$BE$96</c:f>
              <c:numCache>
                <c:formatCode>General</c:formatCode>
                <c:ptCount val="55"/>
                <c:pt idx="0" formatCode="0%">
                  <c:v>0.28196661109454857</c:v>
                </c:pt>
                <c:pt idx="2" formatCode="0%">
                  <c:v>0.28312208184246601</c:v>
                </c:pt>
                <c:pt idx="3" formatCode="0%">
                  <c:v>0.28079214611756526</c:v>
                </c:pt>
                <c:pt idx="5" formatCode="0%">
                  <c:v>0.36076116543072395</c:v>
                </c:pt>
                <c:pt idx="6" formatCode="0%">
                  <c:v>0.33700770228695431</c:v>
                </c:pt>
                <c:pt idx="7" formatCode="0%">
                  <c:v>0.23655247210282163</c:v>
                </c:pt>
                <c:pt idx="8" formatCode="0%">
                  <c:v>0.18011657555024813</c:v>
                </c:pt>
                <c:pt idx="10" formatCode="0%">
                  <c:v>0.24315845451676632</c:v>
                </c:pt>
                <c:pt idx="11" formatCode="0%">
                  <c:v>0.31129392362061442</c:v>
                </c:pt>
                <c:pt idx="12" formatCode="0%">
                  <c:v>0.27825773569143852</c:v>
                </c:pt>
                <c:pt idx="14" formatCode="0%">
                  <c:v>0.32760528762842733</c:v>
                </c:pt>
                <c:pt idx="15" formatCode="0%">
                  <c:v>0.25161150866022175</c:v>
                </c:pt>
                <c:pt idx="16" formatCode="0%">
                  <c:v>0.29232712262463756</c:v>
                </c:pt>
                <c:pt idx="17" formatCode="0%">
                  <c:v>0.21067871318254455</c:v>
                </c:pt>
                <c:pt idx="19" formatCode="0%">
                  <c:v>0.25719864058007463</c:v>
                </c:pt>
                <c:pt idx="20" formatCode="0%">
                  <c:v>0.32390917489645848</c:v>
                </c:pt>
                <c:pt idx="22" formatCode="0%">
                  <c:v>0.19238642240640938</c:v>
                </c:pt>
                <c:pt idx="23" formatCode="0%">
                  <c:v>0.1962046569714046</c:v>
                </c:pt>
                <c:pt idx="24" formatCode="0%">
                  <c:v>0.61681006862946985</c:v>
                </c:pt>
                <c:pt idx="25" formatCode="0%">
                  <c:v>0.35416396059360267</c:v>
                </c:pt>
                <c:pt idx="27" formatCode="0%">
                  <c:v>0.28041350428607487</c:v>
                </c:pt>
                <c:pt idx="28" formatCode="0%">
                  <c:v>0.28830638974599843</c:v>
                </c:pt>
                <c:pt idx="29" formatCode="0%">
                  <c:v>0.38040468397061067</c:v>
                </c:pt>
                <c:pt idx="31" formatCode="0%">
                  <c:v>0.25351173891934681</c:v>
                </c:pt>
                <c:pt idx="32" formatCode="0%">
                  <c:v>0.14833017597004394</c:v>
                </c:pt>
                <c:pt idx="33" formatCode="0%">
                  <c:v>3.0996400745441501E-2</c:v>
                </c:pt>
                <c:pt idx="34" formatCode="0%">
                  <c:v>0.5610840884945002</c:v>
                </c:pt>
                <c:pt idx="35" formatCode="0%">
                  <c:v>0.42546424410703065</c:v>
                </c:pt>
                <c:pt idx="36" formatCode="0%">
                  <c:v>0.42459789394399455</c:v>
                </c:pt>
                <c:pt idx="38" formatCode="0%">
                  <c:v>0.31203640139340516</c:v>
                </c:pt>
                <c:pt idx="39" formatCode="0%">
                  <c:v>0.178507741661697</c:v>
                </c:pt>
                <c:pt idx="40" formatCode="0%">
                  <c:v>0.4229116383746071</c:v>
                </c:pt>
                <c:pt idx="41" formatCode="0%">
                  <c:v>0.32198625360159139</c:v>
                </c:pt>
                <c:pt idx="43" formatCode="0%">
                  <c:v>0.35690450806626822</c:v>
                </c:pt>
                <c:pt idx="44" formatCode="0%">
                  <c:v>0.25573558626170428</c:v>
                </c:pt>
                <c:pt idx="46" formatCode="0%">
                  <c:v>0.53034199509437685</c:v>
                </c:pt>
                <c:pt idx="47" formatCode="0%">
                  <c:v>0.32719202267720182</c:v>
                </c:pt>
                <c:pt idx="48" formatCode="0%">
                  <c:v>0.25437424230979849</c:v>
                </c:pt>
                <c:pt idx="49" formatCode="0%">
                  <c:v>0.11614447152728599</c:v>
                </c:pt>
                <c:pt idx="51" formatCode="0%">
                  <c:v>6.9493044024802525E-2</c:v>
                </c:pt>
                <c:pt idx="52" formatCode="0%">
                  <c:v>0.18083935438736284</c:v>
                </c:pt>
                <c:pt idx="53" formatCode="0%">
                  <c:v>8.4317278730213635E-2</c:v>
                </c:pt>
                <c:pt idx="54" formatCode="0%">
                  <c:v>0.49002075872588402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Sheet1!$B$97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Sheet1!$C$92:$BE$92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Sheet1!$C$97:$BE$97</c:f>
              <c:numCache>
                <c:formatCode>General</c:formatCode>
                <c:ptCount val="55"/>
                <c:pt idx="0" formatCode="0%">
                  <c:v>6.4023106710680136E-2</c:v>
                </c:pt>
                <c:pt idx="2" formatCode="0%">
                  <c:v>6.2866451342453375E-2</c:v>
                </c:pt>
                <c:pt idx="3" formatCode="0%">
                  <c:v>6.4985693557487512E-2</c:v>
                </c:pt>
                <c:pt idx="5" formatCode="0%">
                  <c:v>8.1970090264682258E-2</c:v>
                </c:pt>
                <c:pt idx="6" formatCode="0%">
                  <c:v>9.4871725047075472E-2</c:v>
                </c:pt>
                <c:pt idx="7" formatCode="0%">
                  <c:v>2.21950213869203E-2</c:v>
                </c:pt>
                <c:pt idx="8" formatCode="0%">
                  <c:v>5.1411838779876609E-2</c:v>
                </c:pt>
                <c:pt idx="10" formatCode="0%">
                  <c:v>9.3777768575436515E-2</c:v>
                </c:pt>
                <c:pt idx="11" formatCode="0%">
                  <c:v>7.9423726847668824E-2</c:v>
                </c:pt>
                <c:pt idx="12" formatCode="0%">
                  <c:v>2.0476464549013952E-2</c:v>
                </c:pt>
                <c:pt idx="14" formatCode="0%">
                  <c:v>4.8296074985730984E-2</c:v>
                </c:pt>
                <c:pt idx="15" formatCode="0%">
                  <c:v>9.0211430737324655E-2</c:v>
                </c:pt>
                <c:pt idx="16" formatCode="0%">
                  <c:v>4.2625990548323306E-2</c:v>
                </c:pt>
                <c:pt idx="17" formatCode="0%">
                  <c:v>2.9145893560348184E-2</c:v>
                </c:pt>
                <c:pt idx="19" formatCode="0%">
                  <c:v>8.1406122852109644E-2</c:v>
                </c:pt>
                <c:pt idx="20" formatCode="0%">
                  <c:v>3.4586368518688022E-2</c:v>
                </c:pt>
                <c:pt idx="22" formatCode="0%">
                  <c:v>6.7552720929517113E-2</c:v>
                </c:pt>
                <c:pt idx="23" formatCode="0%">
                  <c:v>5.6943977686915163E-2</c:v>
                </c:pt>
                <c:pt idx="24" formatCode="0%">
                  <c:v>3.5194863998478508E-2</c:v>
                </c:pt>
                <c:pt idx="25" formatCode="0%">
                  <c:v>5.6229009675819987E-2</c:v>
                </c:pt>
                <c:pt idx="27" formatCode="0%">
                  <c:v>5.7078693106183159E-2</c:v>
                </c:pt>
                <c:pt idx="28" formatCode="0%">
                  <c:v>5.8632264364047657E-2</c:v>
                </c:pt>
                <c:pt idx="29" formatCode="0%">
                  <c:v>5.0923004850413352E-2</c:v>
                </c:pt>
                <c:pt idx="31" formatCode="0%">
                  <c:v>0.12937243586972827</c:v>
                </c:pt>
                <c:pt idx="32" formatCode="0%">
                  <c:v>4.0420470487619348E-2</c:v>
                </c:pt>
                <c:pt idx="33" formatCode="0%">
                  <c:v>1.4733959177153574E-2</c:v>
                </c:pt>
                <c:pt idx="34" formatCode="0%">
                  <c:v>3.1345705395947478E-2</c:v>
                </c:pt>
                <c:pt idx="35" formatCode="0%">
                  <c:v>9.7509034082607603E-3</c:v>
                </c:pt>
                <c:pt idx="36" formatCode="0%">
                  <c:v>1.0906676399485692E-2</c:v>
                </c:pt>
                <c:pt idx="38" formatCode="0%">
                  <c:v>0.1346123989761728</c:v>
                </c:pt>
                <c:pt idx="39" formatCode="0%">
                  <c:v>5.5947545723059905E-2</c:v>
                </c:pt>
                <c:pt idx="40" formatCode="0%">
                  <c:v>2.3629495076745513E-2</c:v>
                </c:pt>
                <c:pt idx="41" formatCode="0%">
                  <c:v>3.1898257440551601E-2</c:v>
                </c:pt>
                <c:pt idx="43" formatCode="0%">
                  <c:v>3.5055876318008557E-2</c:v>
                </c:pt>
                <c:pt idx="44" formatCode="0%">
                  <c:v>3.8349883637874907E-2</c:v>
                </c:pt>
                <c:pt idx="46" formatCode="0%">
                  <c:v>1.7491591123038788E-2</c:v>
                </c:pt>
                <c:pt idx="47" formatCode="0%">
                  <c:v>6.1997403429953121E-2</c:v>
                </c:pt>
                <c:pt idx="48" formatCode="0%">
                  <c:v>1.5495661328396904E-2</c:v>
                </c:pt>
                <c:pt idx="49" formatCode="0%">
                  <c:v>4.8882608654955334E-2</c:v>
                </c:pt>
                <c:pt idx="51" formatCode="0%">
                  <c:v>5.3518978351200126E-2</c:v>
                </c:pt>
                <c:pt idx="52" formatCode="0%">
                  <c:v>2.6117326869111512E-2</c:v>
                </c:pt>
                <c:pt idx="53" formatCode="0%">
                  <c:v>0.10325185941167007</c:v>
                </c:pt>
                <c:pt idx="54" formatCode="0%">
                  <c:v>4.2073560100363443E-2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12880040"/>
        <c:axId val="512877688"/>
      </c:barChart>
      <c:catAx>
        <c:axId val="512880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512877688"/>
        <c:crosses val="autoZero"/>
        <c:auto val="1"/>
        <c:lblAlgn val="ctr"/>
        <c:lblOffset val="100"/>
        <c:noMultiLvlLbl val="0"/>
      </c:catAx>
      <c:valAx>
        <c:axId val="51287768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12880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6955323382825525E-2"/>
          <c:y val="0.18844357135653447"/>
          <c:w val="0.9730446685522145"/>
          <c:h val="0.57468684718171892"/>
        </c:manualLayout>
      </c:layout>
      <c:lineChart>
        <c:grouping val="standard"/>
        <c:varyColors val="0"/>
        <c:ser>
          <c:idx val="0"/>
          <c:order val="0"/>
          <c:tx>
            <c:strRef>
              <c:f>'lineas gestiones'!$B$25</c:f>
              <c:strCache>
                <c:ptCount val="1"/>
                <c:pt idx="0">
                  <c:v>GGN positiva Milei</c:v>
                </c:pt>
              </c:strCache>
            </c:strRef>
          </c:tx>
          <c:spPr>
            <a:ln w="63500" cap="rnd">
              <a:solidFill>
                <a:srgbClr val="7357BE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7357BE"/>
              </a:solidFill>
              <a:ln w="9525">
                <a:solidFill>
                  <a:srgbClr val="7357BE"/>
                </a:solidFill>
              </a:ln>
              <a:effectLst/>
            </c:spPr>
          </c:marker>
          <c:cat>
            <c:strRef>
              <c:f>'lineas gestiones'!$C$24:$BI$24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gestiones'!$C$25:$BI$25</c:f>
              <c:numCache>
                <c:formatCode>General</c:formatCode>
                <c:ptCount val="55"/>
                <c:pt idx="0" formatCode="0%">
                  <c:v>0.45177810596037959</c:v>
                </c:pt>
                <c:pt idx="2" formatCode="0%">
                  <c:v>0.43616967180715593</c:v>
                </c:pt>
                <c:pt idx="3" formatCode="0%">
                  <c:v>0.4669278030299126</c:v>
                </c:pt>
                <c:pt idx="5" formatCode="0%">
                  <c:v>0.3342637163963178</c:v>
                </c:pt>
                <c:pt idx="6" formatCode="0%">
                  <c:v>0.57177581776513686</c:v>
                </c:pt>
                <c:pt idx="7" formatCode="0%">
                  <c:v>0.48093592376098121</c:v>
                </c:pt>
                <c:pt idx="8" formatCode="0%">
                  <c:v>0.40793300578649727</c:v>
                </c:pt>
                <c:pt idx="10" formatCode="0%">
                  <c:v>0.40927531789487448</c:v>
                </c:pt>
                <c:pt idx="11" formatCode="0%">
                  <c:v>0.42813360708175574</c:v>
                </c:pt>
                <c:pt idx="12" formatCode="0%">
                  <c:v>0.51816375936959258</c:v>
                </c:pt>
                <c:pt idx="14" formatCode="0%">
                  <c:v>0.3844528255211383</c:v>
                </c:pt>
                <c:pt idx="15" formatCode="0%">
                  <c:v>0.38461485435014475</c:v>
                </c:pt>
                <c:pt idx="16" formatCode="0%">
                  <c:v>0.63285832221462668</c:v>
                </c:pt>
                <c:pt idx="17" formatCode="0%">
                  <c:v>0.5218382246774379</c:v>
                </c:pt>
                <c:pt idx="19" formatCode="0%">
                  <c:v>0.38930950345885357</c:v>
                </c:pt>
                <c:pt idx="20" formatCode="0%">
                  <c:v>0.55702307429106979</c:v>
                </c:pt>
                <c:pt idx="22" formatCode="0%">
                  <c:v>0.34666380685110831</c:v>
                </c:pt>
                <c:pt idx="23" formatCode="0%">
                  <c:v>0.40917920009566022</c:v>
                </c:pt>
                <c:pt idx="24" formatCode="0%">
                  <c:v>0.70465455972336621</c:v>
                </c:pt>
                <c:pt idx="25" formatCode="0%">
                  <c:v>0.5002278411594665</c:v>
                </c:pt>
                <c:pt idx="27" formatCode="0%">
                  <c:v>0.40419143870609331</c:v>
                </c:pt>
                <c:pt idx="28" formatCode="0%">
                  <c:v>0.43923815724053072</c:v>
                </c:pt>
                <c:pt idx="29" formatCode="0%">
                  <c:v>0.5887315894055406</c:v>
                </c:pt>
                <c:pt idx="31" formatCode="0%">
                  <c:v>0.42547588756832633</c:v>
                </c:pt>
                <c:pt idx="32" formatCode="0%">
                  <c:v>4.0359820866923232E-2</c:v>
                </c:pt>
                <c:pt idx="33" formatCode="0%">
                  <c:v>3.4569556070081983E-2</c:v>
                </c:pt>
                <c:pt idx="34" formatCode="0%">
                  <c:v>0.8626812468201378</c:v>
                </c:pt>
                <c:pt idx="35" formatCode="0%">
                  <c:v>0.54999877066259018</c:v>
                </c:pt>
                <c:pt idx="36" formatCode="0%">
                  <c:v>0.93808280481172368</c:v>
                </c:pt>
                <c:pt idx="38" formatCode="0%">
                  <c:v>0.36617835275064986</c:v>
                </c:pt>
                <c:pt idx="39" formatCode="0%">
                  <c:v>0.12582465103310536</c:v>
                </c:pt>
                <c:pt idx="40" formatCode="0%">
                  <c:v>0.81318739289753705</c:v>
                </c:pt>
                <c:pt idx="41" formatCode="0%">
                  <c:v>0.88377857569253004</c:v>
                </c:pt>
                <c:pt idx="43" formatCode="0%">
                  <c:v>0.8423245279126248</c:v>
                </c:pt>
                <c:pt idx="44" formatCode="0%">
                  <c:v>0.14706265996487372</c:v>
                </c:pt>
                <c:pt idx="46" formatCode="0%">
                  <c:v>1</c:v>
                </c:pt>
                <c:pt idx="47" formatCode="0%">
                  <c:v>1</c:v>
                </c:pt>
                <c:pt idx="48" formatCode="0%">
                  <c:v>0</c:v>
                </c:pt>
                <c:pt idx="49" formatCode="0%">
                  <c:v>0</c:v>
                </c:pt>
                <c:pt idx="51" formatCode="0%">
                  <c:v>3.5668396428555203E-2</c:v>
                </c:pt>
                <c:pt idx="52" formatCode="0%">
                  <c:v>7.3249662166527674E-2</c:v>
                </c:pt>
                <c:pt idx="53" formatCode="0%">
                  <c:v>0.38901971915298428</c:v>
                </c:pt>
                <c:pt idx="54" formatCode="0%">
                  <c:v>0.81055172448610047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04FC-42F2-9172-D143B50DFDD5}"/>
            </c:ext>
          </c:extLst>
        </c:ser>
        <c:ser>
          <c:idx val="1"/>
          <c:order val="1"/>
          <c:tx>
            <c:strRef>
              <c:f>'lineas gestiones'!$B$26</c:f>
              <c:strCache>
                <c:ptCount val="1"/>
                <c:pt idx="0">
                  <c:v>GGP positiva Kicillof</c:v>
                </c:pt>
              </c:strCache>
            </c:strRef>
          </c:tx>
          <c:spPr>
            <a:ln w="6350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'lineas gestiones'!$C$24:$BI$24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gestiones'!$C$26:$BI$26</c:f>
              <c:numCache>
                <c:formatCode>General</c:formatCode>
                <c:ptCount val="55"/>
                <c:pt idx="0" formatCode="0%">
                  <c:v>0.36509974078156132</c:v>
                </c:pt>
                <c:pt idx="2" formatCode="0%">
                  <c:v>0.3439456200516674</c:v>
                </c:pt>
                <c:pt idx="3" formatCode="0%">
                  <c:v>0.3856741171661468</c:v>
                </c:pt>
                <c:pt idx="5" formatCode="0%">
                  <c:v>0.37036921905574699</c:v>
                </c:pt>
                <c:pt idx="6" formatCode="0%">
                  <c:v>0.27641707412320859</c:v>
                </c:pt>
                <c:pt idx="7" formatCode="0%">
                  <c:v>0.35864819327206765</c:v>
                </c:pt>
                <c:pt idx="8" formatCode="0%">
                  <c:v>0.46943226825417789</c:v>
                </c:pt>
                <c:pt idx="10" formatCode="0%">
                  <c:v>0.4234289466912175</c:v>
                </c:pt>
                <c:pt idx="11" formatCode="0%">
                  <c:v>0.338371623380196</c:v>
                </c:pt>
                <c:pt idx="12" formatCode="0%">
                  <c:v>0.34928116895835115</c:v>
                </c:pt>
                <c:pt idx="14" formatCode="0%">
                  <c:v>0.40159877880909906</c:v>
                </c:pt>
                <c:pt idx="15" formatCode="0%">
                  <c:v>0.39522993366543385</c:v>
                </c:pt>
                <c:pt idx="16" formatCode="0%">
                  <c:v>0.30646342892975686</c:v>
                </c:pt>
                <c:pt idx="17" formatCode="0%">
                  <c:v>0.20273537551119519</c:v>
                </c:pt>
                <c:pt idx="19" formatCode="0%">
                  <c:v>0.38444147759570202</c:v>
                </c:pt>
                <c:pt idx="20" formatCode="0%">
                  <c:v>0.33262414854812383</c:v>
                </c:pt>
                <c:pt idx="22" formatCode="0%">
                  <c:v>0.39500299695819319</c:v>
                </c:pt>
                <c:pt idx="23" formatCode="0%">
                  <c:v>0.3133940202167389</c:v>
                </c:pt>
                <c:pt idx="24" formatCode="0%">
                  <c:v>0.24243659536971118</c:v>
                </c:pt>
                <c:pt idx="25" formatCode="0%">
                  <c:v>0.3772986122900599</c:v>
                </c:pt>
                <c:pt idx="27" formatCode="0%">
                  <c:v>0.37851679332822452</c:v>
                </c:pt>
                <c:pt idx="28" formatCode="0%">
                  <c:v>0.3369051734003316</c:v>
                </c:pt>
                <c:pt idx="29" formatCode="0%">
                  <c:v>0.31188755193333928</c:v>
                </c:pt>
                <c:pt idx="31" formatCode="0%">
                  <c:v>0.20711686597617354</c:v>
                </c:pt>
                <c:pt idx="32" formatCode="0%">
                  <c:v>0.95337801320714144</c:v>
                </c:pt>
                <c:pt idx="33" formatCode="0%">
                  <c:v>0.68638445260161207</c:v>
                </c:pt>
                <c:pt idx="34" formatCode="0%">
                  <c:v>0.10357566792572045</c:v>
                </c:pt>
                <c:pt idx="35" formatCode="0%">
                  <c:v>0.37120316123035602</c:v>
                </c:pt>
                <c:pt idx="36" formatCode="0%">
                  <c:v>1.441410438002869E-2</c:v>
                </c:pt>
                <c:pt idx="38" formatCode="0%">
                  <c:v>0.32928804755698893</c:v>
                </c:pt>
                <c:pt idx="39" formatCode="0%">
                  <c:v>0.7113012214435066</c:v>
                </c:pt>
                <c:pt idx="40" formatCode="0%">
                  <c:v>0.12905124500728579</c:v>
                </c:pt>
                <c:pt idx="41" formatCode="0%">
                  <c:v>3.6908305871856568E-2</c:v>
                </c:pt>
                <c:pt idx="43" formatCode="0%">
                  <c:v>0.1010680159991596</c:v>
                </c:pt>
                <c:pt idx="44" formatCode="0%">
                  <c:v>0.73020832756765408</c:v>
                </c:pt>
                <c:pt idx="46" formatCode="0%">
                  <c:v>2.4629292235286607E-2</c:v>
                </c:pt>
                <c:pt idx="47" formatCode="0%">
                  <c:v>7.0469235253734303E-2</c:v>
                </c:pt>
                <c:pt idx="48" formatCode="0%">
                  <c:v>0.50270082671774463</c:v>
                </c:pt>
                <c:pt idx="49" formatCode="0%">
                  <c:v>0.81001011642326537</c:v>
                </c:pt>
                <c:pt idx="51" formatCode="0%">
                  <c:v>1</c:v>
                </c:pt>
                <c:pt idx="52" formatCode="0%">
                  <c:v>1</c:v>
                </c:pt>
                <c:pt idx="53" formatCode="0%">
                  <c:v>0</c:v>
                </c:pt>
                <c:pt idx="54" formatCode="0%">
                  <c:v>0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04FC-42F2-9172-D143B50DFDD5}"/>
            </c:ext>
          </c:extLst>
        </c:ser>
        <c:ser>
          <c:idx val="2"/>
          <c:order val="2"/>
          <c:tx>
            <c:strRef>
              <c:f>'lineas gestiones'!$B$27</c:f>
              <c:strCache>
                <c:ptCount val="1"/>
                <c:pt idx="0">
                  <c:v>GGM positiva intendente de su municipio</c:v>
                </c:pt>
              </c:strCache>
            </c:strRef>
          </c:tx>
          <c:spPr>
            <a:ln w="6350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'lineas gestiones'!$C$24:$BI$24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gestiones'!$C$27:$BI$27</c:f>
              <c:numCache>
                <c:formatCode>General</c:formatCode>
                <c:ptCount val="55"/>
                <c:pt idx="0" formatCode="0%">
                  <c:v>0.45640284623982708</c:v>
                </c:pt>
                <c:pt idx="2" formatCode="0%">
                  <c:v>0.43271398029840724</c:v>
                </c:pt>
                <c:pt idx="3" formatCode="0%">
                  <c:v>0.47927120148800484</c:v>
                </c:pt>
                <c:pt idx="5" formatCode="0%">
                  <c:v>0.37217941713613822</c:v>
                </c:pt>
                <c:pt idx="6" formatCode="0%">
                  <c:v>0.39420551657820124</c:v>
                </c:pt>
                <c:pt idx="7" formatCode="0%">
                  <c:v>0.50882466522431768</c:v>
                </c:pt>
                <c:pt idx="8" formatCode="0%">
                  <c:v>0.56529308683183377</c:v>
                </c:pt>
                <c:pt idx="10" formatCode="0%">
                  <c:v>0.43829581472192097</c:v>
                </c:pt>
                <c:pt idx="11" formatCode="0%">
                  <c:v>0.46591822316757492</c:v>
                </c:pt>
                <c:pt idx="12" formatCode="0%">
                  <c:v>0.45977605465869176</c:v>
                </c:pt>
                <c:pt idx="14" formatCode="0%">
                  <c:v>0.47415222839801063</c:v>
                </c:pt>
                <c:pt idx="15" formatCode="0%">
                  <c:v>0.42322446282124881</c:v>
                </c:pt>
                <c:pt idx="16" formatCode="0%">
                  <c:v>0.49710830854016475</c:v>
                </c:pt>
                <c:pt idx="17" formatCode="0%">
                  <c:v>0.46765388689754894</c:v>
                </c:pt>
                <c:pt idx="19" formatCode="0%">
                  <c:v>0.43702784173611253</c:v>
                </c:pt>
                <c:pt idx="20" formatCode="0%">
                  <c:v>0.48921285633267841</c:v>
                </c:pt>
                <c:pt idx="22" formatCode="0%">
                  <c:v>0.45167985725194748</c:v>
                </c:pt>
                <c:pt idx="23" formatCode="0%">
                  <c:v>0.49480216861428061</c:v>
                </c:pt>
                <c:pt idx="24" formatCode="0%">
                  <c:v>0.23123378608304718</c:v>
                </c:pt>
                <c:pt idx="25" formatCode="0%">
                  <c:v>0.43054492807695516</c:v>
                </c:pt>
                <c:pt idx="27" formatCode="0%">
                  <c:v>0.46499670428896289</c:v>
                </c:pt>
                <c:pt idx="28" formatCode="0%">
                  <c:v>0.4021719623543446</c:v>
                </c:pt>
                <c:pt idx="29" formatCode="0%">
                  <c:v>0.40805019297121098</c:v>
                </c:pt>
                <c:pt idx="31" formatCode="0%">
                  <c:v>0.35552391277961015</c:v>
                </c:pt>
                <c:pt idx="32" formatCode="0%">
                  <c:v>0.63277279246001772</c:v>
                </c:pt>
                <c:pt idx="33" formatCode="0%">
                  <c:v>0.71415263055523182</c:v>
                </c:pt>
                <c:pt idx="34" formatCode="0%">
                  <c:v>0.26459715555106023</c:v>
                </c:pt>
                <c:pt idx="35" formatCode="0%">
                  <c:v>0.54223529719624375</c:v>
                </c:pt>
                <c:pt idx="36" formatCode="0%">
                  <c:v>0.42040585542888459</c:v>
                </c:pt>
                <c:pt idx="38" formatCode="0%">
                  <c:v>0.39201494959860672</c:v>
                </c:pt>
                <c:pt idx="39" formatCode="0%">
                  <c:v>0.6010991454558956</c:v>
                </c:pt>
                <c:pt idx="40" formatCode="0%">
                  <c:v>0.40648217705844231</c:v>
                </c:pt>
                <c:pt idx="41" formatCode="0%">
                  <c:v>0.39534777253461922</c:v>
                </c:pt>
                <c:pt idx="43" formatCode="0%">
                  <c:v>0.4226871658206085</c:v>
                </c:pt>
                <c:pt idx="44" formatCode="0%">
                  <c:v>0.56075698941613772</c:v>
                </c:pt>
                <c:pt idx="46" formatCode="0%">
                  <c:v>0.31089365857367635</c:v>
                </c:pt>
                <c:pt idx="47" formatCode="0%">
                  <c:v>0.37749634768951523</c:v>
                </c:pt>
                <c:pt idx="48" formatCode="0%">
                  <c:v>0.51141482399893856</c:v>
                </c:pt>
                <c:pt idx="49" formatCode="0%">
                  <c:v>0.64711749587308032</c:v>
                </c:pt>
                <c:pt idx="51" formatCode="0%">
                  <c:v>0.77934589912173891</c:v>
                </c:pt>
                <c:pt idx="52" formatCode="0%">
                  <c:v>0.56418084424210779</c:v>
                </c:pt>
                <c:pt idx="53" formatCode="0%">
                  <c:v>0.54916000800339937</c:v>
                </c:pt>
                <c:pt idx="54" formatCode="0%">
                  <c:v>0.26144872632985522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04FC-42F2-9172-D143B50DFD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2876512"/>
        <c:axId val="512882000"/>
      </c:lineChart>
      <c:catAx>
        <c:axId val="5128765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s-AR"/>
          </a:p>
        </c:txPr>
        <c:crossAx val="512882000"/>
        <c:crosses val="autoZero"/>
        <c:auto val="1"/>
        <c:lblAlgn val="ctr"/>
        <c:lblOffset val="100"/>
        <c:noMultiLvlLbl val="0"/>
      </c:catAx>
      <c:valAx>
        <c:axId val="512882000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s-AR"/>
          </a:p>
        </c:txPr>
        <c:crossAx val="512876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5484338754650467E-2"/>
          <c:y val="2.218369774937055E-2"/>
          <c:w val="0.93417660111967082"/>
          <c:h val="4.96703381161434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  <a:latin typeface="+mj-lt"/>
        </a:defRPr>
      </a:pPr>
      <a:endParaRPr lang="es-A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.46340912421069247"/>
          <c:w val="0.99887573772519167"/>
          <c:h val="0.45957210239085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0-DAD5-4A50-9DBA-194F7876D12C}"/>
              </c:ext>
            </c:extLst>
          </c:dPt>
          <c:dPt>
            <c:idx val="1"/>
            <c:invertIfNegative val="0"/>
            <c:bubble3D val="0"/>
            <c:spPr>
              <a:solidFill>
                <a:srgbClr val="03BD8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DAD5-4A50-9DBA-194F7876D12C}"/>
              </c:ext>
            </c:extLst>
          </c:dPt>
          <c:dPt>
            <c:idx val="2"/>
            <c:invertIfNegative val="0"/>
            <c:bubble3D val="0"/>
            <c:spPr>
              <a:solidFill>
                <a:srgbClr val="FFFFFF">
                  <a:lumMod val="75000"/>
                  <a:alpha val="2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DAD5-4A50-9DBA-194F7876D12C}"/>
              </c:ext>
            </c:extLst>
          </c:dPt>
          <c:dPt>
            <c:idx val="3"/>
            <c:invertIfNegative val="0"/>
            <c:bubble3D val="0"/>
            <c:spPr>
              <a:solidFill>
                <a:srgbClr val="FFFFFF">
                  <a:lumMod val="75000"/>
                  <a:alpha val="2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6-DAD5-4A50-9DBA-194F7876D12C}"/>
              </c:ext>
            </c:extLst>
          </c:dPt>
          <c:dPt>
            <c:idx val="4"/>
            <c:invertIfNegative val="0"/>
            <c:bubble3D val="0"/>
            <c:spPr>
              <a:solidFill>
                <a:srgbClr val="FFFFFF">
                  <a:lumMod val="75000"/>
                  <a:alpha val="2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8-DAD5-4A50-9DBA-194F7876D12C}"/>
              </c:ext>
            </c:extLst>
          </c:dPt>
          <c:dPt>
            <c:idx val="5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A-DAD5-4A50-9DBA-194F7876D12C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C-DAD5-4A50-9DBA-194F7876D12C}"/>
              </c:ext>
            </c:extLst>
          </c:dPt>
          <c:dPt>
            <c:idx val="7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E-DAD5-4A50-9DBA-194F7876D12C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0-DAD5-4A50-9DBA-194F7876D12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Hoja1!$B$65:$B$69</c:f>
              <c:strCache>
                <c:ptCount val="5"/>
                <c:pt idx="0">
                  <c:v>Muy buena</c:v>
                </c:pt>
                <c:pt idx="1">
                  <c:v>Buena</c:v>
                </c:pt>
                <c:pt idx="2">
                  <c:v>Mala</c:v>
                </c:pt>
                <c:pt idx="3">
                  <c:v>Muy mala</c:v>
                </c:pt>
                <c:pt idx="4">
                  <c:v>No sabe</c:v>
                </c:pt>
              </c:strCache>
            </c:strRef>
          </c:cat>
          <c:val>
            <c:numRef>
              <c:f>Hoja1!$C$65:$C$69</c:f>
              <c:numCache>
                <c:formatCode>0%</c:formatCode>
                <c:ptCount val="5"/>
                <c:pt idx="0">
                  <c:v>0.24752557600802741</c:v>
                </c:pt>
                <c:pt idx="1">
                  <c:v>0.20425252995235216</c:v>
                </c:pt>
                <c:pt idx="2">
                  <c:v>0.14991978650253229</c:v>
                </c:pt>
                <c:pt idx="3">
                  <c:v>0.32104671277469693</c:v>
                </c:pt>
                <c:pt idx="4">
                  <c:v>7.7255394762392141E-2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1-DAD5-4A50-9DBA-194F7876D12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27"/>
        <c:axId val="512882392"/>
        <c:axId val="512883568"/>
      </c:barChart>
      <c:catAx>
        <c:axId val="512882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512883568"/>
        <c:crosses val="autoZero"/>
        <c:auto val="1"/>
        <c:lblAlgn val="ctr"/>
        <c:lblOffset val="100"/>
        <c:noMultiLvlLbl val="0"/>
      </c:catAx>
      <c:valAx>
        <c:axId val="512883568"/>
        <c:scaling>
          <c:orientation val="minMax"/>
          <c:max val="0.60000000000000009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512882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.46340912421069247"/>
          <c:w val="0.99887573772519167"/>
          <c:h val="0.45957210239085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FFFF">
                  <a:lumMod val="75000"/>
                  <a:alpha val="2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DAD5-4A50-9DBA-194F7876D12C}"/>
              </c:ext>
            </c:extLst>
          </c:dPt>
          <c:dPt>
            <c:idx val="1"/>
            <c:invertIfNegative val="0"/>
            <c:bubble3D val="0"/>
            <c:spPr>
              <a:solidFill>
                <a:srgbClr val="FFFFFF">
                  <a:lumMod val="75000"/>
                  <a:alpha val="2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DAD5-4A50-9DBA-194F7876D12C}"/>
              </c:ext>
            </c:extLst>
          </c:dPt>
          <c:dPt>
            <c:idx val="2"/>
            <c:invertIfNegative val="0"/>
            <c:bubble3D val="0"/>
            <c:spPr>
              <a:solidFill>
                <a:srgbClr val="EA3F28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DAD5-4A50-9DBA-194F7876D12C}"/>
              </c:ext>
            </c:extLst>
          </c:dPt>
          <c:dPt>
            <c:idx val="3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6-DAD5-4A50-9DBA-194F7876D12C}"/>
              </c:ext>
            </c:extLst>
          </c:dPt>
          <c:dPt>
            <c:idx val="4"/>
            <c:invertIfNegative val="0"/>
            <c:bubble3D val="0"/>
            <c:spPr>
              <a:solidFill>
                <a:srgbClr val="FFFFFF">
                  <a:lumMod val="75000"/>
                  <a:alpha val="2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8-DAD5-4A50-9DBA-194F7876D12C}"/>
              </c:ext>
            </c:extLst>
          </c:dPt>
          <c:dPt>
            <c:idx val="5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A-DAD5-4A50-9DBA-194F7876D12C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C-DAD5-4A50-9DBA-194F7876D12C}"/>
              </c:ext>
            </c:extLst>
          </c:dPt>
          <c:dPt>
            <c:idx val="7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E-DAD5-4A50-9DBA-194F7876D12C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0-DAD5-4A50-9DBA-194F7876D12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Hoja1!$B$65:$B$69</c:f>
              <c:strCache>
                <c:ptCount val="5"/>
                <c:pt idx="0">
                  <c:v>Muy buena</c:v>
                </c:pt>
                <c:pt idx="1">
                  <c:v>Buena</c:v>
                </c:pt>
                <c:pt idx="2">
                  <c:v>Mala</c:v>
                </c:pt>
                <c:pt idx="3">
                  <c:v>Muy mala</c:v>
                </c:pt>
                <c:pt idx="4">
                  <c:v>No sabe</c:v>
                </c:pt>
              </c:strCache>
            </c:strRef>
          </c:cat>
          <c:val>
            <c:numRef>
              <c:f>Hoja1!$C$65:$C$69</c:f>
              <c:numCache>
                <c:formatCode>0%</c:formatCode>
                <c:ptCount val="5"/>
                <c:pt idx="0">
                  <c:v>0.24752557600802741</c:v>
                </c:pt>
                <c:pt idx="1">
                  <c:v>0.20425252995235216</c:v>
                </c:pt>
                <c:pt idx="2">
                  <c:v>0.14991978650253229</c:v>
                </c:pt>
                <c:pt idx="3">
                  <c:v>0.32104671277469693</c:v>
                </c:pt>
                <c:pt idx="4">
                  <c:v>7.7255394762392141E-2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1-DAD5-4A50-9DBA-194F7876D12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27"/>
        <c:axId val="512885528"/>
        <c:axId val="512894152"/>
      </c:barChart>
      <c:catAx>
        <c:axId val="512885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512894152"/>
        <c:crosses val="autoZero"/>
        <c:auto val="1"/>
        <c:lblAlgn val="ctr"/>
        <c:lblOffset val="100"/>
        <c:noMultiLvlLbl val="0"/>
      </c:catAx>
      <c:valAx>
        <c:axId val="512894152"/>
        <c:scaling>
          <c:orientation val="minMax"/>
          <c:max val="0.60000000000000009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512885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.46340912421069247"/>
          <c:w val="0.99887573772519167"/>
          <c:h val="0.45957210239085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0-DAD5-4A50-9DBA-194F7876D12C}"/>
              </c:ext>
            </c:extLst>
          </c:dPt>
          <c:dPt>
            <c:idx val="1"/>
            <c:invertIfNegative val="0"/>
            <c:bubble3D val="0"/>
            <c:spPr>
              <a:solidFill>
                <a:srgbClr val="03BD8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DAD5-4A50-9DBA-194F7876D12C}"/>
              </c:ext>
            </c:extLst>
          </c:dPt>
          <c:dPt>
            <c:idx val="2"/>
            <c:invertIfNegative val="0"/>
            <c:bubble3D val="0"/>
            <c:spPr>
              <a:solidFill>
                <a:srgbClr val="FFFFFF">
                  <a:lumMod val="75000"/>
                  <a:alpha val="2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DAD5-4A50-9DBA-194F7876D12C}"/>
              </c:ext>
            </c:extLst>
          </c:dPt>
          <c:dPt>
            <c:idx val="3"/>
            <c:invertIfNegative val="0"/>
            <c:bubble3D val="0"/>
            <c:spPr>
              <a:solidFill>
                <a:srgbClr val="FFFFFF">
                  <a:lumMod val="75000"/>
                  <a:alpha val="2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6-DAD5-4A50-9DBA-194F7876D12C}"/>
              </c:ext>
            </c:extLst>
          </c:dPt>
          <c:dPt>
            <c:idx val="4"/>
            <c:invertIfNegative val="0"/>
            <c:bubble3D val="0"/>
            <c:spPr>
              <a:solidFill>
                <a:srgbClr val="FFFFFF">
                  <a:lumMod val="75000"/>
                  <a:alpha val="2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8-DAD5-4A50-9DBA-194F7876D12C}"/>
              </c:ext>
            </c:extLst>
          </c:dPt>
          <c:dPt>
            <c:idx val="5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A-DAD5-4A50-9DBA-194F7876D12C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C-DAD5-4A50-9DBA-194F7876D12C}"/>
              </c:ext>
            </c:extLst>
          </c:dPt>
          <c:dPt>
            <c:idx val="7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E-DAD5-4A50-9DBA-194F7876D12C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0-DAD5-4A50-9DBA-194F7876D12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Hoja1!$B$71:$B$75</c:f>
              <c:strCache>
                <c:ptCount val="5"/>
                <c:pt idx="0">
                  <c:v>Muy buena</c:v>
                </c:pt>
                <c:pt idx="1">
                  <c:v>Buena</c:v>
                </c:pt>
                <c:pt idx="2">
                  <c:v>Mala</c:v>
                </c:pt>
                <c:pt idx="3">
                  <c:v>Muy mala</c:v>
                </c:pt>
                <c:pt idx="4">
                  <c:v>No sabe</c:v>
                </c:pt>
              </c:strCache>
            </c:strRef>
          </c:cat>
          <c:val>
            <c:numRef>
              <c:f>Hoja1!$C$71:$C$75</c:f>
              <c:numCache>
                <c:formatCode>0%</c:formatCode>
                <c:ptCount val="5"/>
                <c:pt idx="0">
                  <c:v>0.16927241923895728</c:v>
                </c:pt>
                <c:pt idx="1">
                  <c:v>0.19582732154260404</c:v>
                </c:pt>
                <c:pt idx="2">
                  <c:v>0.14468029998304913</c:v>
                </c:pt>
                <c:pt idx="3">
                  <c:v>0.44492639264380157</c:v>
                </c:pt>
                <c:pt idx="4">
                  <c:v>4.5293566591589063E-2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1-DAD5-4A50-9DBA-194F7876D12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27"/>
        <c:axId val="557044752"/>
        <c:axId val="557045144"/>
      </c:barChart>
      <c:catAx>
        <c:axId val="557044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557045144"/>
        <c:crosses val="autoZero"/>
        <c:auto val="1"/>
        <c:lblAlgn val="ctr"/>
        <c:lblOffset val="100"/>
        <c:noMultiLvlLbl val="0"/>
      </c:catAx>
      <c:valAx>
        <c:axId val="557045144"/>
        <c:scaling>
          <c:orientation val="minMax"/>
          <c:max val="0.60000000000000009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557044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4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.46340912421069247"/>
          <c:w val="0.99887573772519167"/>
          <c:h val="0.459572102390856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FFFF">
                  <a:lumMod val="75000"/>
                  <a:alpha val="2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DAD5-4A50-9DBA-194F7876D12C}"/>
              </c:ext>
            </c:extLst>
          </c:dPt>
          <c:dPt>
            <c:idx val="1"/>
            <c:invertIfNegative val="0"/>
            <c:bubble3D val="0"/>
            <c:spPr>
              <a:solidFill>
                <a:srgbClr val="FFFFFF">
                  <a:lumMod val="75000"/>
                  <a:alpha val="2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DAD5-4A50-9DBA-194F7876D12C}"/>
              </c:ext>
            </c:extLst>
          </c:dPt>
          <c:dPt>
            <c:idx val="2"/>
            <c:invertIfNegative val="0"/>
            <c:bubble3D val="0"/>
            <c:spPr>
              <a:solidFill>
                <a:srgbClr val="EA3F28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DAD5-4A50-9DBA-194F7876D12C}"/>
              </c:ext>
            </c:extLst>
          </c:dPt>
          <c:dPt>
            <c:idx val="3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6-DAD5-4A50-9DBA-194F7876D12C}"/>
              </c:ext>
            </c:extLst>
          </c:dPt>
          <c:dPt>
            <c:idx val="4"/>
            <c:invertIfNegative val="0"/>
            <c:bubble3D val="0"/>
            <c:spPr>
              <a:solidFill>
                <a:srgbClr val="FFFFFF">
                  <a:lumMod val="75000"/>
                  <a:alpha val="2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8-DAD5-4A50-9DBA-194F7876D12C}"/>
              </c:ext>
            </c:extLst>
          </c:dPt>
          <c:dPt>
            <c:idx val="5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A-DAD5-4A50-9DBA-194F7876D12C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C-DAD5-4A50-9DBA-194F7876D12C}"/>
              </c:ext>
            </c:extLst>
          </c:dPt>
          <c:dPt>
            <c:idx val="7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E-DAD5-4A50-9DBA-194F7876D12C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0-DAD5-4A50-9DBA-194F7876D12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Hoja1!$B$71:$B$75</c:f>
              <c:strCache>
                <c:ptCount val="5"/>
                <c:pt idx="0">
                  <c:v>Muy buena</c:v>
                </c:pt>
                <c:pt idx="1">
                  <c:v>Buena</c:v>
                </c:pt>
                <c:pt idx="2">
                  <c:v>Mala</c:v>
                </c:pt>
                <c:pt idx="3">
                  <c:v>Muy mala</c:v>
                </c:pt>
                <c:pt idx="4">
                  <c:v>No sabe</c:v>
                </c:pt>
              </c:strCache>
            </c:strRef>
          </c:cat>
          <c:val>
            <c:numRef>
              <c:f>Hoja1!$C$71:$C$75</c:f>
              <c:numCache>
                <c:formatCode>0%</c:formatCode>
                <c:ptCount val="5"/>
                <c:pt idx="0">
                  <c:v>0.16927241923895728</c:v>
                </c:pt>
                <c:pt idx="1">
                  <c:v>0.19582732154260404</c:v>
                </c:pt>
                <c:pt idx="2">
                  <c:v>0.14468029998304913</c:v>
                </c:pt>
                <c:pt idx="3">
                  <c:v>0.44492639264380157</c:v>
                </c:pt>
                <c:pt idx="4">
                  <c:v>4.5293566591589063E-2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1-DAD5-4A50-9DBA-194F7876D12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27"/>
        <c:axId val="557036128"/>
        <c:axId val="557031816"/>
      </c:barChart>
      <c:catAx>
        <c:axId val="557036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557031816"/>
        <c:crosses val="autoZero"/>
        <c:auto val="1"/>
        <c:lblAlgn val="ctr"/>
        <c:lblOffset val="100"/>
        <c:noMultiLvlLbl val="0"/>
      </c:catAx>
      <c:valAx>
        <c:axId val="557031816"/>
        <c:scaling>
          <c:orientation val="minMax"/>
          <c:max val="0.60000000000000009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557036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4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5583584263764675"/>
          <c:y val="0.106801144473343"/>
          <c:w val="0.74416415736235331"/>
          <c:h val="0.8658596717612191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Hoja1!$B$133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Hoja1!$C$132:$M$132</c:f>
              <c:strCache>
                <c:ptCount val="11"/>
                <c:pt idx="0">
                  <c:v>Javier Milei</c:v>
                </c:pt>
                <c:pt idx="1">
                  <c:v>Patricia Bullrich</c:v>
                </c:pt>
                <c:pt idx="2">
                  <c:v>Luis "Toto" Caputo</c:v>
                </c:pt>
                <c:pt idx="3">
                  <c:v>Mauricio Macri</c:v>
                </c:pt>
                <c:pt idx="4">
                  <c:v>Axel Kicillof</c:v>
                </c:pt>
                <c:pt idx="5">
                  <c:v>Cristina Fernández de Kirchner</c:v>
                </c:pt>
                <c:pt idx="6">
                  <c:v>Eduardo Wado De Pedro</c:v>
                </c:pt>
                <c:pt idx="7">
                  <c:v>Karina Milei</c:v>
                </c:pt>
                <c:pt idx="8">
                  <c:v>Sergio Massa</c:v>
                </c:pt>
                <c:pt idx="9">
                  <c:v>Máximo Kirchner</c:v>
                </c:pt>
                <c:pt idx="10">
                  <c:v>Santiago Caputo</c:v>
                </c:pt>
              </c:strCache>
            </c:strRef>
          </c:cat>
          <c:val>
            <c:numRef>
              <c:f>Hoja1!$C$133:$M$133</c:f>
              <c:numCache>
                <c:formatCode>0%</c:formatCode>
                <c:ptCount val="11"/>
                <c:pt idx="0">
                  <c:v>0.3296256425995972</c:v>
                </c:pt>
                <c:pt idx="1">
                  <c:v>0.23036475870401818</c:v>
                </c:pt>
                <c:pt idx="2">
                  <c:v>0.21659490765723305</c:v>
                </c:pt>
                <c:pt idx="3">
                  <c:v>0.14167100880587841</c:v>
                </c:pt>
                <c:pt idx="4">
                  <c:v>0.23829147711538812</c:v>
                </c:pt>
                <c:pt idx="5">
                  <c:v>0.18792482122301066</c:v>
                </c:pt>
                <c:pt idx="6">
                  <c:v>0.15268820854341669</c:v>
                </c:pt>
                <c:pt idx="7">
                  <c:v>9.1142400268102663E-2</c:v>
                </c:pt>
                <c:pt idx="8">
                  <c:v>7.849496768447059E-2</c:v>
                </c:pt>
                <c:pt idx="9">
                  <c:v>7.0073770799077423E-2</c:v>
                </c:pt>
                <c:pt idx="10">
                  <c:v>9.4174534305778768E-2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45A-4FDD-8E5A-F2857B52157D}"/>
            </c:ext>
          </c:extLst>
        </c:ser>
        <c:ser>
          <c:idx val="1"/>
          <c:order val="1"/>
          <c:tx>
            <c:strRef>
              <c:f>Hoja1!$B$134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Hoja1!$C$132:$M$132</c:f>
              <c:strCache>
                <c:ptCount val="11"/>
                <c:pt idx="0">
                  <c:v>Javier Milei</c:v>
                </c:pt>
                <c:pt idx="1">
                  <c:v>Patricia Bullrich</c:v>
                </c:pt>
                <c:pt idx="2">
                  <c:v>Luis "Toto" Caputo</c:v>
                </c:pt>
                <c:pt idx="3">
                  <c:v>Mauricio Macri</c:v>
                </c:pt>
                <c:pt idx="4">
                  <c:v>Axel Kicillof</c:v>
                </c:pt>
                <c:pt idx="5">
                  <c:v>Cristina Fernández de Kirchner</c:v>
                </c:pt>
                <c:pt idx="6">
                  <c:v>Eduardo Wado De Pedro</c:v>
                </c:pt>
                <c:pt idx="7">
                  <c:v>Karina Milei</c:v>
                </c:pt>
                <c:pt idx="8">
                  <c:v>Sergio Massa</c:v>
                </c:pt>
                <c:pt idx="9">
                  <c:v>Máximo Kirchner</c:v>
                </c:pt>
                <c:pt idx="10">
                  <c:v>Santiago Caputo</c:v>
                </c:pt>
              </c:strCache>
            </c:strRef>
          </c:cat>
          <c:val>
            <c:numRef>
              <c:f>Hoja1!$C$134:$M$134</c:f>
              <c:numCache>
                <c:formatCode>0%</c:formatCode>
                <c:ptCount val="11"/>
                <c:pt idx="0">
                  <c:v>0.18665946664503302</c:v>
                </c:pt>
                <c:pt idx="1">
                  <c:v>0.26582646557044737</c:v>
                </c:pt>
                <c:pt idx="2">
                  <c:v>0.2057454528211965</c:v>
                </c:pt>
                <c:pt idx="3">
                  <c:v>0.26365493038132781</c:v>
                </c:pt>
                <c:pt idx="4">
                  <c:v>0.11472883911534862</c:v>
                </c:pt>
                <c:pt idx="5">
                  <c:v>0.13393136927008756</c:v>
                </c:pt>
                <c:pt idx="6">
                  <c:v>0.14497908200420476</c:v>
                </c:pt>
                <c:pt idx="7">
                  <c:v>0.20263731862682322</c:v>
                </c:pt>
                <c:pt idx="8">
                  <c:v>0.21358770941161556</c:v>
                </c:pt>
                <c:pt idx="9">
                  <c:v>0.19355679880737367</c:v>
                </c:pt>
                <c:pt idx="10">
                  <c:v>0.1589010715276046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045A-4FDD-8E5A-F2857B52157D}"/>
            </c:ext>
          </c:extLst>
        </c:ser>
        <c:ser>
          <c:idx val="2"/>
          <c:order val="2"/>
          <c:tx>
            <c:strRef>
              <c:f>Hoja1!$B$135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Hoja1!$C$132:$M$132</c:f>
              <c:strCache>
                <c:ptCount val="11"/>
                <c:pt idx="0">
                  <c:v>Javier Milei</c:v>
                </c:pt>
                <c:pt idx="1">
                  <c:v>Patricia Bullrich</c:v>
                </c:pt>
                <c:pt idx="2">
                  <c:v>Luis "Toto" Caputo</c:v>
                </c:pt>
                <c:pt idx="3">
                  <c:v>Mauricio Macri</c:v>
                </c:pt>
                <c:pt idx="4">
                  <c:v>Axel Kicillof</c:v>
                </c:pt>
                <c:pt idx="5">
                  <c:v>Cristina Fernández de Kirchner</c:v>
                </c:pt>
                <c:pt idx="6">
                  <c:v>Eduardo Wado De Pedro</c:v>
                </c:pt>
                <c:pt idx="7">
                  <c:v>Karina Milei</c:v>
                </c:pt>
                <c:pt idx="8">
                  <c:v>Sergio Massa</c:v>
                </c:pt>
                <c:pt idx="9">
                  <c:v>Máximo Kirchner</c:v>
                </c:pt>
                <c:pt idx="10">
                  <c:v>Santiago Caputo</c:v>
                </c:pt>
              </c:strCache>
            </c:strRef>
          </c:cat>
          <c:val>
            <c:numRef>
              <c:f>Hoja1!$C$135:$M$135</c:f>
              <c:numCache>
                <c:formatCode>0%</c:formatCode>
                <c:ptCount val="11"/>
                <c:pt idx="0">
                  <c:v>5.1039159598249804E-2</c:v>
                </c:pt>
                <c:pt idx="1">
                  <c:v>8.8034249094684339E-2</c:v>
                </c:pt>
                <c:pt idx="2">
                  <c:v>7.232825649308966E-2</c:v>
                </c:pt>
                <c:pt idx="3">
                  <c:v>0.15615614471003147</c:v>
                </c:pt>
                <c:pt idx="4">
                  <c:v>8.4107389587895029E-2</c:v>
                </c:pt>
                <c:pt idx="5">
                  <c:v>9.4916223978038422E-2</c:v>
                </c:pt>
                <c:pt idx="6">
                  <c:v>0.15443814720972693</c:v>
                </c:pt>
                <c:pt idx="7">
                  <c:v>0.14126524877956587</c:v>
                </c:pt>
                <c:pt idx="8">
                  <c:v>0.11635476096888012</c:v>
                </c:pt>
                <c:pt idx="9">
                  <c:v>0.11088172190752328</c:v>
                </c:pt>
                <c:pt idx="10">
                  <c:v>0.12974730989358599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45A-4FDD-8E5A-F2857B52157D}"/>
            </c:ext>
          </c:extLst>
        </c:ser>
        <c:ser>
          <c:idx val="3"/>
          <c:order val="3"/>
          <c:tx>
            <c:strRef>
              <c:f>Hoja1!$B$136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Hoja1!$C$132:$M$132</c:f>
              <c:strCache>
                <c:ptCount val="11"/>
                <c:pt idx="0">
                  <c:v>Javier Milei</c:v>
                </c:pt>
                <c:pt idx="1">
                  <c:v>Patricia Bullrich</c:v>
                </c:pt>
                <c:pt idx="2">
                  <c:v>Luis "Toto" Caputo</c:v>
                </c:pt>
                <c:pt idx="3">
                  <c:v>Mauricio Macri</c:v>
                </c:pt>
                <c:pt idx="4">
                  <c:v>Axel Kicillof</c:v>
                </c:pt>
                <c:pt idx="5">
                  <c:v>Cristina Fernández de Kirchner</c:v>
                </c:pt>
                <c:pt idx="6">
                  <c:v>Eduardo Wado De Pedro</c:v>
                </c:pt>
                <c:pt idx="7">
                  <c:v>Karina Milei</c:v>
                </c:pt>
                <c:pt idx="8">
                  <c:v>Sergio Massa</c:v>
                </c:pt>
                <c:pt idx="9">
                  <c:v>Máximo Kirchner</c:v>
                </c:pt>
                <c:pt idx="10">
                  <c:v>Santiago Caputo</c:v>
                </c:pt>
              </c:strCache>
            </c:strRef>
          </c:cat>
          <c:val>
            <c:numRef>
              <c:f>Hoja1!$C$136:$M$136</c:f>
              <c:numCache>
                <c:formatCode>0%</c:formatCode>
                <c:ptCount val="11"/>
                <c:pt idx="0">
                  <c:v>0.41152780396113181</c:v>
                </c:pt>
                <c:pt idx="1">
                  <c:v>0.39480085118445507</c:v>
                </c:pt>
                <c:pt idx="2">
                  <c:v>0.42441244498902864</c:v>
                </c:pt>
                <c:pt idx="3">
                  <c:v>0.41623058061895241</c:v>
                </c:pt>
                <c:pt idx="4">
                  <c:v>0.54294842666927212</c:v>
                </c:pt>
                <c:pt idx="5">
                  <c:v>0.55771663001706695</c:v>
                </c:pt>
                <c:pt idx="6">
                  <c:v>0.43594142381413659</c:v>
                </c:pt>
                <c:pt idx="7">
                  <c:v>0.46591236057706875</c:v>
                </c:pt>
                <c:pt idx="8">
                  <c:v>0.56715657782846995</c:v>
                </c:pt>
                <c:pt idx="9">
                  <c:v>0.56640202473581147</c:v>
                </c:pt>
                <c:pt idx="10">
                  <c:v>0.47655690644331794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045A-4FDD-8E5A-F2857B52157D}"/>
            </c:ext>
          </c:extLst>
        </c:ser>
        <c:ser>
          <c:idx val="4"/>
          <c:order val="4"/>
          <c:tx>
            <c:strRef>
              <c:f>Hoja1!$B$137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Hoja1!$C$132:$M$132</c:f>
              <c:strCache>
                <c:ptCount val="11"/>
                <c:pt idx="0">
                  <c:v>Javier Milei</c:v>
                </c:pt>
                <c:pt idx="1">
                  <c:v>Patricia Bullrich</c:v>
                </c:pt>
                <c:pt idx="2">
                  <c:v>Luis "Toto" Caputo</c:v>
                </c:pt>
                <c:pt idx="3">
                  <c:v>Mauricio Macri</c:v>
                </c:pt>
                <c:pt idx="4">
                  <c:v>Axel Kicillof</c:v>
                </c:pt>
                <c:pt idx="5">
                  <c:v>Cristina Fernández de Kirchner</c:v>
                </c:pt>
                <c:pt idx="6">
                  <c:v>Eduardo Wado De Pedro</c:v>
                </c:pt>
                <c:pt idx="7">
                  <c:v>Karina Milei</c:v>
                </c:pt>
                <c:pt idx="8">
                  <c:v>Sergio Massa</c:v>
                </c:pt>
                <c:pt idx="9">
                  <c:v>Máximo Kirchner</c:v>
                </c:pt>
                <c:pt idx="10">
                  <c:v>Santiago Caputo</c:v>
                </c:pt>
              </c:strCache>
            </c:strRef>
          </c:cat>
          <c:val>
            <c:numRef>
              <c:f>Hoja1!$C$137:$M$137</c:f>
              <c:numCache>
                <c:formatCode>0%</c:formatCode>
                <c:ptCount val="11"/>
                <c:pt idx="0">
                  <c:v>2.1147927195988493E-2</c:v>
                </c:pt>
                <c:pt idx="1">
                  <c:v>2.09736754463954E-2</c:v>
                </c:pt>
                <c:pt idx="2">
                  <c:v>8.0918938039452049E-2</c:v>
                </c:pt>
                <c:pt idx="3">
                  <c:v>2.2287335483809994E-2</c:v>
                </c:pt>
                <c:pt idx="4">
                  <c:v>1.9923867512096814E-2</c:v>
                </c:pt>
                <c:pt idx="5">
                  <c:v>2.5510955511797388E-2</c:v>
                </c:pt>
                <c:pt idx="6">
                  <c:v>0.11195313842851567</c:v>
                </c:pt>
                <c:pt idx="7">
                  <c:v>9.9042671748439559E-2</c:v>
                </c:pt>
                <c:pt idx="8">
                  <c:v>2.4405984106564641E-2</c:v>
                </c:pt>
                <c:pt idx="9">
                  <c:v>5.9085683750214966E-2</c:v>
                </c:pt>
                <c:pt idx="10">
                  <c:v>0.1406201778297127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045A-4FDD-8E5A-F2857B52157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512896896"/>
        <c:axId val="512887096"/>
      </c:barChart>
      <c:catAx>
        <c:axId val="51289689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87096"/>
        <c:crosses val="autoZero"/>
        <c:auto val="1"/>
        <c:lblAlgn val="ctr"/>
        <c:lblOffset val="100"/>
        <c:noMultiLvlLbl val="0"/>
      </c:catAx>
      <c:valAx>
        <c:axId val="512887096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12896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4554985536835821E-3"/>
          <c:y val="2.588786313521128E-2"/>
          <c:w val="0.99454450144631645"/>
          <c:h val="3.58378994300771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HelveticaNeue Std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Javier Milei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9614450703957556E-2"/>
          <c:y val="0.19394095350505128"/>
          <c:w val="0.92411557050478155"/>
          <c:h val="0.70698091719367573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Imágenes!$M$3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dLbl>
              <c:idx val="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D9DF-4521-A20B-078E0B3D497A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B0A1-4940-853F-4E0A918C6A6D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Imágenes!$Q$2:$V$2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Imágenes!$Q$3:$V$3</c:f>
              <c:numCache>
                <c:formatCode>0%</c:formatCode>
                <c:ptCount val="6"/>
                <c:pt idx="0">
                  <c:v>0.48332951729260987</c:v>
                </c:pt>
                <c:pt idx="1">
                  <c:v>0.44</c:v>
                </c:pt>
                <c:pt idx="2">
                  <c:v>0.3509819003884237</c:v>
                </c:pt>
                <c:pt idx="3">
                  <c:v>0.42024444718494147</c:v>
                </c:pt>
                <c:pt idx="4">
                  <c:v>0.49839900944473636</c:v>
                </c:pt>
                <c:pt idx="5">
                  <c:v>0.51628510924463022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B0A1-4940-853F-4E0A918C6A6D}"/>
            </c:ext>
          </c:extLst>
        </c:ser>
        <c:ser>
          <c:idx val="1"/>
          <c:order val="1"/>
          <c:tx>
            <c:strRef>
              <c:f>Imágenes!$M$4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D9DF-4521-A20B-078E0B3D497A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0A1-4940-853F-4E0A918C6A6D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Imágenes!$Q$2:$V$2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Imágenes!$Q$4:$V$4</c:f>
              <c:numCache>
                <c:formatCode>0%</c:formatCode>
                <c:ptCount val="6"/>
                <c:pt idx="0">
                  <c:v>0.43739247660370545</c:v>
                </c:pt>
                <c:pt idx="1">
                  <c:v>0.47106123121830074</c:v>
                </c:pt>
                <c:pt idx="2">
                  <c:v>0.56705430902676413</c:v>
                </c:pt>
                <c:pt idx="3">
                  <c:v>0.53696221446248538</c:v>
                </c:pt>
                <c:pt idx="4">
                  <c:v>0.46854465635138898</c:v>
                </c:pt>
                <c:pt idx="5">
                  <c:v>0.46256696355938159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B0A1-4940-853F-4E0A918C6A6D}"/>
            </c:ext>
          </c:extLst>
        </c:ser>
        <c:ser>
          <c:idx val="2"/>
          <c:order val="2"/>
          <c:tx>
            <c:strRef>
              <c:f>Imágenes!$M$5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FFFF">
                  <a:lumMod val="65000"/>
                </a:srgbClr>
              </a:solidFill>
              <a:ln w="66675">
                <a:solidFill>
                  <a:srgbClr val="FFFFFF">
                    <a:lumMod val="75000"/>
                  </a:s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Imágenes!$Q$2:$V$2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Imágenes!$Q$5:$V$5</c:f>
              <c:numCache>
                <c:formatCode>0%</c:formatCode>
                <c:ptCount val="6"/>
                <c:pt idx="0">
                  <c:v>7.9278006103685197E-2</c:v>
                </c:pt>
                <c:pt idx="1">
                  <c:v>9.7030442557685143E-2</c:v>
                </c:pt>
                <c:pt idx="2">
                  <c:v>8.196379058481236E-2</c:v>
                </c:pt>
                <c:pt idx="3">
                  <c:v>4.2793338352572929E-2</c:v>
                </c:pt>
                <c:pt idx="4">
                  <c:v>3.3056334203869699E-2</c:v>
                </c:pt>
                <c:pt idx="5">
                  <c:v>2.1147927195988493E-2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B0A1-4940-853F-4E0A918C6A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93760"/>
        <c:axId val="512888664"/>
      </c:lineChart>
      <c:dateAx>
        <c:axId val="51289376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88664"/>
        <c:crosses val="autoZero"/>
        <c:auto val="0"/>
        <c:lblOffset val="100"/>
        <c:baseTimeUnit val="days"/>
        <c:majorUnit val="1"/>
        <c:majorTimeUnit val="months"/>
      </c:dateAx>
      <c:valAx>
        <c:axId val="512888664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93760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48986608948519494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Patricia Bullrich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3.4857198538246217E-2"/>
          <c:y val="0.19394095350505128"/>
          <c:w val="0.92834576854626183"/>
          <c:h val="0.70698091719367573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Imágenes!$M$35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A501-46FB-862C-08E2259EEDE3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8278-4713-8002-A8AA97292A88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Imágenes!$Q$34:$V$34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Imágenes!$Q$35:$V$35</c:f>
              <c:numCache>
                <c:formatCode>0%</c:formatCode>
                <c:ptCount val="6"/>
                <c:pt idx="0">
                  <c:v>0.47302123187137202</c:v>
                </c:pt>
                <c:pt idx="1">
                  <c:v>0.46192342470772774</c:v>
                </c:pt>
                <c:pt idx="2">
                  <c:v>0.33143016812843329</c:v>
                </c:pt>
                <c:pt idx="3">
                  <c:v>0.43857510351810836</c:v>
                </c:pt>
                <c:pt idx="4">
                  <c:v>0.48576569678766146</c:v>
                </c:pt>
                <c:pt idx="5">
                  <c:v>0.49619122427446555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F153-4C86-B16B-AA0916DD7459}"/>
            </c:ext>
          </c:extLst>
        </c:ser>
        <c:ser>
          <c:idx val="1"/>
          <c:order val="1"/>
          <c:tx>
            <c:strRef>
              <c:f>Imágenes!$M$36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C1273A"/>
              </a:solidFill>
              <a:ln w="9525">
                <a:noFill/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F153-4C86-B16B-AA0916DD7459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F153-4C86-B16B-AA0916DD7459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F153-4C86-B16B-AA0916DD7459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F153-4C86-B16B-AA0916DD7459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F153-4C86-B16B-AA0916DD7459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rgbClr val="C00000"/>
                    </a:solidFill>
                    <a:latin typeface="HelveticaNeue Std "/>
                    <a:ea typeface="+mn-ea"/>
                    <a:cs typeface="+mn-cs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Imágenes!$Q$34:$V$34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Imágenes!$Q$36:$V$36</c:f>
              <c:numCache>
                <c:formatCode>0%</c:formatCode>
                <c:ptCount val="6"/>
                <c:pt idx="0">
                  <c:v>0.48625098432517189</c:v>
                </c:pt>
                <c:pt idx="1">
                  <c:v>0.48556286678549154</c:v>
                </c:pt>
                <c:pt idx="2">
                  <c:v>0.62538399479280027</c:v>
                </c:pt>
                <c:pt idx="3">
                  <c:v>0.52424783777206718</c:v>
                </c:pt>
                <c:pt idx="4">
                  <c:v>0.49191331253733489</c:v>
                </c:pt>
                <c:pt idx="5">
                  <c:v>0.4828351002791394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3-F153-4C86-B16B-AA0916DD7459}"/>
            </c:ext>
          </c:extLst>
        </c:ser>
        <c:ser>
          <c:idx val="2"/>
          <c:order val="2"/>
          <c:tx>
            <c:strRef>
              <c:f>Imágenes!$M$37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FFFF">
                  <a:lumMod val="75000"/>
                </a:srgb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HelveticaNeue Std "/>
                    <a:ea typeface="+mn-ea"/>
                    <a:cs typeface="+mn-cs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Imágenes!$Q$34:$V$34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Imágenes!$Q$37:$V$37</c:f>
              <c:numCache>
                <c:formatCode>0%</c:formatCode>
                <c:ptCount val="6"/>
                <c:pt idx="0">
                  <c:v>4.0727783803456499E-2</c:v>
                </c:pt>
                <c:pt idx="1">
                  <c:v>5.2513708506781248E-2</c:v>
                </c:pt>
                <c:pt idx="2">
                  <c:v>4.3185837078766574E-2</c:v>
                </c:pt>
                <c:pt idx="3">
                  <c:v>3.7177058709824226E-2</c:v>
                </c:pt>
                <c:pt idx="4">
                  <c:v>2.232099067499891E-2</c:v>
                </c:pt>
                <c:pt idx="5">
                  <c:v>2.09736754463954E-2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4-F153-4C86-B16B-AA0916DD745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97680"/>
        <c:axId val="512892584"/>
      </c:lineChart>
      <c:dateAx>
        <c:axId val="51289768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92584"/>
        <c:crosses val="autoZero"/>
        <c:auto val="0"/>
        <c:lblOffset val="100"/>
        <c:baseTimeUnit val="days"/>
        <c:majorUnit val="1"/>
        <c:majorTimeUnit val="months"/>
      </c:dateAx>
      <c:valAx>
        <c:axId val="512892584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97680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58759739562915969"/>
          <c:h val="3.80497918816823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n-US"/>
              <a:t>Mauricio Macri </a:t>
            </a:r>
          </a:p>
        </c:rich>
      </c:tx>
      <c:layout>
        <c:manualLayout>
          <c:xMode val="edge"/>
          <c:yMode val="edge"/>
          <c:x val="9.9948354279527987E-3"/>
          <c:y val="1.17383150380100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4.4352221201315725E-2"/>
          <c:y val="0.19394096175093192"/>
          <c:w val="0.9296855029735237"/>
          <c:h val="0.71611400151542914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Imágenes!$M$11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Imágenes!$Q$10:$V$10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Imágenes!$Q$11:$V$11</c:f>
              <c:numCache>
                <c:formatCode>0%</c:formatCode>
                <c:ptCount val="6"/>
                <c:pt idx="0">
                  <c:v>0.32827547810488644</c:v>
                </c:pt>
                <c:pt idx="1">
                  <c:v>0.31846983990061428</c:v>
                </c:pt>
                <c:pt idx="2">
                  <c:v>0.3</c:v>
                </c:pt>
                <c:pt idx="3">
                  <c:v>0.35407854307942355</c:v>
                </c:pt>
                <c:pt idx="4">
                  <c:v>0.38458910756967141</c:v>
                </c:pt>
                <c:pt idx="5">
                  <c:v>0.4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62CC-4EAD-8A87-D463ACD19AB4}"/>
            </c:ext>
          </c:extLst>
        </c:ser>
        <c:ser>
          <c:idx val="1"/>
          <c:order val="1"/>
          <c:tx>
            <c:strRef>
              <c:f>Imágenes!$M$12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Imágenes!$Q$10:$V$10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Imágenes!$Q$12:$V$12</c:f>
              <c:numCache>
                <c:formatCode>0%</c:formatCode>
                <c:ptCount val="6"/>
                <c:pt idx="0">
                  <c:v>0.59534515234644836</c:v>
                </c:pt>
                <c:pt idx="1">
                  <c:v>0.60322970262011877</c:v>
                </c:pt>
                <c:pt idx="2">
                  <c:v>0.63951021674470865</c:v>
                </c:pt>
                <c:pt idx="3">
                  <c:v>0.58842771607251887</c:v>
                </c:pt>
                <c:pt idx="4">
                  <c:v>0.57815864499264213</c:v>
                </c:pt>
                <c:pt idx="5">
                  <c:v>0.57999999999999996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62CC-4EAD-8A87-D463ACD19AB4}"/>
            </c:ext>
          </c:extLst>
        </c:ser>
        <c:ser>
          <c:idx val="2"/>
          <c:order val="2"/>
          <c:tx>
            <c:strRef>
              <c:f>Imágenes!$M$13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FFFF">
                  <a:lumMod val="65000"/>
                </a:srgbClr>
              </a:solidFill>
              <a:ln w="66675">
                <a:solidFill>
                  <a:srgbClr val="FFFFFF">
                    <a:lumMod val="75000"/>
                  </a:s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Imágenes!$Q$10:$V$10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Imágenes!$Q$13:$V$13</c:f>
              <c:numCache>
                <c:formatCode>0%</c:formatCode>
                <c:ptCount val="6"/>
                <c:pt idx="0">
                  <c:v>7.6379369548665726E-2</c:v>
                </c:pt>
                <c:pt idx="1">
                  <c:v>7.8300457479267394E-2</c:v>
                </c:pt>
                <c:pt idx="2">
                  <c:v>6.5936907296059791E-2</c:v>
                </c:pt>
                <c:pt idx="3">
                  <c:v>5.7493740848057556E-2</c:v>
                </c:pt>
                <c:pt idx="4">
                  <c:v>3.7252247437681026E-2</c:v>
                </c:pt>
                <c:pt idx="5">
                  <c:v>2.2287335483809994E-2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62CC-4EAD-8A87-D463ACD19AB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98072"/>
        <c:axId val="512887880"/>
      </c:lineChart>
      <c:dateAx>
        <c:axId val="51289807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87880"/>
        <c:crosses val="autoZero"/>
        <c:auto val="0"/>
        <c:lblOffset val="100"/>
        <c:baseTimeUnit val="months"/>
      </c:dateAx>
      <c:valAx>
        <c:axId val="512887880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98072"/>
        <c:crossesAt val="43525"/>
        <c:crossBetween val="midCat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8.7036912575575817E-2"/>
          <c:w val="0.54799260415851259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n-US"/>
              <a:t>Cristina Fernández de Kirchner</a:t>
            </a:r>
          </a:p>
        </c:rich>
      </c:tx>
      <c:layout>
        <c:manualLayout>
          <c:xMode val="edge"/>
          <c:yMode val="edge"/>
          <c:x val="9.9948354279527987E-3"/>
          <c:y val="1.17383150380100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3.2433945227934545E-2"/>
          <c:y val="0.19394096175093192"/>
          <c:w val="0.93289528573530778"/>
          <c:h val="0.71664678541487903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Imágenes!$M$19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Imágenes!$Q$18:$W$18</c:f>
              <c:numCache>
                <c:formatCode>mmm\-yy</c:formatCode>
                <c:ptCount val="7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45689</c:v>
                </c:pt>
                <c:pt idx="6">
                  <c:v>45717</c:v>
                </c:pt>
              </c:numCache>
            </c:numRef>
          </c:cat>
          <c:val>
            <c:numRef>
              <c:f>Imágenes!$Q$19:$W$19</c:f>
              <c:numCache>
                <c:formatCode>0%</c:formatCode>
                <c:ptCount val="7"/>
                <c:pt idx="0">
                  <c:v>0.3596953013657862</c:v>
                </c:pt>
                <c:pt idx="1">
                  <c:v>0.35668210867599981</c:v>
                </c:pt>
                <c:pt idx="2">
                  <c:v>0.43617175817425424</c:v>
                </c:pt>
                <c:pt idx="3">
                  <c:v>0.42974520535280913</c:v>
                </c:pt>
                <c:pt idx="4">
                  <c:v>0.39892943242170403</c:v>
                </c:pt>
                <c:pt idx="5">
                  <c:v>0.42309092853635788</c:v>
                </c:pt>
                <c:pt idx="6">
                  <c:v>0.32185619049309822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2D56-4DC2-A96A-E69E6B60FAEC}"/>
            </c:ext>
          </c:extLst>
        </c:ser>
        <c:ser>
          <c:idx val="1"/>
          <c:order val="1"/>
          <c:tx>
            <c:strRef>
              <c:f>Imágenes!$M$20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Imágenes!$Q$18:$W$18</c:f>
              <c:numCache>
                <c:formatCode>mmm\-yy</c:formatCode>
                <c:ptCount val="7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45689</c:v>
                </c:pt>
                <c:pt idx="6">
                  <c:v>45717</c:v>
                </c:pt>
              </c:numCache>
            </c:numRef>
          </c:cat>
          <c:val>
            <c:numRef>
              <c:f>Imágenes!$Q$20:$W$20</c:f>
              <c:numCache>
                <c:formatCode>0%</c:formatCode>
                <c:ptCount val="7"/>
                <c:pt idx="0">
                  <c:v>0.57071001984240644</c:v>
                </c:pt>
                <c:pt idx="1">
                  <c:v>0.56999999999999995</c:v>
                </c:pt>
                <c:pt idx="2">
                  <c:v>0.52145306540659353</c:v>
                </c:pt>
                <c:pt idx="3">
                  <c:v>0.54</c:v>
                </c:pt>
                <c:pt idx="4">
                  <c:v>0.56000000000000005</c:v>
                </c:pt>
                <c:pt idx="5">
                  <c:v>0.56956466989265664</c:v>
                </c:pt>
                <c:pt idx="6">
                  <c:v>0.6526328539951054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2D56-4DC2-A96A-E69E6B60FAEC}"/>
            </c:ext>
          </c:extLst>
        </c:ser>
        <c:ser>
          <c:idx val="2"/>
          <c:order val="2"/>
          <c:tx>
            <c:strRef>
              <c:f>Imágenes!$M$21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FFFF">
                  <a:lumMod val="65000"/>
                </a:srgbClr>
              </a:solidFill>
              <a:ln w="66675">
                <a:solidFill>
                  <a:srgbClr val="FFFFFF">
                    <a:lumMod val="75000"/>
                  </a:s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Imágenes!$Q$18:$W$18</c:f>
              <c:numCache>
                <c:formatCode>mmm\-yy</c:formatCode>
                <c:ptCount val="7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45689</c:v>
                </c:pt>
                <c:pt idx="6">
                  <c:v>45717</c:v>
                </c:pt>
              </c:numCache>
            </c:numRef>
          </c:cat>
          <c:val>
            <c:numRef>
              <c:f>Imágenes!$Q$21:$W$21</c:f>
              <c:numCache>
                <c:formatCode>0%</c:formatCode>
                <c:ptCount val="7"/>
                <c:pt idx="0">
                  <c:v>6.9594678791807169E-2</c:v>
                </c:pt>
                <c:pt idx="1">
                  <c:v>6.6697987075783463E-2</c:v>
                </c:pt>
                <c:pt idx="2">
                  <c:v>4.237517641915281E-2</c:v>
                </c:pt>
                <c:pt idx="3">
                  <c:v>2.0683586732718546E-2</c:v>
                </c:pt>
                <c:pt idx="4">
                  <c:v>3.5263481053201227E-2</c:v>
                </c:pt>
                <c:pt idx="5">
                  <c:v>7.3444015709881764E-3</c:v>
                </c:pt>
                <c:pt idx="6">
                  <c:v>2.5510955511797388E-2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2D56-4DC2-A96A-E69E6B60FAE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96504"/>
        <c:axId val="512885920"/>
      </c:lineChart>
      <c:dateAx>
        <c:axId val="51289650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85920"/>
        <c:crosses val="autoZero"/>
        <c:auto val="0"/>
        <c:lblOffset val="100"/>
        <c:baseTimeUnit val="months"/>
      </c:dateAx>
      <c:valAx>
        <c:axId val="512885920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96504"/>
        <c:crossesAt val="43525"/>
        <c:crossBetween val="midCat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8.7036912575575817E-2"/>
          <c:w val="0.56750324757755943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Axel </a:t>
            </a:r>
            <a:r>
              <a:rPr lang="es-ES" b="1" dirty="0" err="1"/>
              <a:t>Kicillof</a:t>
            </a:r>
            <a:endParaRPr lang="es-ES" b="1" dirty="0"/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3.4857198538246217E-2"/>
          <c:y val="0.19394095350505128"/>
          <c:w val="0.92834576854626183"/>
          <c:h val="0.70583028579460982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Imágenes!$M$43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Imágenes!$Q$42:$V$42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Imágenes!$Q$43:$V$43</c:f>
              <c:numCache>
                <c:formatCode>0%</c:formatCode>
                <c:ptCount val="6"/>
                <c:pt idx="0">
                  <c:v>0.37278392820939588</c:v>
                </c:pt>
                <c:pt idx="1">
                  <c:v>0.39220695258249122</c:v>
                </c:pt>
                <c:pt idx="2">
                  <c:v>0.45633263815043013</c:v>
                </c:pt>
                <c:pt idx="3">
                  <c:v>0.4547152386247687</c:v>
                </c:pt>
                <c:pt idx="4">
                  <c:v>0.42805671844424553</c:v>
                </c:pt>
                <c:pt idx="5">
                  <c:v>0.35302031623073671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4CD3-4801-B62E-EA028A14747D}"/>
            </c:ext>
          </c:extLst>
        </c:ser>
        <c:ser>
          <c:idx val="1"/>
          <c:order val="1"/>
          <c:tx>
            <c:strRef>
              <c:f>Imágenes!$M$44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Imágenes!$Q$42:$V$42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Imágenes!$Q$44:$V$44</c:f>
              <c:numCache>
                <c:formatCode>0%</c:formatCode>
                <c:ptCount val="6"/>
                <c:pt idx="0">
                  <c:v>0.54653479377205372</c:v>
                </c:pt>
                <c:pt idx="1">
                  <c:v>0.53070002246935921</c:v>
                </c:pt>
                <c:pt idx="2">
                  <c:v>0.47170699088721629</c:v>
                </c:pt>
                <c:pt idx="3">
                  <c:v>0.51751478206253321</c:v>
                </c:pt>
                <c:pt idx="4">
                  <c:v>0.53850911458426987</c:v>
                </c:pt>
                <c:pt idx="5">
                  <c:v>0.62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4CD3-4801-B62E-EA028A14747D}"/>
            </c:ext>
          </c:extLst>
        </c:ser>
        <c:ser>
          <c:idx val="2"/>
          <c:order val="2"/>
          <c:tx>
            <c:strRef>
              <c:f>Imágenes!$M$45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FFFF">
                  <a:lumMod val="65000"/>
                </a:srgbClr>
              </a:solidFill>
              <a:ln w="66675">
                <a:solidFill>
                  <a:srgbClr val="FFFFFF">
                    <a:lumMod val="75000"/>
                  </a:s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Imágenes!$Q$42:$V$42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Imágenes!$Q$45:$V$45</c:f>
              <c:numCache>
                <c:formatCode>0%</c:formatCode>
                <c:ptCount val="6"/>
                <c:pt idx="0">
                  <c:v>8.0681278018550504E-2</c:v>
                </c:pt>
                <c:pt idx="1">
                  <c:v>7.0000000000000007E-2</c:v>
                </c:pt>
                <c:pt idx="2">
                  <c:v>7.1960370962353623E-2</c:v>
                </c:pt>
                <c:pt idx="3">
                  <c:v>2.7769979312698582E-2</c:v>
                </c:pt>
                <c:pt idx="4">
                  <c:v>3.3434166971480578E-2</c:v>
                </c:pt>
                <c:pt idx="5">
                  <c:v>1.9923867512096814E-2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4CD3-4801-B62E-EA028A14747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90232"/>
        <c:axId val="512890624"/>
      </c:lineChart>
      <c:dateAx>
        <c:axId val="51289023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90624"/>
        <c:crosses val="autoZero"/>
        <c:auto val="0"/>
        <c:lblOffset val="100"/>
        <c:baseTimeUnit val="days"/>
        <c:majorUnit val="1"/>
        <c:majorTimeUnit val="months"/>
      </c:dateAx>
      <c:valAx>
        <c:axId val="512890624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90232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49199117697229411"/>
          <c:h val="3.69470267455596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Sergio Massa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3.4857198538246217E-2"/>
          <c:y val="0.19394095350505128"/>
          <c:w val="0.92834576854626183"/>
          <c:h val="0.70739828132812865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Imágenes!$M$27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Imágenes!$Q$26:$V$26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Imágenes!$Q$27:$V$27</c:f>
              <c:numCache>
                <c:formatCode>0%</c:formatCode>
                <c:ptCount val="6"/>
                <c:pt idx="0">
                  <c:v>0.37436075491816501</c:v>
                </c:pt>
                <c:pt idx="1">
                  <c:v>0.35712459708954175</c:v>
                </c:pt>
                <c:pt idx="2">
                  <c:v>0.4</c:v>
                </c:pt>
                <c:pt idx="3">
                  <c:v>0.37172159042835651</c:v>
                </c:pt>
                <c:pt idx="4">
                  <c:v>0.34</c:v>
                </c:pt>
                <c:pt idx="5">
                  <c:v>0.29208267709608615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54D5-449B-908C-569103F62EB9}"/>
            </c:ext>
          </c:extLst>
        </c:ser>
        <c:ser>
          <c:idx val="1"/>
          <c:order val="1"/>
          <c:tx>
            <c:strRef>
              <c:f>Imágenes!$M$28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Imágenes!$Q$26:$V$26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Imágenes!$Q$28:$V$28</c:f>
              <c:numCache>
                <c:formatCode>0%</c:formatCode>
                <c:ptCount val="6"/>
                <c:pt idx="0">
                  <c:v>0.54980806057333642</c:v>
                </c:pt>
                <c:pt idx="1">
                  <c:v>0.59324439260250206</c:v>
                </c:pt>
                <c:pt idx="2">
                  <c:v>0.55000000000000004</c:v>
                </c:pt>
                <c:pt idx="3">
                  <c:v>0.57312788756664335</c:v>
                </c:pt>
                <c:pt idx="4">
                  <c:v>0.60169041895334752</c:v>
                </c:pt>
                <c:pt idx="5">
                  <c:v>0.69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54D5-449B-908C-569103F62EB9}"/>
            </c:ext>
          </c:extLst>
        </c:ser>
        <c:ser>
          <c:idx val="2"/>
          <c:order val="2"/>
          <c:tx>
            <c:strRef>
              <c:f>Imágenes!$M$29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FFFF">
                  <a:lumMod val="65000"/>
                </a:srgbClr>
              </a:solidFill>
              <a:ln w="66675">
                <a:solidFill>
                  <a:srgbClr val="FFFFFF">
                    <a:lumMod val="75000"/>
                  </a:s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Imágenes!$Q$26:$V$26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Imágenes!$Q$29:$V$29</c:f>
              <c:numCache>
                <c:formatCode>0%</c:formatCode>
                <c:ptCount val="6"/>
                <c:pt idx="0">
                  <c:v>7.5831184508498892E-2</c:v>
                </c:pt>
                <c:pt idx="1">
                  <c:v>4.9631010307956566E-2</c:v>
                </c:pt>
                <c:pt idx="2">
                  <c:v>6.077241127822066E-2</c:v>
                </c:pt>
                <c:pt idx="3">
                  <c:v>5.5150522004999994E-2</c:v>
                </c:pt>
                <c:pt idx="4">
                  <c:v>4.9391253844227462E-2</c:v>
                </c:pt>
                <c:pt idx="5">
                  <c:v>2.4405984106564641E-2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54D5-449B-908C-569103F62E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92976"/>
        <c:axId val="512891016"/>
      </c:lineChart>
      <c:dateAx>
        <c:axId val="512892976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91016"/>
        <c:crosses val="autoZero"/>
        <c:auto val="0"/>
        <c:lblOffset val="100"/>
        <c:baseTimeUnit val="days"/>
        <c:majorUnit val="1"/>
        <c:majorTimeUnit val="months"/>
      </c:dateAx>
      <c:valAx>
        <c:axId val="512891016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92976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51337720061127157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Karina Milei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3.4857198538246217E-2"/>
          <c:y val="0.19394095350505128"/>
          <c:w val="0.92834576854626183"/>
          <c:h val="0.70739828132812865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Imágenes!$M$79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Imágenes!$N$78:$Q$78</c:f>
              <c:numCache>
                <c:formatCode>mmm\-yy</c:formatCode>
                <c:ptCount val="4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45717</c:v>
                </c:pt>
              </c:numCache>
            </c:numRef>
          </c:cat>
          <c:val>
            <c:numRef>
              <c:f>Imágenes!$N$79:$Q$79</c:f>
              <c:numCache>
                <c:formatCode>0%</c:formatCode>
                <c:ptCount val="4"/>
                <c:pt idx="0">
                  <c:v>0.36546144299625904</c:v>
                </c:pt>
                <c:pt idx="1">
                  <c:v>0.29002163649512491</c:v>
                </c:pt>
                <c:pt idx="2">
                  <c:v>0.33121985028565992</c:v>
                </c:pt>
                <c:pt idx="3">
                  <c:v>0.29377971889492588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54D5-449B-908C-569103F62EB9}"/>
            </c:ext>
          </c:extLst>
        </c:ser>
        <c:ser>
          <c:idx val="1"/>
          <c:order val="1"/>
          <c:tx>
            <c:strRef>
              <c:f>Imágenes!$M$80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Imágenes!$N$78:$Q$78</c:f>
              <c:numCache>
                <c:formatCode>mmm\-yy</c:formatCode>
                <c:ptCount val="4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45717</c:v>
                </c:pt>
              </c:numCache>
            </c:numRef>
          </c:cat>
          <c:val>
            <c:numRef>
              <c:f>Imágenes!$N$80:$Q$80</c:f>
              <c:numCache>
                <c:formatCode>0%</c:formatCode>
                <c:ptCount val="4"/>
                <c:pt idx="0">
                  <c:v>0.45591087421833232</c:v>
                </c:pt>
                <c:pt idx="1">
                  <c:v>0.55146732189271863</c:v>
                </c:pt>
                <c:pt idx="2">
                  <c:v>0.51458863013594291</c:v>
                </c:pt>
                <c:pt idx="3">
                  <c:v>0.60717760935663456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54D5-449B-908C-569103F62EB9}"/>
            </c:ext>
          </c:extLst>
        </c:ser>
        <c:ser>
          <c:idx val="2"/>
          <c:order val="2"/>
          <c:tx>
            <c:strRef>
              <c:f>Imágenes!$M$81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FFFF">
                  <a:lumMod val="65000"/>
                </a:srgbClr>
              </a:solidFill>
              <a:ln w="66675">
                <a:solidFill>
                  <a:srgbClr val="FFFFFF">
                    <a:lumMod val="75000"/>
                  </a:s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Imágenes!$N$78:$Q$78</c:f>
              <c:numCache>
                <c:formatCode>mmm\-yy</c:formatCode>
                <c:ptCount val="4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45717</c:v>
                </c:pt>
              </c:numCache>
            </c:numRef>
          </c:cat>
          <c:val>
            <c:numRef>
              <c:f>Imágenes!$N$81:$Q$81</c:f>
              <c:numCache>
                <c:formatCode>0%</c:formatCode>
                <c:ptCount val="4"/>
                <c:pt idx="0">
                  <c:v>0.17862768278540886</c:v>
                </c:pt>
                <c:pt idx="1">
                  <c:v>0.15851104161215621</c:v>
                </c:pt>
                <c:pt idx="2">
                  <c:v>0.15419151957839664</c:v>
                </c:pt>
                <c:pt idx="3">
                  <c:v>9.9042671748439559E-2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54D5-449B-908C-569103F62E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91408"/>
        <c:axId val="512895720"/>
      </c:lineChart>
      <c:dateAx>
        <c:axId val="51289140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95720"/>
        <c:crosses val="autoZero"/>
        <c:auto val="0"/>
        <c:lblOffset val="100"/>
        <c:baseTimeUnit val="days"/>
        <c:majorUnit val="1"/>
        <c:majorTimeUnit val="months"/>
      </c:dateAx>
      <c:valAx>
        <c:axId val="512895720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91408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51337720061127157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Luis “Toto” Caputo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3.4857198538246217E-2"/>
          <c:y val="0.19394095350505128"/>
          <c:w val="0.92834576854626183"/>
          <c:h val="0.70583028579460982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Imágenes!$M$65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Imágenes!$N$64:$R$64</c:f>
              <c:numCache>
                <c:formatCode>mmm\-yy</c:formatCode>
                <c:ptCount val="5"/>
                <c:pt idx="0">
                  <c:v>45323</c:v>
                </c:pt>
                <c:pt idx="1">
                  <c:v>45383</c:v>
                </c:pt>
                <c:pt idx="2">
                  <c:v>45505</c:v>
                </c:pt>
                <c:pt idx="3">
                  <c:v>45566</c:v>
                </c:pt>
                <c:pt idx="4">
                  <c:v>45717</c:v>
                </c:pt>
              </c:numCache>
            </c:numRef>
          </c:cat>
          <c:val>
            <c:numRef>
              <c:f>Imágenes!$N$65:$R$65</c:f>
              <c:numCache>
                <c:formatCode>0%</c:formatCode>
                <c:ptCount val="5"/>
                <c:pt idx="0">
                  <c:v>0.31283569298810404</c:v>
                </c:pt>
                <c:pt idx="1">
                  <c:v>0.34153634543384631</c:v>
                </c:pt>
                <c:pt idx="2">
                  <c:v>0.26893552422479206</c:v>
                </c:pt>
                <c:pt idx="3">
                  <c:v>0.30616548376425051</c:v>
                </c:pt>
                <c:pt idx="4">
                  <c:v>0.43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4CD3-4801-B62E-EA028A14747D}"/>
            </c:ext>
          </c:extLst>
        </c:ser>
        <c:ser>
          <c:idx val="1"/>
          <c:order val="1"/>
          <c:tx>
            <c:strRef>
              <c:f>Imágenes!$M$66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Imágenes!$N$64:$R$64</c:f>
              <c:numCache>
                <c:formatCode>mmm\-yy</c:formatCode>
                <c:ptCount val="5"/>
                <c:pt idx="0">
                  <c:v>45323</c:v>
                </c:pt>
                <c:pt idx="1">
                  <c:v>45383</c:v>
                </c:pt>
                <c:pt idx="2">
                  <c:v>45505</c:v>
                </c:pt>
                <c:pt idx="3">
                  <c:v>45566</c:v>
                </c:pt>
                <c:pt idx="4">
                  <c:v>45717</c:v>
                </c:pt>
              </c:numCache>
            </c:numRef>
          </c:cat>
          <c:val>
            <c:numRef>
              <c:f>Imágenes!$N$66:$R$66</c:f>
              <c:numCache>
                <c:formatCode>0%</c:formatCode>
                <c:ptCount val="5"/>
                <c:pt idx="0">
                  <c:v>0.47620631729138752</c:v>
                </c:pt>
                <c:pt idx="1">
                  <c:v>0.50394153640323169</c:v>
                </c:pt>
                <c:pt idx="2">
                  <c:v>0.55202297359714603</c:v>
                </c:pt>
                <c:pt idx="3">
                  <c:v>0.51855495756804348</c:v>
                </c:pt>
                <c:pt idx="4">
                  <c:v>0.49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4CD3-4801-B62E-EA028A14747D}"/>
            </c:ext>
          </c:extLst>
        </c:ser>
        <c:ser>
          <c:idx val="2"/>
          <c:order val="2"/>
          <c:tx>
            <c:strRef>
              <c:f>Imágenes!$M$67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FFFF">
                  <a:lumMod val="65000"/>
                </a:srgbClr>
              </a:solidFill>
              <a:ln w="66675">
                <a:solidFill>
                  <a:srgbClr val="FFFFFF">
                    <a:lumMod val="75000"/>
                  </a:s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Imágenes!$N$64:$R$64</c:f>
              <c:numCache>
                <c:formatCode>mmm\-yy</c:formatCode>
                <c:ptCount val="5"/>
                <c:pt idx="0">
                  <c:v>45323</c:v>
                </c:pt>
                <c:pt idx="1">
                  <c:v>45383</c:v>
                </c:pt>
                <c:pt idx="2">
                  <c:v>45505</c:v>
                </c:pt>
                <c:pt idx="3">
                  <c:v>45566</c:v>
                </c:pt>
                <c:pt idx="4">
                  <c:v>45717</c:v>
                </c:pt>
              </c:numCache>
            </c:numRef>
          </c:cat>
          <c:val>
            <c:numRef>
              <c:f>Imágenes!$N$67:$R$67</c:f>
              <c:numCache>
                <c:formatCode>0%</c:formatCode>
                <c:ptCount val="5"/>
                <c:pt idx="0">
                  <c:v>0.21095798972050855</c:v>
                </c:pt>
                <c:pt idx="1">
                  <c:v>0.15452211816292191</c:v>
                </c:pt>
                <c:pt idx="2">
                  <c:v>0.17904150217806167</c:v>
                </c:pt>
                <c:pt idx="3">
                  <c:v>0.17527955866770525</c:v>
                </c:pt>
                <c:pt idx="4">
                  <c:v>8.0918938039452049E-2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4CD3-4801-B62E-EA028A14747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98856"/>
        <c:axId val="512900816"/>
      </c:lineChart>
      <c:dateAx>
        <c:axId val="512898856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900816"/>
        <c:crosses val="autoZero"/>
        <c:auto val="0"/>
        <c:lblOffset val="100"/>
        <c:baseTimeUnit val="days"/>
        <c:majorUnit val="1"/>
        <c:majorTimeUnit val="months"/>
      </c:dateAx>
      <c:valAx>
        <c:axId val="512900816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98856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49199117697229411"/>
          <c:h val="3.69470267455596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Eduardo </a:t>
            </a:r>
            <a:r>
              <a:rPr lang="es-ES" b="1" dirty="0" err="1"/>
              <a:t>Wado</a:t>
            </a:r>
            <a:r>
              <a:rPr lang="es-ES" b="1" dirty="0"/>
              <a:t> de Pedro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3453139273482072E-2"/>
          <c:y val="0.19394095350505128"/>
          <c:w val="0.95421053760891594"/>
          <c:h val="0.70700548697134868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Imágenes!$M$58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Imágenes!$N$57:$W$57</c:f>
              <c:numCache>
                <c:formatCode>mmm\-yy</c:formatCode>
                <c:ptCount val="7"/>
                <c:pt idx="0">
                  <c:v>45383</c:v>
                </c:pt>
                <c:pt idx="1">
                  <c:v>45444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45689</c:v>
                </c:pt>
                <c:pt idx="6">
                  <c:v>45717</c:v>
                </c:pt>
              </c:numCache>
            </c:numRef>
          </c:cat>
          <c:val>
            <c:numRef>
              <c:f>Imágenes!$N$58:$W$58</c:f>
              <c:numCache>
                <c:formatCode>0%</c:formatCode>
                <c:ptCount val="7"/>
                <c:pt idx="0">
                  <c:v>0.2931676518707601</c:v>
                </c:pt>
                <c:pt idx="1">
                  <c:v>0.32735953315589239</c:v>
                </c:pt>
                <c:pt idx="2">
                  <c:v>0.35249170715583644</c:v>
                </c:pt>
                <c:pt idx="3">
                  <c:v>0.35822301381931265</c:v>
                </c:pt>
                <c:pt idx="4">
                  <c:v>0.35022186331590055</c:v>
                </c:pt>
                <c:pt idx="5">
                  <c:v>0.40442625978385405</c:v>
                </c:pt>
                <c:pt idx="6">
                  <c:v>0.28999999999999998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CEA2-4A3A-A0FE-82B434F1C17E}"/>
            </c:ext>
          </c:extLst>
        </c:ser>
        <c:ser>
          <c:idx val="1"/>
          <c:order val="1"/>
          <c:tx>
            <c:strRef>
              <c:f>Imágenes!$M$59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Imágenes!$N$57:$W$57</c:f>
              <c:numCache>
                <c:formatCode>mmm\-yy</c:formatCode>
                <c:ptCount val="7"/>
                <c:pt idx="0">
                  <c:v>45383</c:v>
                </c:pt>
                <c:pt idx="1">
                  <c:v>45444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45689</c:v>
                </c:pt>
                <c:pt idx="6">
                  <c:v>45717</c:v>
                </c:pt>
              </c:numCache>
            </c:numRef>
          </c:cat>
          <c:val>
            <c:numRef>
              <c:f>Imágenes!$N$59:$W$59</c:f>
              <c:numCache>
                <c:formatCode>0%</c:formatCode>
                <c:ptCount val="7"/>
                <c:pt idx="0">
                  <c:v>0.40806666113677637</c:v>
                </c:pt>
                <c:pt idx="1">
                  <c:v>0.45659986242825989</c:v>
                </c:pt>
                <c:pt idx="2">
                  <c:v>0.43</c:v>
                </c:pt>
                <c:pt idx="3">
                  <c:v>0.45485430187190695</c:v>
                </c:pt>
                <c:pt idx="4">
                  <c:v>0.494925369796343</c:v>
                </c:pt>
                <c:pt idx="5">
                  <c:v>0.49</c:v>
                </c:pt>
                <c:pt idx="6">
                  <c:v>0.59037957102386351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5-CEA2-4A3A-A0FE-82B434F1C17E}"/>
            </c:ext>
          </c:extLst>
        </c:ser>
        <c:ser>
          <c:idx val="2"/>
          <c:order val="2"/>
          <c:tx>
            <c:strRef>
              <c:f>Imágenes!$M$60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FFFF">
                  <a:lumMod val="65000"/>
                </a:srgbClr>
              </a:solidFill>
              <a:ln w="66675">
                <a:solidFill>
                  <a:srgbClr val="FFFFFF">
                    <a:lumMod val="75000"/>
                  </a:srgbClr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1256-4398-820F-8C76E98F5F9C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21%</a:t>
                    </a:r>
                    <a:endParaRPr lang="en-US" dirty="0"/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60C4-40D6-AA65-AA473FBEBBE5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Imágenes!$N$57:$W$57</c:f>
              <c:numCache>
                <c:formatCode>mmm\-yy</c:formatCode>
                <c:ptCount val="7"/>
                <c:pt idx="0">
                  <c:v>45383</c:v>
                </c:pt>
                <c:pt idx="1">
                  <c:v>45444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45689</c:v>
                </c:pt>
                <c:pt idx="6">
                  <c:v>45717</c:v>
                </c:pt>
              </c:numCache>
            </c:numRef>
          </c:cat>
          <c:val>
            <c:numRef>
              <c:f>Imágenes!$N$60:$W$60</c:f>
              <c:numCache>
                <c:formatCode>0%</c:formatCode>
                <c:ptCount val="7"/>
                <c:pt idx="0">
                  <c:v>0.29876568699246348</c:v>
                </c:pt>
                <c:pt idx="1">
                  <c:v>0.21604060441584758</c:v>
                </c:pt>
                <c:pt idx="2">
                  <c:v>0.21604060441584758</c:v>
                </c:pt>
                <c:pt idx="3">
                  <c:v>0.18692268430878081</c:v>
                </c:pt>
                <c:pt idx="4">
                  <c:v>0.1548527668877516</c:v>
                </c:pt>
                <c:pt idx="5">
                  <c:v>0.11422624312033401</c:v>
                </c:pt>
                <c:pt idx="6">
                  <c:v>0.11195313842851567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9-CEA2-4A3A-A0FE-82B434F1C17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99248"/>
        <c:axId val="512900424"/>
      </c:lineChart>
      <c:dateAx>
        <c:axId val="51289924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900424"/>
        <c:crosses val="autoZero"/>
        <c:auto val="0"/>
        <c:lblOffset val="100"/>
        <c:baseTimeUnit val="days"/>
        <c:majorUnit val="1"/>
        <c:majorTimeUnit val="months"/>
        <c:minorUnit val="1"/>
        <c:minorTimeUnit val="months"/>
      </c:dateAx>
      <c:valAx>
        <c:axId val="512900424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99248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48413594551982836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Máximo Kirchner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1.8044464864842784E-2"/>
          <c:y val="0.19394095350505128"/>
          <c:w val="0.95883606452707737"/>
          <c:h val="0.70817228261333931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Imágenes!$M$51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CCF7-4D6B-BB4D-2112122EF66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Imágenes!$Q$50:$W$50</c:f>
              <c:numCache>
                <c:formatCode>mmm\-yy</c:formatCode>
                <c:ptCount val="7"/>
                <c:pt idx="0">
                  <c:v>45383</c:v>
                </c:pt>
                <c:pt idx="1">
                  <c:v>45444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45689</c:v>
                </c:pt>
                <c:pt idx="6">
                  <c:v>45717</c:v>
                </c:pt>
              </c:numCache>
            </c:numRef>
          </c:cat>
          <c:val>
            <c:numRef>
              <c:f>Imágenes!$Q$51:$W$51</c:f>
              <c:numCache>
                <c:formatCode>0%</c:formatCode>
                <c:ptCount val="7"/>
                <c:pt idx="0">
                  <c:v>0.26798481756944581</c:v>
                </c:pt>
                <c:pt idx="1">
                  <c:v>0.30237552522905348</c:v>
                </c:pt>
                <c:pt idx="2">
                  <c:v>0.31406266000006022</c:v>
                </c:pt>
                <c:pt idx="3">
                  <c:v>0.28535749552500611</c:v>
                </c:pt>
                <c:pt idx="4">
                  <c:v>0.28000000000000003</c:v>
                </c:pt>
                <c:pt idx="5">
                  <c:v>0.31708571614731834</c:v>
                </c:pt>
                <c:pt idx="6">
                  <c:v>0.26363056960645109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226B-4E2F-A14C-1BFC758A7F44}"/>
            </c:ext>
          </c:extLst>
        </c:ser>
        <c:ser>
          <c:idx val="1"/>
          <c:order val="1"/>
          <c:tx>
            <c:strRef>
              <c:f>Imágenes!$M$52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Imágenes!$Q$50:$W$50</c:f>
              <c:numCache>
                <c:formatCode>mmm\-yy</c:formatCode>
                <c:ptCount val="7"/>
                <c:pt idx="0">
                  <c:v>45383</c:v>
                </c:pt>
                <c:pt idx="1">
                  <c:v>45444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45689</c:v>
                </c:pt>
                <c:pt idx="6">
                  <c:v>45717</c:v>
                </c:pt>
              </c:numCache>
            </c:numRef>
          </c:cat>
          <c:val>
            <c:numRef>
              <c:f>Imágenes!$Q$52:$W$52</c:f>
              <c:numCache>
                <c:formatCode>0%</c:formatCode>
                <c:ptCount val="7"/>
                <c:pt idx="0">
                  <c:v>0.60953156700320255</c:v>
                </c:pt>
                <c:pt idx="1">
                  <c:v>0.59199750865613743</c:v>
                </c:pt>
                <c:pt idx="2">
                  <c:v>0.5811599837473409</c:v>
                </c:pt>
                <c:pt idx="3">
                  <c:v>0.62</c:v>
                </c:pt>
                <c:pt idx="4">
                  <c:v>0.64</c:v>
                </c:pt>
                <c:pt idx="5">
                  <c:v>0.61341045688183815</c:v>
                </c:pt>
                <c:pt idx="6">
                  <c:v>0.67728374664333479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226B-4E2F-A14C-1BFC758A7F44}"/>
            </c:ext>
          </c:extLst>
        </c:ser>
        <c:ser>
          <c:idx val="2"/>
          <c:order val="2"/>
          <c:tx>
            <c:strRef>
              <c:f>Imágenes!$M$53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FFFF">
                  <a:lumMod val="65000"/>
                </a:srgbClr>
              </a:solidFill>
              <a:ln w="66675">
                <a:solidFill>
                  <a:srgbClr val="FFFFFF">
                    <a:lumMod val="75000"/>
                  </a:s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Imágenes!$Q$50:$W$50</c:f>
              <c:numCache>
                <c:formatCode>mmm\-yy</c:formatCode>
                <c:ptCount val="7"/>
                <c:pt idx="0">
                  <c:v>45383</c:v>
                </c:pt>
                <c:pt idx="1">
                  <c:v>45444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45689</c:v>
                </c:pt>
                <c:pt idx="6">
                  <c:v>45717</c:v>
                </c:pt>
              </c:numCache>
            </c:numRef>
          </c:cat>
          <c:val>
            <c:numRef>
              <c:f>Imágenes!$Q$53:$W$53</c:f>
              <c:numCache>
                <c:formatCode>0%</c:formatCode>
                <c:ptCount val="7"/>
                <c:pt idx="0">
                  <c:v>0.12248361542735151</c:v>
                </c:pt>
                <c:pt idx="1">
                  <c:v>0.10562696611480865</c:v>
                </c:pt>
                <c:pt idx="2">
                  <c:v>0.10477735625259904</c:v>
                </c:pt>
                <c:pt idx="3">
                  <c:v>8.5688294159137576E-2</c:v>
                </c:pt>
                <c:pt idx="4">
                  <c:v>6.6176461700004352E-2</c:v>
                </c:pt>
                <c:pt idx="5">
                  <c:v>6.9503826970846283E-2</c:v>
                </c:pt>
                <c:pt idx="6">
                  <c:v>5.9085683750214966E-2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A-226B-4E2F-A14C-1BFC758A7F4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46328"/>
        <c:axId val="512842408"/>
      </c:lineChart>
      <c:dateAx>
        <c:axId val="512846328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42408"/>
        <c:crosses val="autoZero"/>
        <c:auto val="0"/>
        <c:lblOffset val="100"/>
        <c:baseTimeUnit val="days"/>
        <c:majorUnit val="1"/>
        <c:majorTimeUnit val="months"/>
        <c:minorUnit val="1"/>
        <c:minorTimeUnit val="months"/>
      </c:dateAx>
      <c:valAx>
        <c:axId val="512842408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46328"/>
        <c:crossesAt val="43525"/>
        <c:crossBetween val="midCat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4872895141938981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s-AR"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5583584263764675"/>
          <c:y val="0.106801144473343"/>
          <c:w val="0.74416415736235331"/>
          <c:h val="0.8658596717612191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Hoja1!$B$192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Hoja1!$C$191:$G$191</c:f>
              <c:strCache>
                <c:ptCount val="5"/>
                <c:pt idx="0">
                  <c:v>José Luis Espert</c:v>
                </c:pt>
                <c:pt idx="1">
                  <c:v>Diego Santilli</c:v>
                </c:pt>
                <c:pt idx="2">
                  <c:v>Gabriel Katopodis</c:v>
                </c:pt>
                <c:pt idx="3">
                  <c:v>Facundo Manes</c:v>
                </c:pt>
                <c:pt idx="4">
                  <c:v>Carlos “Carli” Bianco</c:v>
                </c:pt>
              </c:strCache>
            </c:strRef>
          </c:cat>
          <c:val>
            <c:numRef>
              <c:f>Hoja1!$C$192:$G$192</c:f>
              <c:numCache>
                <c:formatCode>0%</c:formatCode>
                <c:ptCount val="5"/>
                <c:pt idx="0">
                  <c:v>0.26083309638737862</c:v>
                </c:pt>
                <c:pt idx="1">
                  <c:v>7.6736413329967001E-2</c:v>
                </c:pt>
                <c:pt idx="2">
                  <c:v>0.15419793837254639</c:v>
                </c:pt>
                <c:pt idx="3">
                  <c:v>1.2071997923460481E-2</c:v>
                </c:pt>
                <c:pt idx="4">
                  <c:v>7.341427353324953E-2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45A-4FDD-8E5A-F2857B52157D}"/>
            </c:ext>
          </c:extLst>
        </c:ser>
        <c:ser>
          <c:idx val="1"/>
          <c:order val="1"/>
          <c:tx>
            <c:strRef>
              <c:f>Hoja1!$B$193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Hoja1!$C$191:$G$191</c:f>
              <c:strCache>
                <c:ptCount val="5"/>
                <c:pt idx="0">
                  <c:v>José Luis Espert</c:v>
                </c:pt>
                <c:pt idx="1">
                  <c:v>Diego Santilli</c:v>
                </c:pt>
                <c:pt idx="2">
                  <c:v>Gabriel Katopodis</c:v>
                </c:pt>
                <c:pt idx="3">
                  <c:v>Facundo Manes</c:v>
                </c:pt>
                <c:pt idx="4">
                  <c:v>Carlos “Carli” Bianco</c:v>
                </c:pt>
              </c:strCache>
            </c:strRef>
          </c:cat>
          <c:val>
            <c:numRef>
              <c:f>Hoja1!$C$193:$G$193</c:f>
              <c:numCache>
                <c:formatCode>0%</c:formatCode>
                <c:ptCount val="5"/>
                <c:pt idx="0">
                  <c:v>0.22221287946238133</c:v>
                </c:pt>
                <c:pt idx="1">
                  <c:v>0.28615689061042421</c:v>
                </c:pt>
                <c:pt idx="2">
                  <c:v>0.13309044839299658</c:v>
                </c:pt>
                <c:pt idx="3">
                  <c:v>0.17670808241919569</c:v>
                </c:pt>
                <c:pt idx="4">
                  <c:v>6.9317858914991565E-2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045A-4FDD-8E5A-F2857B52157D}"/>
            </c:ext>
          </c:extLst>
        </c:ser>
        <c:ser>
          <c:idx val="2"/>
          <c:order val="2"/>
          <c:tx>
            <c:strRef>
              <c:f>Hoja1!$B$194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Hoja1!$C$191:$G$191</c:f>
              <c:strCache>
                <c:ptCount val="5"/>
                <c:pt idx="0">
                  <c:v>José Luis Espert</c:v>
                </c:pt>
                <c:pt idx="1">
                  <c:v>Diego Santilli</c:v>
                </c:pt>
                <c:pt idx="2">
                  <c:v>Gabriel Katopodis</c:v>
                </c:pt>
                <c:pt idx="3">
                  <c:v>Facundo Manes</c:v>
                </c:pt>
                <c:pt idx="4">
                  <c:v>Carlos “Carli” Bianco</c:v>
                </c:pt>
              </c:strCache>
            </c:strRef>
          </c:cat>
          <c:val>
            <c:numRef>
              <c:f>Hoja1!$C$194:$G$194</c:f>
              <c:numCache>
                <c:formatCode>0%</c:formatCode>
                <c:ptCount val="5"/>
                <c:pt idx="0">
                  <c:v>4.7320195901643117E-2</c:v>
                </c:pt>
                <c:pt idx="1">
                  <c:v>0.23649935565194335</c:v>
                </c:pt>
                <c:pt idx="2">
                  <c:v>0.10024323743114452</c:v>
                </c:pt>
                <c:pt idx="3">
                  <c:v>0.22055829182860617</c:v>
                </c:pt>
                <c:pt idx="4">
                  <c:v>8.7048995029086029E-2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45A-4FDD-8E5A-F2857B52157D}"/>
            </c:ext>
          </c:extLst>
        </c:ser>
        <c:ser>
          <c:idx val="3"/>
          <c:order val="3"/>
          <c:tx>
            <c:strRef>
              <c:f>Hoja1!$B$195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Hoja1!$C$191:$G$191</c:f>
              <c:strCache>
                <c:ptCount val="5"/>
                <c:pt idx="0">
                  <c:v>José Luis Espert</c:v>
                </c:pt>
                <c:pt idx="1">
                  <c:v>Diego Santilli</c:v>
                </c:pt>
                <c:pt idx="2">
                  <c:v>Gabriel Katopodis</c:v>
                </c:pt>
                <c:pt idx="3">
                  <c:v>Facundo Manes</c:v>
                </c:pt>
                <c:pt idx="4">
                  <c:v>Carlos “Carli” Bianco</c:v>
                </c:pt>
              </c:strCache>
            </c:strRef>
          </c:cat>
          <c:val>
            <c:numRef>
              <c:f>Hoja1!$C$195:$G$195</c:f>
              <c:numCache>
                <c:formatCode>0%</c:formatCode>
                <c:ptCount val="5"/>
                <c:pt idx="0">
                  <c:v>0.3499682798574909</c:v>
                </c:pt>
                <c:pt idx="1">
                  <c:v>0.21194587371298579</c:v>
                </c:pt>
                <c:pt idx="2">
                  <c:v>0.33721347599354196</c:v>
                </c:pt>
                <c:pt idx="3">
                  <c:v>0.40459971256404709</c:v>
                </c:pt>
                <c:pt idx="4">
                  <c:v>0.15817797194307973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045A-4FDD-8E5A-F2857B52157D}"/>
            </c:ext>
          </c:extLst>
        </c:ser>
        <c:ser>
          <c:idx val="4"/>
          <c:order val="4"/>
          <c:tx>
            <c:strRef>
              <c:f>Hoja1!$B$196</c:f>
              <c:strCache>
                <c:ptCount val="1"/>
                <c:pt idx="0">
                  <c:v>No lo conoce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Hoja1!$C$191:$G$191</c:f>
              <c:strCache>
                <c:ptCount val="5"/>
                <c:pt idx="0">
                  <c:v>José Luis Espert</c:v>
                </c:pt>
                <c:pt idx="1">
                  <c:v>Diego Santilli</c:v>
                </c:pt>
                <c:pt idx="2">
                  <c:v>Gabriel Katopodis</c:v>
                </c:pt>
                <c:pt idx="3">
                  <c:v>Facundo Manes</c:v>
                </c:pt>
                <c:pt idx="4">
                  <c:v>Carlos “Carli” Bianco</c:v>
                </c:pt>
              </c:strCache>
            </c:strRef>
          </c:cat>
          <c:val>
            <c:numRef>
              <c:f>Hoja1!$C$196:$G$196</c:f>
              <c:numCache>
                <c:formatCode>0%</c:formatCode>
                <c:ptCount val="5"/>
                <c:pt idx="0">
                  <c:v>7.5984295173600863E-2</c:v>
                </c:pt>
                <c:pt idx="1">
                  <c:v>0.16547215433194545</c:v>
                </c:pt>
                <c:pt idx="2">
                  <c:v>0.23331219283927418</c:v>
                </c:pt>
                <c:pt idx="3">
                  <c:v>0.15169749550237574</c:v>
                </c:pt>
                <c:pt idx="4">
                  <c:v>0.55660610254360154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045A-4FDD-8E5A-F2857B52157D}"/>
            </c:ext>
          </c:extLst>
        </c:ser>
        <c:ser>
          <c:idx val="5"/>
          <c:order val="5"/>
          <c:tx>
            <c:strRef>
              <c:f>Hoja1!$B$197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Hoja1!$C$191:$G$191</c:f>
              <c:strCache>
                <c:ptCount val="5"/>
                <c:pt idx="0">
                  <c:v>José Luis Espert</c:v>
                </c:pt>
                <c:pt idx="1">
                  <c:v>Diego Santilli</c:v>
                </c:pt>
                <c:pt idx="2">
                  <c:v>Gabriel Katopodis</c:v>
                </c:pt>
                <c:pt idx="3">
                  <c:v>Facundo Manes</c:v>
                </c:pt>
                <c:pt idx="4">
                  <c:v>Carlos “Carli” Bianco</c:v>
                </c:pt>
              </c:strCache>
            </c:strRef>
          </c:cat>
          <c:val>
            <c:numRef>
              <c:f>Hoja1!$C$197:$G$197</c:f>
              <c:numCache>
                <c:formatCode>0%</c:formatCode>
                <c:ptCount val="5"/>
                <c:pt idx="0">
                  <c:v>4.3681253217505593E-2</c:v>
                </c:pt>
                <c:pt idx="1">
                  <c:v>2.3189312362734957E-2</c:v>
                </c:pt>
                <c:pt idx="2">
                  <c:v>4.1942706970497422E-2</c:v>
                </c:pt>
                <c:pt idx="3">
                  <c:v>3.4364419762315405E-2</c:v>
                </c:pt>
                <c:pt idx="4">
                  <c:v>5.5434798035991537E-2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2E5-4160-91EE-2D62DA9E95F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512838096"/>
        <c:axId val="512838488"/>
      </c:barChart>
      <c:catAx>
        <c:axId val="51283809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38488"/>
        <c:crosses val="autoZero"/>
        <c:auto val="1"/>
        <c:lblAlgn val="ctr"/>
        <c:lblOffset val="100"/>
        <c:noMultiLvlLbl val="0"/>
      </c:catAx>
      <c:valAx>
        <c:axId val="512838488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128380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es-AR" sz="2200" b="0" i="0" u="none" strike="noStrike" kern="1200" baseline="0">
                <a:solidFill>
                  <a:schemeClr val="tx1"/>
                </a:solidFill>
                <a:latin typeface="HelveticaNeue Std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</c:legendEntry>
      <c:layout>
        <c:manualLayout>
          <c:xMode val="edge"/>
          <c:yMode val="edge"/>
          <c:x val="1.5034843830697548E-2"/>
          <c:y val="2.588786313521128E-2"/>
          <c:w val="0.97248375583446811"/>
          <c:h val="3.74805265826135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HelveticaNeue Std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Gabriel </a:t>
            </a:r>
            <a:r>
              <a:rPr lang="es-ES" b="1" dirty="0" err="1"/>
              <a:t>Katopodis</a:t>
            </a:r>
            <a:endParaRPr lang="es-ES" b="1" dirty="0"/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9614450703957556E-2"/>
          <c:y val="0.19394095350505128"/>
          <c:w val="0.93272170590680414"/>
          <c:h val="0.70698091719367573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Imágenes!$M$87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Imágenes!$N$86:$R$86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Imágenes!$N$87:$R$87</c:f>
              <c:numCache>
                <c:formatCode>0%</c:formatCode>
                <c:ptCount val="5"/>
                <c:pt idx="0">
                  <c:v>0.2437358363561955</c:v>
                </c:pt>
                <c:pt idx="1">
                  <c:v>0.24819229851134395</c:v>
                </c:pt>
                <c:pt idx="2">
                  <c:v>0.28999999999999998</c:v>
                </c:pt>
                <c:pt idx="3">
                  <c:v>0.27775917426885127</c:v>
                </c:pt>
                <c:pt idx="4">
                  <c:v>0.28000000000000003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B0A1-4940-853F-4E0A918C6A6D}"/>
            </c:ext>
          </c:extLst>
        </c:ser>
        <c:ser>
          <c:idx val="1"/>
          <c:order val="1"/>
          <c:tx>
            <c:strRef>
              <c:f>Imágenes!$M$88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19E7-4555-9BBB-94DA6D95D37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C839-4427-B0FF-4B8632D7742C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0A1-4940-853F-4E0A918C6A6D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Imágenes!$N$86:$R$86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Imágenes!$N$88:$R$88</c:f>
              <c:numCache>
                <c:formatCode>0%</c:formatCode>
                <c:ptCount val="5"/>
                <c:pt idx="0">
                  <c:v>0.35953717990711226</c:v>
                </c:pt>
                <c:pt idx="1">
                  <c:v>0.25636670445857107</c:v>
                </c:pt>
                <c:pt idx="2">
                  <c:v>0.35654825591296135</c:v>
                </c:pt>
                <c:pt idx="3">
                  <c:v>0.34474996980315703</c:v>
                </c:pt>
                <c:pt idx="4">
                  <c:v>0.43745671342468651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B0A1-4940-853F-4E0A918C6A6D}"/>
            </c:ext>
          </c:extLst>
        </c:ser>
        <c:ser>
          <c:idx val="2"/>
          <c:order val="2"/>
          <c:tx>
            <c:strRef>
              <c:f>Imágenes!$M$89</c:f>
              <c:strCache>
                <c:ptCount val="1"/>
                <c:pt idx="0">
                  <c:v>Opinadores</c:v>
                </c:pt>
              </c:strCache>
            </c:strRef>
          </c:tx>
          <c:spPr>
            <a:ln w="57150" cap="rnd">
              <a:solidFill>
                <a:srgbClr val="FF9999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9999"/>
              </a:solidFill>
              <a:ln w="66675">
                <a:solidFill>
                  <a:srgbClr val="FF9999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FF9999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Imágenes!$N$86:$R$86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Imágenes!$N$89:$R$89</c:f>
              <c:numCache>
                <c:formatCode>0%</c:formatCode>
                <c:ptCount val="5"/>
                <c:pt idx="0">
                  <c:v>0.60327301626330776</c:v>
                </c:pt>
                <c:pt idx="1">
                  <c:v>0.51</c:v>
                </c:pt>
                <c:pt idx="2">
                  <c:v>0.64654825591296139</c:v>
                </c:pt>
                <c:pt idx="3">
                  <c:v>0.6225091440720083</c:v>
                </c:pt>
                <c:pt idx="4">
                  <c:v>0.71745671342468653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B0A1-4940-853F-4E0A918C6A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45152"/>
        <c:axId val="512846720"/>
      </c:lineChart>
      <c:dateAx>
        <c:axId val="51284515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46720"/>
        <c:crosses val="autoZero"/>
        <c:auto val="0"/>
        <c:lblOffset val="100"/>
        <c:baseTimeUnit val="days"/>
        <c:majorUnit val="1"/>
        <c:majorTimeUnit val="months"/>
      </c:dateAx>
      <c:valAx>
        <c:axId val="512846720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45152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5194858398845279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Diego </a:t>
            </a:r>
            <a:r>
              <a:rPr lang="es-ES" b="1" dirty="0" err="1"/>
              <a:t>Santilli</a:t>
            </a:r>
            <a:endParaRPr lang="es-ES" b="1" dirty="0"/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9614450703957556E-2"/>
          <c:y val="0.19394095350505128"/>
          <c:w val="0.9430491332616201"/>
          <c:h val="0.70698091719367573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Imágenes!$M$103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dLbl>
              <c:idx val="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8476-4CA8-A78B-01F3662F980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Imágenes!$N$102:$R$102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Imágenes!$N$103:$R$103</c:f>
              <c:numCache>
                <c:formatCode>0%</c:formatCode>
                <c:ptCount val="5"/>
                <c:pt idx="0">
                  <c:v>0.36950238697128651</c:v>
                </c:pt>
                <c:pt idx="1">
                  <c:v>0.30381500300059622</c:v>
                </c:pt>
                <c:pt idx="2">
                  <c:v>0.4</c:v>
                </c:pt>
                <c:pt idx="3">
                  <c:v>0.35</c:v>
                </c:pt>
                <c:pt idx="4">
                  <c:v>0.37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5-8476-4CA8-A78B-01F3662F9801}"/>
            </c:ext>
          </c:extLst>
        </c:ser>
        <c:ser>
          <c:idx val="1"/>
          <c:order val="1"/>
          <c:tx>
            <c:strRef>
              <c:f>Imágenes!$M$104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8476-4CA8-A78B-01F3662F980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Imágenes!$N$102:$R$102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Imágenes!$N$104:$R$104</c:f>
              <c:numCache>
                <c:formatCode>0%</c:formatCode>
                <c:ptCount val="5"/>
                <c:pt idx="0">
                  <c:v>0.40885980969597746</c:v>
                </c:pt>
                <c:pt idx="1">
                  <c:v>0.44260444757342465</c:v>
                </c:pt>
                <c:pt idx="2">
                  <c:v>0.39334771870772051</c:v>
                </c:pt>
                <c:pt idx="3">
                  <c:v>0.45144342449120989</c:v>
                </c:pt>
                <c:pt idx="4">
                  <c:v>0.44844522936492914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B-8476-4CA8-A78B-01F3662F9801}"/>
            </c:ext>
          </c:extLst>
        </c:ser>
        <c:ser>
          <c:idx val="2"/>
          <c:order val="2"/>
          <c:tx>
            <c:strRef>
              <c:f>Imágenes!$M$105</c:f>
              <c:strCache>
                <c:ptCount val="1"/>
                <c:pt idx="0">
                  <c:v>Opinadores</c:v>
                </c:pt>
              </c:strCache>
            </c:strRef>
          </c:tx>
          <c:spPr>
            <a:ln w="57150" cap="rnd">
              <a:solidFill>
                <a:srgbClr val="FF9999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9999"/>
              </a:solidFill>
              <a:ln w="66675">
                <a:solidFill>
                  <a:srgbClr val="FF9999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FF9999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Imágenes!$N$102:$R$102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Imágenes!$N$105:$R$105</c:f>
              <c:numCache>
                <c:formatCode>0%</c:formatCode>
                <c:ptCount val="5"/>
                <c:pt idx="0">
                  <c:v>0.77836219666726403</c:v>
                </c:pt>
                <c:pt idx="1">
                  <c:v>0.74</c:v>
                </c:pt>
                <c:pt idx="2">
                  <c:v>0.79334771870772047</c:v>
                </c:pt>
                <c:pt idx="3">
                  <c:v>0.80144342449120987</c:v>
                </c:pt>
                <c:pt idx="4">
                  <c:v>0.81844522936492914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C-8476-4CA8-A78B-01F3662F98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43192"/>
        <c:axId val="512840840"/>
      </c:lineChart>
      <c:dateAx>
        <c:axId val="51284319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40840"/>
        <c:crosses val="autoZero"/>
        <c:auto val="0"/>
        <c:lblOffset val="100"/>
        <c:baseTimeUnit val="days"/>
        <c:majorUnit val="1"/>
        <c:majorTimeUnit val="months"/>
      </c:dateAx>
      <c:valAx>
        <c:axId val="512840840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43192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54887214996778999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Facundo Manes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9614450703957556E-2"/>
          <c:y val="0.19394095350505128"/>
          <c:w val="0.9430491332616201"/>
          <c:h val="0.70698091719367573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Imágenes!$M$111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Imágenes!$N$110:$R$110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Imágenes!$N$111:$R$111</c:f>
              <c:numCache>
                <c:formatCode>0%</c:formatCode>
                <c:ptCount val="5"/>
                <c:pt idx="0">
                  <c:v>0.28458765888722837</c:v>
                </c:pt>
                <c:pt idx="1">
                  <c:v>0.3110034042720749</c:v>
                </c:pt>
                <c:pt idx="2">
                  <c:v>0.3</c:v>
                </c:pt>
                <c:pt idx="3">
                  <c:v>0.27</c:v>
                </c:pt>
                <c:pt idx="4">
                  <c:v>0.18878008034265617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B0A1-4940-853F-4E0A918C6A6D}"/>
            </c:ext>
          </c:extLst>
        </c:ser>
        <c:ser>
          <c:idx val="1"/>
          <c:order val="1"/>
          <c:tx>
            <c:strRef>
              <c:f>Imágenes!$M$112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19E7-4555-9BBB-94DA6D95D37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0A7C-4FD2-B251-E36EAD7E2411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0A1-4940-853F-4E0A918C6A6D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Imágenes!$N$110:$R$110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Imágenes!$N$112:$R$112</c:f>
              <c:numCache>
                <c:formatCode>0%</c:formatCode>
                <c:ptCount val="5"/>
                <c:pt idx="0">
                  <c:v>0.41705138383999074</c:v>
                </c:pt>
                <c:pt idx="1">
                  <c:v>0.32658483410310063</c:v>
                </c:pt>
                <c:pt idx="2">
                  <c:v>0.37862860055748715</c:v>
                </c:pt>
                <c:pt idx="3">
                  <c:v>0.52869821701194486</c:v>
                </c:pt>
                <c:pt idx="4">
                  <c:v>0.62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B0A1-4940-853F-4E0A918C6A6D}"/>
            </c:ext>
          </c:extLst>
        </c:ser>
        <c:ser>
          <c:idx val="2"/>
          <c:order val="2"/>
          <c:tx>
            <c:strRef>
              <c:f>Imágenes!$M$113</c:f>
              <c:strCache>
                <c:ptCount val="1"/>
                <c:pt idx="0">
                  <c:v>Opinadores</c:v>
                </c:pt>
              </c:strCache>
            </c:strRef>
          </c:tx>
          <c:spPr>
            <a:ln w="57150" cap="rnd">
              <a:solidFill>
                <a:srgbClr val="FF9999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9999"/>
              </a:solidFill>
              <a:ln w="66675">
                <a:solidFill>
                  <a:srgbClr val="FF9999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FF9999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Imágenes!$N$110:$R$110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Imágenes!$N$113:$R$113</c:f>
              <c:numCache>
                <c:formatCode>0%</c:formatCode>
                <c:ptCount val="5"/>
                <c:pt idx="0">
                  <c:v>0.70163904272721911</c:v>
                </c:pt>
                <c:pt idx="1">
                  <c:v>0.63758823837517553</c:v>
                </c:pt>
                <c:pt idx="2">
                  <c:v>0.67862860055748708</c:v>
                </c:pt>
                <c:pt idx="3">
                  <c:v>0.79869821701194488</c:v>
                </c:pt>
                <c:pt idx="4">
                  <c:v>0.80878008034265614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B0A1-4940-853F-4E0A918C6A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47504"/>
        <c:axId val="512836528"/>
      </c:lineChart>
      <c:dateAx>
        <c:axId val="51284750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36528"/>
        <c:crosses val="autoZero"/>
        <c:auto val="0"/>
        <c:lblOffset val="100"/>
        <c:baseTimeUnit val="days"/>
        <c:majorUnit val="1"/>
        <c:majorTimeUnit val="months"/>
      </c:dateAx>
      <c:valAx>
        <c:axId val="512836528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47504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78097298028016704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José Luis Espert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9614450703957556E-2"/>
          <c:y val="0.19394095350505128"/>
          <c:w val="0.9430491332616201"/>
          <c:h val="0.70698091719367573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Imágenes!$M$197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dLbl>
              <c:idx val="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8476-4CA8-A78B-01F3662F980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Imágenes!$N$196:$Q$196</c:f>
              <c:numCache>
                <c:formatCode>mmm\-yy</c:formatCode>
                <c:ptCount val="4"/>
                <c:pt idx="0">
                  <c:v>45505</c:v>
                </c:pt>
                <c:pt idx="1">
                  <c:v>45566</c:v>
                </c:pt>
                <c:pt idx="2">
                  <c:v>45627</c:v>
                </c:pt>
                <c:pt idx="3">
                  <c:v>45717</c:v>
                </c:pt>
              </c:numCache>
            </c:numRef>
          </c:cat>
          <c:val>
            <c:numRef>
              <c:f>Imágenes!$N$197:$Q$197</c:f>
              <c:numCache>
                <c:formatCode>0%</c:formatCode>
                <c:ptCount val="4"/>
                <c:pt idx="0">
                  <c:v>0.2992895128625489</c:v>
                </c:pt>
                <c:pt idx="1">
                  <c:v>0.31007534194233821</c:v>
                </c:pt>
                <c:pt idx="2">
                  <c:v>0.43220139522020407</c:v>
                </c:pt>
                <c:pt idx="3">
                  <c:v>0.48304597584975995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5-8476-4CA8-A78B-01F3662F9801}"/>
            </c:ext>
          </c:extLst>
        </c:ser>
        <c:ser>
          <c:idx val="1"/>
          <c:order val="1"/>
          <c:tx>
            <c:strRef>
              <c:f>Imágenes!$M$198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8476-4CA8-A78B-01F3662F980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Imágenes!$N$196:$Q$196</c:f>
              <c:numCache>
                <c:formatCode>mmm\-yy</c:formatCode>
                <c:ptCount val="4"/>
                <c:pt idx="0">
                  <c:v>45505</c:v>
                </c:pt>
                <c:pt idx="1">
                  <c:v>45566</c:v>
                </c:pt>
                <c:pt idx="2">
                  <c:v>45627</c:v>
                </c:pt>
                <c:pt idx="3">
                  <c:v>45717</c:v>
                </c:pt>
              </c:numCache>
            </c:numRef>
          </c:cat>
          <c:val>
            <c:numRef>
              <c:f>Imágenes!$N$198:$Q$198</c:f>
              <c:numCache>
                <c:formatCode>0%</c:formatCode>
                <c:ptCount val="4"/>
                <c:pt idx="0">
                  <c:v>0.47457982968444934</c:v>
                </c:pt>
                <c:pt idx="1">
                  <c:v>0.46179728339014225</c:v>
                </c:pt>
                <c:pt idx="2">
                  <c:v>0.43</c:v>
                </c:pt>
                <c:pt idx="3">
                  <c:v>0.39728847575913401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B-8476-4CA8-A78B-01F3662F9801}"/>
            </c:ext>
          </c:extLst>
        </c:ser>
        <c:ser>
          <c:idx val="2"/>
          <c:order val="2"/>
          <c:tx>
            <c:strRef>
              <c:f>Imágenes!$M$199</c:f>
              <c:strCache>
                <c:ptCount val="1"/>
                <c:pt idx="0">
                  <c:v>Opinadores</c:v>
                </c:pt>
              </c:strCache>
            </c:strRef>
          </c:tx>
          <c:spPr>
            <a:ln w="57150" cap="rnd">
              <a:solidFill>
                <a:srgbClr val="FF9999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9999"/>
              </a:solidFill>
              <a:ln w="66675">
                <a:solidFill>
                  <a:srgbClr val="FF9999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FF9999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Imágenes!$N$196:$Q$196</c:f>
              <c:numCache>
                <c:formatCode>mmm\-yy</c:formatCode>
                <c:ptCount val="4"/>
                <c:pt idx="0">
                  <c:v>45505</c:v>
                </c:pt>
                <c:pt idx="1">
                  <c:v>45566</c:v>
                </c:pt>
                <c:pt idx="2">
                  <c:v>45627</c:v>
                </c:pt>
                <c:pt idx="3">
                  <c:v>45717</c:v>
                </c:pt>
              </c:numCache>
            </c:numRef>
          </c:cat>
          <c:val>
            <c:numRef>
              <c:f>Imágenes!$N$199:$Q$199</c:f>
              <c:numCache>
                <c:formatCode>0%</c:formatCode>
                <c:ptCount val="4"/>
                <c:pt idx="0">
                  <c:v>0.77386934254699824</c:v>
                </c:pt>
                <c:pt idx="1">
                  <c:v>0.77187262533248047</c:v>
                </c:pt>
                <c:pt idx="2">
                  <c:v>0.86220139522020411</c:v>
                </c:pt>
                <c:pt idx="3">
                  <c:v>0.88033445160889401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C-8476-4CA8-A78B-01F3662F98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40056"/>
        <c:axId val="512842800"/>
      </c:lineChart>
      <c:dateAx>
        <c:axId val="512840056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42800"/>
        <c:crosses val="autoZero"/>
        <c:auto val="0"/>
        <c:lblOffset val="100"/>
        <c:baseTimeUnit val="days"/>
        <c:majorUnit val="1"/>
        <c:majorTimeUnit val="months"/>
      </c:dateAx>
      <c:valAx>
        <c:axId val="512842800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40056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77343026282695526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sz="2800" b="1" i="0" u="none" strike="noStrike" kern="1200" spc="0" baseline="0" dirty="0">
                <a:solidFill>
                  <a:prstClr val="black"/>
                </a:solidFill>
                <a:latin typeface="HelveticaNeue Std"/>
              </a:rPr>
              <a:t>Carlos “</a:t>
            </a:r>
            <a:r>
              <a:rPr lang="es-ES" sz="2800" b="1" i="0" u="none" strike="noStrike" kern="1200" spc="0" baseline="0" dirty="0" err="1">
                <a:solidFill>
                  <a:prstClr val="black"/>
                </a:solidFill>
                <a:latin typeface="HelveticaNeue Std"/>
              </a:rPr>
              <a:t>Carli</a:t>
            </a:r>
            <a:r>
              <a:rPr lang="es-ES" sz="2800" b="1" i="0" u="none" strike="noStrike" kern="1200" spc="0" baseline="0" dirty="0">
                <a:solidFill>
                  <a:prstClr val="black"/>
                </a:solidFill>
                <a:latin typeface="HelveticaNeue Std"/>
              </a:rPr>
              <a:t>” Bianco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9614450703957556E-2"/>
          <c:y val="0.19394095350505128"/>
          <c:w val="0.9430491332616201"/>
          <c:h val="0.70698091719367573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Imágenes!$M$213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Imágenes!$N$212:$Q$212</c:f>
              <c:numCache>
                <c:formatCode>mmm\-yy</c:formatCode>
                <c:ptCount val="4"/>
                <c:pt idx="0">
                  <c:v>45505</c:v>
                </c:pt>
                <c:pt idx="1">
                  <c:v>45566</c:v>
                </c:pt>
                <c:pt idx="2">
                  <c:v>45627</c:v>
                </c:pt>
                <c:pt idx="3">
                  <c:v>45717</c:v>
                </c:pt>
              </c:numCache>
            </c:numRef>
          </c:cat>
          <c:val>
            <c:numRef>
              <c:f>Imágenes!$N$213:$Q$213</c:f>
              <c:numCache>
                <c:formatCode>0%</c:formatCode>
                <c:ptCount val="4"/>
                <c:pt idx="0">
                  <c:v>9.0464278365704004E-2</c:v>
                </c:pt>
                <c:pt idx="1">
                  <c:v>5.8117655958072861E-2</c:v>
                </c:pt>
                <c:pt idx="2">
                  <c:v>0.10428418233082111</c:v>
                </c:pt>
                <c:pt idx="3">
                  <c:v>0.14273213244824109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5-9174-4FDC-92CF-35D976237638}"/>
            </c:ext>
          </c:extLst>
        </c:ser>
        <c:ser>
          <c:idx val="1"/>
          <c:order val="1"/>
          <c:tx>
            <c:strRef>
              <c:f>Imágenes!$M$214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9174-4FDC-92CF-35D976237638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9174-4FDC-92CF-35D976237638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D-9174-4FDC-92CF-35D976237638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9174-4FDC-92CF-35D976237638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9174-4FDC-92CF-35D976237638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9174-4FDC-92CF-35D976237638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Imágenes!$N$212:$Q$212</c:f>
              <c:numCache>
                <c:formatCode>mmm\-yy</c:formatCode>
                <c:ptCount val="4"/>
                <c:pt idx="0">
                  <c:v>45505</c:v>
                </c:pt>
                <c:pt idx="1">
                  <c:v>45566</c:v>
                </c:pt>
                <c:pt idx="2">
                  <c:v>45627</c:v>
                </c:pt>
                <c:pt idx="3">
                  <c:v>45717</c:v>
                </c:pt>
              </c:numCache>
            </c:numRef>
          </c:cat>
          <c:val>
            <c:numRef>
              <c:f>Imágenes!$N$214:$Q$214</c:f>
              <c:numCache>
                <c:formatCode>0%</c:formatCode>
                <c:ptCount val="4"/>
                <c:pt idx="0">
                  <c:v>0.18315783653544809</c:v>
                </c:pt>
                <c:pt idx="1">
                  <c:v>0.18384508967160051</c:v>
                </c:pt>
                <c:pt idx="2">
                  <c:v>0.16171147455410165</c:v>
                </c:pt>
                <c:pt idx="3">
                  <c:v>0.24522696697216576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B-9174-4FDC-92CF-35D976237638}"/>
            </c:ext>
          </c:extLst>
        </c:ser>
        <c:ser>
          <c:idx val="2"/>
          <c:order val="2"/>
          <c:tx>
            <c:strRef>
              <c:f>Imágenes!$M$215</c:f>
              <c:strCache>
                <c:ptCount val="1"/>
                <c:pt idx="0">
                  <c:v>Opinadores</c:v>
                </c:pt>
              </c:strCache>
            </c:strRef>
          </c:tx>
          <c:spPr>
            <a:ln w="57150" cap="rnd">
              <a:solidFill>
                <a:srgbClr val="FF9999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9999"/>
              </a:solidFill>
              <a:ln w="66675">
                <a:solidFill>
                  <a:srgbClr val="FF9999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FF9999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Imágenes!$N$212:$Q$212</c:f>
              <c:numCache>
                <c:formatCode>mmm\-yy</c:formatCode>
                <c:ptCount val="4"/>
                <c:pt idx="0">
                  <c:v>45505</c:v>
                </c:pt>
                <c:pt idx="1">
                  <c:v>45566</c:v>
                </c:pt>
                <c:pt idx="2">
                  <c:v>45627</c:v>
                </c:pt>
                <c:pt idx="3">
                  <c:v>45717</c:v>
                </c:pt>
              </c:numCache>
            </c:numRef>
          </c:cat>
          <c:val>
            <c:numRef>
              <c:f>Imágenes!$N$215:$Q$215</c:f>
              <c:numCache>
                <c:formatCode>0%</c:formatCode>
                <c:ptCount val="4"/>
                <c:pt idx="0">
                  <c:v>0.27362211490115207</c:v>
                </c:pt>
                <c:pt idx="1">
                  <c:v>0.24196274562967338</c:v>
                </c:pt>
                <c:pt idx="2">
                  <c:v>0.26</c:v>
                </c:pt>
                <c:pt idx="3">
                  <c:v>0.38795909942040685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C-9174-4FDC-92CF-35D97623763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39272"/>
        <c:axId val="512840448"/>
      </c:lineChart>
      <c:dateAx>
        <c:axId val="51283927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40448"/>
        <c:crosses val="autoZero"/>
        <c:auto val="0"/>
        <c:lblOffset val="100"/>
        <c:baseTimeUnit val="days"/>
        <c:majorUnit val="1"/>
        <c:majorTimeUnit val="months"/>
      </c:dateAx>
      <c:valAx>
        <c:axId val="512840448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39272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77343026282695526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6194875678431843"/>
          <c:y val="0.106801144473343"/>
          <c:w val="0.63805124321568152"/>
          <c:h val="0.8658596717612191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Hoja1!$F$202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Hoja1!$G$201:$L$201</c:f>
              <c:strCache>
                <c:ptCount val="6"/>
                <c:pt idx="0">
                  <c:v>Mayra Mendoza, Intendenta de Quilmes</c:v>
                </c:pt>
                <c:pt idx="1">
                  <c:v>Diego Valenzuela, Intendente de Tres de Febrero</c:v>
                </c:pt>
                <c:pt idx="2">
                  <c:v>Jorge Ferraresi, Intendente de Avellaneda</c:v>
                </c:pt>
                <c:pt idx="3">
                  <c:v>Federico Achával, Intendente de Pilar</c:v>
                </c:pt>
                <c:pt idx="4">
                  <c:v>Leo Nardini, Intendente de Malvinas Argentinas</c:v>
                </c:pt>
                <c:pt idx="5">
                  <c:v>Ariel Sujarchuk, Intendente de Escobar</c:v>
                </c:pt>
              </c:strCache>
            </c:strRef>
          </c:cat>
          <c:val>
            <c:numRef>
              <c:f>Hoja1!$G$202:$L$202</c:f>
              <c:numCache>
                <c:formatCode>0%</c:formatCode>
                <c:ptCount val="6"/>
                <c:pt idx="0">
                  <c:v>9.6874493570856757E-2</c:v>
                </c:pt>
                <c:pt idx="1">
                  <c:v>0.17042487587592872</c:v>
                </c:pt>
                <c:pt idx="2">
                  <c:v>7.460310274185715E-2</c:v>
                </c:pt>
                <c:pt idx="3">
                  <c:v>0.08</c:v>
                </c:pt>
                <c:pt idx="4">
                  <c:v>3.6747304534647564E-2</c:v>
                </c:pt>
                <c:pt idx="5">
                  <c:v>5.1144071180267793E-2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45A-4FDD-8E5A-F2857B52157D}"/>
            </c:ext>
          </c:extLst>
        </c:ser>
        <c:ser>
          <c:idx val="1"/>
          <c:order val="1"/>
          <c:tx>
            <c:strRef>
              <c:f>Hoja1!$F$203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Hoja1!$G$201:$L$201</c:f>
              <c:strCache>
                <c:ptCount val="6"/>
                <c:pt idx="0">
                  <c:v>Mayra Mendoza, Intendenta de Quilmes</c:v>
                </c:pt>
                <c:pt idx="1">
                  <c:v>Diego Valenzuela, Intendente de Tres de Febrero</c:v>
                </c:pt>
                <c:pt idx="2">
                  <c:v>Jorge Ferraresi, Intendente de Avellaneda</c:v>
                </c:pt>
                <c:pt idx="3">
                  <c:v>Federico Achával, Intendente de Pilar</c:v>
                </c:pt>
                <c:pt idx="4">
                  <c:v>Leo Nardini, Intendente de Malvinas Argentinas</c:v>
                </c:pt>
                <c:pt idx="5">
                  <c:v>Ariel Sujarchuk, Intendente de Escobar</c:v>
                </c:pt>
              </c:strCache>
            </c:strRef>
          </c:cat>
          <c:val>
            <c:numRef>
              <c:f>Hoja1!$G$203:$L$203</c:f>
              <c:numCache>
                <c:formatCode>0%</c:formatCode>
                <c:ptCount val="6"/>
                <c:pt idx="0">
                  <c:v>0.13784456851410704</c:v>
                </c:pt>
                <c:pt idx="1">
                  <c:v>0.24776156975670713</c:v>
                </c:pt>
                <c:pt idx="2">
                  <c:v>0.15509850952355797</c:v>
                </c:pt>
                <c:pt idx="3">
                  <c:v>0.1</c:v>
                </c:pt>
                <c:pt idx="4">
                  <c:v>0.12</c:v>
                </c:pt>
                <c:pt idx="5">
                  <c:v>0.11561154881508609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045A-4FDD-8E5A-F2857B52157D}"/>
            </c:ext>
          </c:extLst>
        </c:ser>
        <c:ser>
          <c:idx val="2"/>
          <c:order val="2"/>
          <c:tx>
            <c:strRef>
              <c:f>Hoja1!$F$204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Hoja1!$G$201:$L$201</c:f>
              <c:strCache>
                <c:ptCount val="6"/>
                <c:pt idx="0">
                  <c:v>Mayra Mendoza, Intendenta de Quilmes</c:v>
                </c:pt>
                <c:pt idx="1">
                  <c:v>Diego Valenzuela, Intendente de Tres de Febrero</c:v>
                </c:pt>
                <c:pt idx="2">
                  <c:v>Jorge Ferraresi, Intendente de Avellaneda</c:v>
                </c:pt>
                <c:pt idx="3">
                  <c:v>Federico Achával, Intendente de Pilar</c:v>
                </c:pt>
                <c:pt idx="4">
                  <c:v>Leo Nardini, Intendente de Malvinas Argentinas</c:v>
                </c:pt>
                <c:pt idx="5">
                  <c:v>Ariel Sujarchuk, Intendente de Escobar</c:v>
                </c:pt>
              </c:strCache>
            </c:strRef>
          </c:cat>
          <c:val>
            <c:numRef>
              <c:f>Hoja1!$G$204:$L$204</c:f>
              <c:numCache>
                <c:formatCode>0%</c:formatCode>
                <c:ptCount val="6"/>
                <c:pt idx="0">
                  <c:v>7.2897046975657478E-2</c:v>
                </c:pt>
                <c:pt idx="1">
                  <c:v>7.6064271822097185E-2</c:v>
                </c:pt>
                <c:pt idx="2">
                  <c:v>7.6848845730060483E-2</c:v>
                </c:pt>
                <c:pt idx="3">
                  <c:v>9.0013753708276661E-2</c:v>
                </c:pt>
                <c:pt idx="4">
                  <c:v>9.8461095813249078E-2</c:v>
                </c:pt>
                <c:pt idx="5">
                  <c:v>8.6984971643427653E-2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045A-4FDD-8E5A-F2857B52157D}"/>
            </c:ext>
          </c:extLst>
        </c:ser>
        <c:ser>
          <c:idx val="3"/>
          <c:order val="3"/>
          <c:tx>
            <c:strRef>
              <c:f>Hoja1!$F$205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Hoja1!$G$201:$L$201</c:f>
              <c:strCache>
                <c:ptCount val="6"/>
                <c:pt idx="0">
                  <c:v>Mayra Mendoza, Intendenta de Quilmes</c:v>
                </c:pt>
                <c:pt idx="1">
                  <c:v>Diego Valenzuela, Intendente de Tres de Febrero</c:v>
                </c:pt>
                <c:pt idx="2">
                  <c:v>Jorge Ferraresi, Intendente de Avellaneda</c:v>
                </c:pt>
                <c:pt idx="3">
                  <c:v>Federico Achával, Intendente de Pilar</c:v>
                </c:pt>
                <c:pt idx="4">
                  <c:v>Leo Nardini, Intendente de Malvinas Argentinas</c:v>
                </c:pt>
                <c:pt idx="5">
                  <c:v>Ariel Sujarchuk, Intendente de Escobar</c:v>
                </c:pt>
              </c:strCache>
            </c:strRef>
          </c:cat>
          <c:val>
            <c:numRef>
              <c:f>Hoja1!$G$205:$L$205</c:f>
              <c:numCache>
                <c:formatCode>0%</c:formatCode>
                <c:ptCount val="6"/>
                <c:pt idx="0">
                  <c:v>0.48729799047701405</c:v>
                </c:pt>
                <c:pt idx="1">
                  <c:v>0.10912031826588392</c:v>
                </c:pt>
                <c:pt idx="2">
                  <c:v>0.28322497191349788</c:v>
                </c:pt>
                <c:pt idx="3">
                  <c:v>0.12395952388940243</c:v>
                </c:pt>
                <c:pt idx="4">
                  <c:v>0.12907727710210487</c:v>
                </c:pt>
                <c:pt idx="5">
                  <c:v>0.10278559465673368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045A-4FDD-8E5A-F2857B52157D}"/>
            </c:ext>
          </c:extLst>
        </c:ser>
        <c:ser>
          <c:idx val="4"/>
          <c:order val="4"/>
          <c:tx>
            <c:strRef>
              <c:f>Hoja1!$F$206</c:f>
              <c:strCache>
                <c:ptCount val="1"/>
                <c:pt idx="0">
                  <c:v>No lo conoce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Hoja1!$G$201:$L$201</c:f>
              <c:strCache>
                <c:ptCount val="6"/>
                <c:pt idx="0">
                  <c:v>Mayra Mendoza, Intendenta de Quilmes</c:v>
                </c:pt>
                <c:pt idx="1">
                  <c:v>Diego Valenzuela, Intendente de Tres de Febrero</c:v>
                </c:pt>
                <c:pt idx="2">
                  <c:v>Jorge Ferraresi, Intendente de Avellaneda</c:v>
                </c:pt>
                <c:pt idx="3">
                  <c:v>Federico Achával, Intendente de Pilar</c:v>
                </c:pt>
                <c:pt idx="4">
                  <c:v>Leo Nardini, Intendente de Malvinas Argentinas</c:v>
                </c:pt>
                <c:pt idx="5">
                  <c:v>Ariel Sujarchuk, Intendente de Escobar</c:v>
                </c:pt>
              </c:strCache>
            </c:strRef>
          </c:cat>
          <c:val>
            <c:numRef>
              <c:f>Hoja1!$G$206:$L$206</c:f>
              <c:numCache>
                <c:formatCode>0%</c:formatCode>
                <c:ptCount val="6"/>
                <c:pt idx="0">
                  <c:v>0.17939452003625497</c:v>
                </c:pt>
                <c:pt idx="1">
                  <c:v>0.33276444582166964</c:v>
                </c:pt>
                <c:pt idx="2">
                  <c:v>0.37943931874934189</c:v>
                </c:pt>
                <c:pt idx="3">
                  <c:v>0.54</c:v>
                </c:pt>
                <c:pt idx="4">
                  <c:v>0.53038542072582018</c:v>
                </c:pt>
                <c:pt idx="5">
                  <c:v>0.57933867416488483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045A-4FDD-8E5A-F2857B52157D}"/>
            </c:ext>
          </c:extLst>
        </c:ser>
        <c:ser>
          <c:idx val="5"/>
          <c:order val="5"/>
          <c:tx>
            <c:strRef>
              <c:f>Hoja1!$F$207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Hoja1!$G$201:$L$201</c:f>
              <c:strCache>
                <c:ptCount val="6"/>
                <c:pt idx="0">
                  <c:v>Mayra Mendoza, Intendenta de Quilmes</c:v>
                </c:pt>
                <c:pt idx="1">
                  <c:v>Diego Valenzuela, Intendente de Tres de Febrero</c:v>
                </c:pt>
                <c:pt idx="2">
                  <c:v>Jorge Ferraresi, Intendente de Avellaneda</c:v>
                </c:pt>
                <c:pt idx="3">
                  <c:v>Federico Achával, Intendente de Pilar</c:v>
                </c:pt>
                <c:pt idx="4">
                  <c:v>Leo Nardini, Intendente de Malvinas Argentinas</c:v>
                </c:pt>
                <c:pt idx="5">
                  <c:v>Ariel Sujarchuk, Intendente de Escobar</c:v>
                </c:pt>
              </c:strCache>
            </c:strRef>
          </c:cat>
          <c:val>
            <c:numRef>
              <c:f>Hoja1!$G$207:$L$207</c:f>
              <c:numCache>
                <c:formatCode>0%</c:formatCode>
                <c:ptCount val="6"/>
                <c:pt idx="0">
                  <c:v>2.5691380426110886E-2</c:v>
                </c:pt>
                <c:pt idx="1">
                  <c:v>6.3864518457714084E-2</c:v>
                </c:pt>
                <c:pt idx="2">
                  <c:v>3.0785251341685825E-2</c:v>
                </c:pt>
                <c:pt idx="3">
                  <c:v>7.0000000000000007E-2</c:v>
                </c:pt>
                <c:pt idx="4">
                  <c:v>8.2361752665444599E-2</c:v>
                </c:pt>
                <c:pt idx="5">
                  <c:v>6.4135139539600178E-2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988-4BB1-BFBD-0F826B563F4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512843584"/>
        <c:axId val="512841232"/>
      </c:barChart>
      <c:catAx>
        <c:axId val="51284358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2200" b="1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41232"/>
        <c:crosses val="autoZero"/>
        <c:auto val="1"/>
        <c:lblAlgn val="ctr"/>
        <c:lblOffset val="100"/>
        <c:noMultiLvlLbl val="0"/>
      </c:catAx>
      <c:valAx>
        <c:axId val="51284123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512843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es-AR" sz="2200" b="0" i="0" u="none" strike="noStrike" kern="1200" baseline="0">
                <a:solidFill>
                  <a:schemeClr val="tx1"/>
                </a:solidFill>
                <a:latin typeface="HelveticaNeue Std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</c:legendEntry>
      <c:layout>
        <c:manualLayout>
          <c:xMode val="edge"/>
          <c:yMode val="edge"/>
          <c:x val="1.5034843830697548E-2"/>
          <c:y val="2.588786313521128E-2"/>
          <c:w val="0.97248375583446811"/>
          <c:h val="3.74805265826135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HelveticaNeue Std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Federico </a:t>
            </a:r>
            <a:r>
              <a:rPr lang="es-ES" b="1" dirty="0" smtClean="0"/>
              <a:t>Achával</a:t>
            </a:r>
            <a:endParaRPr lang="es-ES" b="1" dirty="0"/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9614450703957556E-2"/>
          <c:y val="0.19394095350505128"/>
          <c:w val="0.9430491332616201"/>
          <c:h val="0.70698091719367573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Imágenes!$M$127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Imágenes!$N$126:$R$126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Imágenes!$N$127:$R$127</c:f>
              <c:numCache>
                <c:formatCode>0%</c:formatCode>
                <c:ptCount val="5"/>
                <c:pt idx="0">
                  <c:v>0.11177155751435483</c:v>
                </c:pt>
                <c:pt idx="1">
                  <c:v>0.1032755076582581</c:v>
                </c:pt>
                <c:pt idx="2">
                  <c:v>0.12799378607616993</c:v>
                </c:pt>
                <c:pt idx="3">
                  <c:v>0.15</c:v>
                </c:pt>
                <c:pt idx="4">
                  <c:v>0.1771544757257171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B0A1-4940-853F-4E0A918C6A6D}"/>
            </c:ext>
          </c:extLst>
        </c:ser>
        <c:ser>
          <c:idx val="1"/>
          <c:order val="1"/>
          <c:tx>
            <c:strRef>
              <c:f>Imágenes!$M$128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19E7-4555-9BBB-94DA6D95D37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D873-4A75-8BE7-058208E99229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0A1-4940-853F-4E0A918C6A6D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Imágenes!$N$126:$R$126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Imágenes!$N$128:$R$128</c:f>
              <c:numCache>
                <c:formatCode>0%</c:formatCode>
                <c:ptCount val="5"/>
                <c:pt idx="0">
                  <c:v>0.171632400768294</c:v>
                </c:pt>
                <c:pt idx="1">
                  <c:v>0.16472674901884082</c:v>
                </c:pt>
                <c:pt idx="2">
                  <c:v>0.143150125253653</c:v>
                </c:pt>
                <c:pt idx="3">
                  <c:v>0.1785314646784017</c:v>
                </c:pt>
                <c:pt idx="4">
                  <c:v>0.21397327759767909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B0A1-4940-853F-4E0A918C6A6D}"/>
            </c:ext>
          </c:extLst>
        </c:ser>
        <c:ser>
          <c:idx val="2"/>
          <c:order val="2"/>
          <c:tx>
            <c:strRef>
              <c:f>Imágenes!$M$129</c:f>
              <c:strCache>
                <c:ptCount val="1"/>
                <c:pt idx="0">
                  <c:v>Opinadores</c:v>
                </c:pt>
              </c:strCache>
            </c:strRef>
          </c:tx>
          <c:spPr>
            <a:ln w="57150" cap="rnd">
              <a:solidFill>
                <a:srgbClr val="FF9999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9999"/>
              </a:solidFill>
              <a:ln w="66675">
                <a:solidFill>
                  <a:srgbClr val="FF9999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FF9999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Imágenes!$N$126:$R$126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Imágenes!$N$129:$R$129</c:f>
              <c:numCache>
                <c:formatCode>0%</c:formatCode>
                <c:ptCount val="5"/>
                <c:pt idx="0">
                  <c:v>0.28340395828264886</c:v>
                </c:pt>
                <c:pt idx="1">
                  <c:v>0.26</c:v>
                </c:pt>
                <c:pt idx="2">
                  <c:v>0.27114391132982296</c:v>
                </c:pt>
                <c:pt idx="3">
                  <c:v>0.32853146467840166</c:v>
                </c:pt>
                <c:pt idx="4">
                  <c:v>0.39112775332339622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B0A1-4940-853F-4E0A918C6A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43976"/>
        <c:axId val="512844368"/>
      </c:lineChart>
      <c:dateAx>
        <c:axId val="512843976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44368"/>
        <c:crosses val="autoZero"/>
        <c:auto val="0"/>
        <c:lblOffset val="100"/>
        <c:baseTimeUnit val="days"/>
        <c:majorUnit val="1"/>
        <c:majorTimeUnit val="months"/>
      </c:dateAx>
      <c:valAx>
        <c:axId val="512844368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43976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52859960923816873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Leonardo </a:t>
            </a:r>
            <a:r>
              <a:rPr lang="es-ES" b="1" dirty="0" err="1"/>
              <a:t>Nardini</a:t>
            </a:r>
            <a:endParaRPr lang="es-ES" b="1" dirty="0"/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9614450703957556E-2"/>
          <c:y val="0.19394095350505128"/>
          <c:w val="0.9430491332616201"/>
          <c:h val="0.70698091719367573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Imágenes!$M$135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dLbl>
              <c:idx val="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8476-4CA8-A78B-01F3662F980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Imágenes!$N$134:$R$134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Imágenes!$N$135:$R$135</c:f>
              <c:numCache>
                <c:formatCode>0%</c:formatCode>
                <c:ptCount val="5"/>
                <c:pt idx="0">
                  <c:v>0.14924260114698992</c:v>
                </c:pt>
                <c:pt idx="1">
                  <c:v>0.1083320750284515</c:v>
                </c:pt>
                <c:pt idx="2">
                  <c:v>0.11687340762086226</c:v>
                </c:pt>
                <c:pt idx="3">
                  <c:v>0.16</c:v>
                </c:pt>
                <c:pt idx="4">
                  <c:v>0.15971445369338155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5-8476-4CA8-A78B-01F3662F9801}"/>
            </c:ext>
          </c:extLst>
        </c:ser>
        <c:ser>
          <c:idx val="1"/>
          <c:order val="1"/>
          <c:tx>
            <c:strRef>
              <c:f>Imágenes!$M$136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8476-4CA8-A78B-01F3662F980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Imágenes!$N$134:$R$134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Imágenes!$N$136:$R$136</c:f>
              <c:numCache>
                <c:formatCode>0%</c:formatCode>
                <c:ptCount val="5"/>
                <c:pt idx="0">
                  <c:v>0.17789467586383501</c:v>
                </c:pt>
                <c:pt idx="1">
                  <c:v>0.15454821212244454</c:v>
                </c:pt>
                <c:pt idx="2">
                  <c:v>0.11450336593653733</c:v>
                </c:pt>
                <c:pt idx="3">
                  <c:v>0.12857022101236351</c:v>
                </c:pt>
                <c:pt idx="4">
                  <c:v>0.22753837291535395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B-8476-4CA8-A78B-01F3662F9801}"/>
            </c:ext>
          </c:extLst>
        </c:ser>
        <c:ser>
          <c:idx val="2"/>
          <c:order val="2"/>
          <c:tx>
            <c:strRef>
              <c:f>Imágenes!$M$137</c:f>
              <c:strCache>
                <c:ptCount val="1"/>
                <c:pt idx="0">
                  <c:v>Opinadores</c:v>
                </c:pt>
              </c:strCache>
            </c:strRef>
          </c:tx>
          <c:spPr>
            <a:ln w="57150" cap="rnd">
              <a:solidFill>
                <a:srgbClr val="FF9999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9999"/>
              </a:solidFill>
              <a:ln w="66675">
                <a:solidFill>
                  <a:srgbClr val="FF9999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FF9999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Imágenes!$N$134:$R$134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Imágenes!$N$137:$R$137</c:f>
              <c:numCache>
                <c:formatCode>0%</c:formatCode>
                <c:ptCount val="5"/>
                <c:pt idx="0">
                  <c:v>0.32713727701082496</c:v>
                </c:pt>
                <c:pt idx="1">
                  <c:v>0.26288028715089606</c:v>
                </c:pt>
                <c:pt idx="2">
                  <c:v>0.23137677355739961</c:v>
                </c:pt>
                <c:pt idx="3">
                  <c:v>0.28857022101236351</c:v>
                </c:pt>
                <c:pt idx="4">
                  <c:v>0.3872528266087355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C-8476-4CA8-A78B-01F3662F98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44760"/>
        <c:axId val="512836920"/>
      </c:lineChart>
      <c:dateAx>
        <c:axId val="51284476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36920"/>
        <c:crosses val="autoZero"/>
        <c:auto val="0"/>
        <c:lblOffset val="100"/>
        <c:baseTimeUnit val="days"/>
        <c:majorUnit val="1"/>
        <c:majorTimeUnit val="months"/>
      </c:dateAx>
      <c:valAx>
        <c:axId val="512836920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44760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53024832230280561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Mayra Mendoza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9614450703957556E-2"/>
          <c:y val="0.19394095350505128"/>
          <c:w val="0.9430491332616201"/>
          <c:h val="0.70698091719367573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Imágenes!$M$167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Imágenes!$N$166:$R$166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Imágenes!$N$167:$R$167</c:f>
              <c:numCache>
                <c:formatCode>0%</c:formatCode>
                <c:ptCount val="5"/>
                <c:pt idx="0">
                  <c:v>0.21973304096928176</c:v>
                </c:pt>
                <c:pt idx="1">
                  <c:v>0.25182206303264726</c:v>
                </c:pt>
                <c:pt idx="2">
                  <c:v>0.22860025886982221</c:v>
                </c:pt>
                <c:pt idx="3">
                  <c:v>0.25</c:v>
                </c:pt>
                <c:pt idx="4">
                  <c:v>0.24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B0A1-4940-853F-4E0A918C6A6D}"/>
            </c:ext>
          </c:extLst>
        </c:ser>
        <c:ser>
          <c:idx val="1"/>
          <c:order val="1"/>
          <c:tx>
            <c:strRef>
              <c:f>Imágenes!$M$168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19E7-4555-9BBB-94DA6D95D37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64F3-4D1C-A90C-67A8E163FDC2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0A1-4940-853F-4E0A918C6A6D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Imágenes!$N$166:$R$166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Imágenes!$N$168:$R$168</c:f>
              <c:numCache>
                <c:formatCode>0%</c:formatCode>
                <c:ptCount val="5"/>
                <c:pt idx="0">
                  <c:v>0.45314020495883478</c:v>
                </c:pt>
                <c:pt idx="1">
                  <c:v>0.35050430979225644</c:v>
                </c:pt>
                <c:pt idx="2">
                  <c:v>0.38774771298570226</c:v>
                </c:pt>
                <c:pt idx="3">
                  <c:v>0.47623287127599467</c:v>
                </c:pt>
                <c:pt idx="4">
                  <c:v>0.56019503745267152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B0A1-4940-853F-4E0A918C6A6D}"/>
            </c:ext>
          </c:extLst>
        </c:ser>
        <c:ser>
          <c:idx val="2"/>
          <c:order val="2"/>
          <c:tx>
            <c:strRef>
              <c:f>Imágenes!$M$169</c:f>
              <c:strCache>
                <c:ptCount val="1"/>
                <c:pt idx="0">
                  <c:v>Opinadores</c:v>
                </c:pt>
              </c:strCache>
            </c:strRef>
          </c:tx>
          <c:spPr>
            <a:ln w="57150" cap="rnd">
              <a:solidFill>
                <a:srgbClr val="FF9999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9999"/>
              </a:solidFill>
              <a:ln w="66675">
                <a:solidFill>
                  <a:srgbClr val="FF9999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FF9999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Imágenes!$N$166:$R$166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Imágenes!$N$169:$R$169</c:f>
              <c:numCache>
                <c:formatCode>0%</c:formatCode>
                <c:ptCount val="5"/>
                <c:pt idx="0">
                  <c:v>0.67287324592811659</c:v>
                </c:pt>
                <c:pt idx="1">
                  <c:v>0.60232637282490376</c:v>
                </c:pt>
                <c:pt idx="2">
                  <c:v>0.61634797185552448</c:v>
                </c:pt>
                <c:pt idx="3">
                  <c:v>0.72623287127599467</c:v>
                </c:pt>
                <c:pt idx="4">
                  <c:v>0.80019503745267151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B0A1-4940-853F-4E0A918C6A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37704"/>
        <c:axId val="512841624"/>
      </c:lineChart>
      <c:dateAx>
        <c:axId val="51283770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41624"/>
        <c:crosses val="autoZero"/>
        <c:auto val="0"/>
        <c:lblOffset val="100"/>
        <c:baseTimeUnit val="days"/>
        <c:majorUnit val="1"/>
        <c:majorTimeUnit val="months"/>
      </c:dateAx>
      <c:valAx>
        <c:axId val="512841624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37704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52859960923816873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Diego Valenzuela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9614450703957556E-2"/>
          <c:y val="0.19394095350505128"/>
          <c:w val="0.9430491332616201"/>
          <c:h val="0.70698091719367573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Imágenes!$M$221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dLbl>
              <c:idx val="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8476-4CA8-A78B-01F3662F980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Imágenes!$N$220:$Q$220</c:f>
              <c:numCache>
                <c:formatCode>mmm\-yy</c:formatCode>
                <c:ptCount val="4"/>
                <c:pt idx="0">
                  <c:v>45505</c:v>
                </c:pt>
                <c:pt idx="1">
                  <c:v>45566</c:v>
                </c:pt>
                <c:pt idx="2">
                  <c:v>45627</c:v>
                </c:pt>
                <c:pt idx="3">
                  <c:v>45717</c:v>
                </c:pt>
              </c:numCache>
            </c:numRef>
          </c:cat>
          <c:val>
            <c:numRef>
              <c:f>Imágenes!$N$221:$Q$221</c:f>
              <c:numCache>
                <c:formatCode>0%</c:formatCode>
                <c:ptCount val="4"/>
                <c:pt idx="0">
                  <c:v>0.2548803102741824</c:v>
                </c:pt>
                <c:pt idx="1">
                  <c:v>0.21951304636421246</c:v>
                </c:pt>
                <c:pt idx="2">
                  <c:v>0.33583197929942193</c:v>
                </c:pt>
                <c:pt idx="3">
                  <c:v>0.41818644563263585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5-8476-4CA8-A78B-01F3662F9801}"/>
            </c:ext>
          </c:extLst>
        </c:ser>
        <c:ser>
          <c:idx val="1"/>
          <c:order val="1"/>
          <c:tx>
            <c:strRef>
              <c:f>Imágenes!$M$222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8476-4CA8-A78B-01F3662F980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Imágenes!$N$220:$Q$220</c:f>
              <c:numCache>
                <c:formatCode>mmm\-yy</c:formatCode>
                <c:ptCount val="4"/>
                <c:pt idx="0">
                  <c:v>45505</c:v>
                </c:pt>
                <c:pt idx="1">
                  <c:v>45566</c:v>
                </c:pt>
                <c:pt idx="2">
                  <c:v>45627</c:v>
                </c:pt>
                <c:pt idx="3">
                  <c:v>45717</c:v>
                </c:pt>
              </c:numCache>
            </c:numRef>
          </c:cat>
          <c:val>
            <c:numRef>
              <c:f>Imágenes!$N$222:$Q$222</c:f>
              <c:numCache>
                <c:formatCode>0%</c:formatCode>
                <c:ptCount val="4"/>
                <c:pt idx="0">
                  <c:v>0.20937183853859509</c:v>
                </c:pt>
                <c:pt idx="1">
                  <c:v>0.23098078840702971</c:v>
                </c:pt>
                <c:pt idx="2">
                  <c:v>0.18863695373548889</c:v>
                </c:pt>
                <c:pt idx="3">
                  <c:v>0.1851845900879811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B-8476-4CA8-A78B-01F3662F9801}"/>
            </c:ext>
          </c:extLst>
        </c:ser>
        <c:ser>
          <c:idx val="2"/>
          <c:order val="2"/>
          <c:tx>
            <c:strRef>
              <c:f>Imágenes!$M$223</c:f>
              <c:strCache>
                <c:ptCount val="1"/>
                <c:pt idx="0">
                  <c:v>Opinadores</c:v>
                </c:pt>
              </c:strCache>
            </c:strRef>
          </c:tx>
          <c:spPr>
            <a:ln w="57150" cap="rnd">
              <a:solidFill>
                <a:srgbClr val="FF9999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9999"/>
              </a:solidFill>
              <a:ln w="66675">
                <a:solidFill>
                  <a:srgbClr val="FF9999"/>
                </a:solidFill>
              </a:ln>
              <a:effectLst/>
            </c:spPr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53%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5A6A-4A39-B749-326F01F6B9E0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FF9999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Imágenes!$N$220:$Q$220</c:f>
              <c:numCache>
                <c:formatCode>mmm\-yy</c:formatCode>
                <c:ptCount val="4"/>
                <c:pt idx="0">
                  <c:v>45505</c:v>
                </c:pt>
                <c:pt idx="1">
                  <c:v>45566</c:v>
                </c:pt>
                <c:pt idx="2">
                  <c:v>45627</c:v>
                </c:pt>
                <c:pt idx="3">
                  <c:v>45717</c:v>
                </c:pt>
              </c:numCache>
            </c:numRef>
          </c:cat>
          <c:val>
            <c:numRef>
              <c:f>Imágenes!$N$223:$Q$223</c:f>
              <c:numCache>
                <c:formatCode>0%</c:formatCode>
                <c:ptCount val="4"/>
                <c:pt idx="0">
                  <c:v>0.46425214881277749</c:v>
                </c:pt>
                <c:pt idx="1">
                  <c:v>0.45049383477124216</c:v>
                </c:pt>
                <c:pt idx="2">
                  <c:v>0.52446893303491082</c:v>
                </c:pt>
                <c:pt idx="3">
                  <c:v>0.61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C-8476-4CA8-A78B-01F3662F98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55736"/>
        <c:axId val="512857304"/>
      </c:lineChart>
      <c:dateAx>
        <c:axId val="512855736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57304"/>
        <c:crosses val="autoZero"/>
        <c:auto val="0"/>
        <c:lblOffset val="100"/>
        <c:baseTimeUnit val="days"/>
        <c:majorUnit val="1"/>
        <c:majorTimeUnit val="months"/>
      </c:dateAx>
      <c:valAx>
        <c:axId val="512857304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55736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53024832230280561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Ariel Sujarchuk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9614450703957556E-2"/>
          <c:y val="0.19394095350505128"/>
          <c:w val="0.92927925174599513"/>
          <c:h val="0.70698091719367573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Imágenes!$M$143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6135-4378-B6D6-88B550FA3DB9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Imágenes!$N$142:$R$142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Imágenes!$N$143:$R$143</c:f>
              <c:numCache>
                <c:formatCode>0%</c:formatCode>
                <c:ptCount val="5"/>
                <c:pt idx="0">
                  <c:v>0.13114382687782924</c:v>
                </c:pt>
                <c:pt idx="1">
                  <c:v>9.3424009804220082E-2</c:v>
                </c:pt>
                <c:pt idx="2">
                  <c:v>0.12285906003152348</c:v>
                </c:pt>
                <c:pt idx="3">
                  <c:v>0.16</c:v>
                </c:pt>
                <c:pt idx="4">
                  <c:v>0.16675561999535388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B0A1-4940-853F-4E0A918C6A6D}"/>
            </c:ext>
          </c:extLst>
        </c:ser>
        <c:ser>
          <c:idx val="1"/>
          <c:order val="1"/>
          <c:tx>
            <c:strRef>
              <c:f>Imágenes!$M$144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19E7-4555-9BBB-94DA6D95D37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B0A1-4940-853F-4E0A918C6A6D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0A1-4940-853F-4E0A918C6A6D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Imágenes!$N$142:$R$142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Imágenes!$N$144:$R$144</c:f>
              <c:numCache>
                <c:formatCode>0%</c:formatCode>
                <c:ptCount val="5"/>
                <c:pt idx="0">
                  <c:v>0.14953628978422889</c:v>
                </c:pt>
                <c:pt idx="1">
                  <c:v>0.1368896794855079</c:v>
                </c:pt>
                <c:pt idx="2">
                  <c:v>0.14000000000000001</c:v>
                </c:pt>
                <c:pt idx="3">
                  <c:v>0.1206091399481273</c:v>
                </c:pt>
                <c:pt idx="4">
                  <c:v>0.18977056630016131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B0A1-4940-853F-4E0A918C6A6D}"/>
            </c:ext>
          </c:extLst>
        </c:ser>
        <c:ser>
          <c:idx val="2"/>
          <c:order val="2"/>
          <c:tx>
            <c:strRef>
              <c:f>Imágenes!$M$145</c:f>
              <c:strCache>
                <c:ptCount val="1"/>
                <c:pt idx="0">
                  <c:v>Opinadores</c:v>
                </c:pt>
              </c:strCache>
            </c:strRef>
          </c:tx>
          <c:spPr>
            <a:ln w="57150" cap="rnd">
              <a:solidFill>
                <a:srgbClr val="FF9999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9999"/>
              </a:solidFill>
              <a:ln w="66675">
                <a:solidFill>
                  <a:srgbClr val="FF9999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FF9999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Imágenes!$N$142:$R$142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Imágenes!$N$145:$R$145</c:f>
              <c:numCache>
                <c:formatCode>0%</c:formatCode>
                <c:ptCount val="5"/>
                <c:pt idx="0">
                  <c:v>0.28068011666205817</c:v>
                </c:pt>
                <c:pt idx="1">
                  <c:v>0.23031368928972798</c:v>
                </c:pt>
                <c:pt idx="2">
                  <c:v>0.26285906003152348</c:v>
                </c:pt>
                <c:pt idx="3">
                  <c:v>0.28060913994812731</c:v>
                </c:pt>
                <c:pt idx="4">
                  <c:v>0.35652618629551519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B0A1-4940-853F-4E0A918C6A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52600"/>
        <c:axId val="512859656"/>
      </c:lineChart>
      <c:dateAx>
        <c:axId val="51285260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59656"/>
        <c:crosses val="autoZero"/>
        <c:auto val="0"/>
        <c:lblOffset val="100"/>
        <c:baseTimeUnit val="days"/>
        <c:majorUnit val="1"/>
        <c:majorTimeUnit val="months"/>
      </c:dateAx>
      <c:valAx>
        <c:axId val="512859656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52600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54113104209942497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b="1" dirty="0"/>
              <a:t>Jorge </a:t>
            </a:r>
            <a:r>
              <a:rPr lang="es-ES" b="1" dirty="0" err="1"/>
              <a:t>Ferraresi</a:t>
            </a:r>
            <a:endParaRPr lang="es-ES" b="1" dirty="0"/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9614450703957556E-2"/>
          <c:y val="0.19394095350505128"/>
          <c:w val="0.9430491332616201"/>
          <c:h val="0.70698091719367573"/>
        </c:manualLayout>
      </c:layout>
      <c:lineChart>
        <c:grouping val="standard"/>
        <c:varyColors val="0"/>
        <c:ser>
          <c:idx val="0"/>
          <c:order val="0"/>
          <c:tx>
            <c:strRef>
              <c:f>Imágenes!$M$159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dLbl>
              <c:idx val="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1637-4D52-99D1-3880A2C839A5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8476-4CA8-A78B-01F3662F980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Imágenes!$N$158:$R$158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Imágenes!$N$159:$R$159</c:f>
              <c:numCache>
                <c:formatCode>0%</c:formatCode>
                <c:ptCount val="5"/>
                <c:pt idx="0">
                  <c:v>0.18777333691950299</c:v>
                </c:pt>
                <c:pt idx="1">
                  <c:v>0.23285606804937986</c:v>
                </c:pt>
                <c:pt idx="2">
                  <c:v>0.21038889926128951</c:v>
                </c:pt>
                <c:pt idx="3">
                  <c:v>0.26964510749257381</c:v>
                </c:pt>
                <c:pt idx="4">
                  <c:v>0.22970161226541513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5-8476-4CA8-A78B-01F3662F9801}"/>
            </c:ext>
          </c:extLst>
        </c:ser>
        <c:ser>
          <c:idx val="1"/>
          <c:order val="1"/>
          <c:tx>
            <c:strRef>
              <c:f>Imágenes!$M$160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1637-4D52-99D1-3880A2C839A5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9-8476-4CA8-A78B-01F3662F9801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8476-4CA8-A78B-01F3662F9801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Imágenes!$N$158:$R$158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Imágenes!$N$160:$R$160</c:f>
              <c:numCache>
                <c:formatCode>0%</c:formatCode>
                <c:ptCount val="5"/>
                <c:pt idx="0">
                  <c:v>0.32973663357692456</c:v>
                </c:pt>
                <c:pt idx="1">
                  <c:v>0.25218068850657333</c:v>
                </c:pt>
                <c:pt idx="2">
                  <c:v>0.28181777558835663</c:v>
                </c:pt>
                <c:pt idx="3">
                  <c:v>0.3</c:v>
                </c:pt>
                <c:pt idx="4">
                  <c:v>0.36007381764355839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B-8476-4CA8-A78B-01F3662F9801}"/>
            </c:ext>
          </c:extLst>
        </c:ser>
        <c:ser>
          <c:idx val="2"/>
          <c:order val="2"/>
          <c:tx>
            <c:strRef>
              <c:f>Imágenes!$M$161</c:f>
              <c:strCache>
                <c:ptCount val="1"/>
                <c:pt idx="0">
                  <c:v>Opinadores</c:v>
                </c:pt>
              </c:strCache>
            </c:strRef>
          </c:tx>
          <c:spPr>
            <a:ln w="57150" cap="rnd">
              <a:solidFill>
                <a:srgbClr val="FF9999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9999"/>
              </a:solidFill>
              <a:ln w="66675">
                <a:solidFill>
                  <a:srgbClr val="FF9999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FF9999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Imágenes!$N$158:$R$158</c:f>
              <c:numCache>
                <c:formatCode>mmm\-yy</c:formatCode>
                <c:ptCount val="5"/>
                <c:pt idx="0">
                  <c:v>45413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Imágenes!$N$161:$R$161</c:f>
              <c:numCache>
                <c:formatCode>0%</c:formatCode>
                <c:ptCount val="5"/>
                <c:pt idx="0">
                  <c:v>0.51750997049642755</c:v>
                </c:pt>
                <c:pt idx="1">
                  <c:v>0.48</c:v>
                </c:pt>
                <c:pt idx="2">
                  <c:v>0.49220667484964614</c:v>
                </c:pt>
                <c:pt idx="3">
                  <c:v>0.5696451074925738</c:v>
                </c:pt>
                <c:pt idx="4">
                  <c:v>0.58977542990897347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C-8476-4CA8-A78B-01F3662F98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512849464"/>
        <c:axId val="512851816"/>
      </c:lineChart>
      <c:dateAx>
        <c:axId val="51284946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512851816"/>
        <c:crosses val="autoZero"/>
        <c:auto val="0"/>
        <c:lblOffset val="100"/>
        <c:baseTimeUnit val="days"/>
        <c:majorUnit val="1"/>
        <c:majorTimeUnit val="months"/>
      </c:dateAx>
      <c:valAx>
        <c:axId val="512851816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512849464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1.6983245960996303E-3"/>
          <c:y val="7.768286653636064E-2"/>
          <c:w val="0.58413189228746554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810726325313694E-2"/>
          <c:y val="0.19311382351429671"/>
          <c:w val="0.9730446685522145"/>
          <c:h val="0.57870684946720052"/>
        </c:manualLayout>
      </c:layout>
      <c:lineChart>
        <c:grouping val="standard"/>
        <c:varyColors val="0"/>
        <c:ser>
          <c:idx val="0"/>
          <c:order val="0"/>
          <c:tx>
            <c:strRef>
              <c:f>'lineas IMG int'!$B$51</c:f>
              <c:strCache>
                <c:ptCount val="1"/>
                <c:pt idx="0">
                  <c:v>Federico Achaval, Intendente de Pilar</c:v>
                </c:pt>
              </c:strCache>
            </c:strRef>
          </c:tx>
          <c:spPr>
            <a:ln w="63500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cat>
            <c:strRef>
              <c:f>'lineas IMG int'!$C$50:$BE$50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IMG int'!$C$51:$BE$51</c:f>
              <c:numCache>
                <c:formatCode>General</c:formatCode>
                <c:ptCount val="55"/>
                <c:pt idx="0" formatCode="0%">
                  <c:v>0.39397327759767908</c:v>
                </c:pt>
                <c:pt idx="2" formatCode="0%">
                  <c:v>0.44331114624087586</c:v>
                </c:pt>
                <c:pt idx="3" formatCode="0%">
                  <c:v>0.28952747493956055</c:v>
                </c:pt>
                <c:pt idx="5" formatCode="0%">
                  <c:v>0.42080437443471796</c:v>
                </c:pt>
                <c:pt idx="6" formatCode="0%">
                  <c:v>0.42370031348230858</c:v>
                </c:pt>
                <c:pt idx="7" formatCode="0%">
                  <c:v>0.31055517383509301</c:v>
                </c:pt>
                <c:pt idx="8" formatCode="0%">
                  <c:v>0.32247337993036795</c:v>
                </c:pt>
                <c:pt idx="10" formatCode="0%">
                  <c:v>0.41624637392927821</c:v>
                </c:pt>
                <c:pt idx="11" formatCode="0%">
                  <c:v>0.307512099976258</c:v>
                </c:pt>
                <c:pt idx="12" formatCode="0%">
                  <c:v>0.39554053955518731</c:v>
                </c:pt>
                <c:pt idx="14" formatCode="0%">
                  <c:v>0.41598276744730689</c:v>
                </c:pt>
                <c:pt idx="15" formatCode="0%">
                  <c:v>0.40518460722335442</c:v>
                </c:pt>
                <c:pt idx="16" formatCode="0%">
                  <c:v>0.28412636731494728</c:v>
                </c:pt>
                <c:pt idx="17" formatCode="0%">
                  <c:v>0.3266228137412579</c:v>
                </c:pt>
                <c:pt idx="19" formatCode="0%">
                  <c:v>0.38634630530600356</c:v>
                </c:pt>
                <c:pt idx="20" formatCode="0%">
                  <c:v>0.34144118701160076</c:v>
                </c:pt>
                <c:pt idx="22" formatCode="0%">
                  <c:v>0.36061486326193204</c:v>
                </c:pt>
                <c:pt idx="23" formatCode="0%">
                  <c:v>0.32561936732777574</c:v>
                </c:pt>
                <c:pt idx="24" formatCode="0%">
                  <c:v>0.48963888446187492</c:v>
                </c:pt>
                <c:pt idx="25" formatCode="0%">
                  <c:v>0.31471784357292942</c:v>
                </c:pt>
                <c:pt idx="27" formatCode="0%">
                  <c:v>0.42775198674883824</c:v>
                </c:pt>
                <c:pt idx="28" formatCode="0%">
                  <c:v>0.24942874482781532</c:v>
                </c:pt>
                <c:pt idx="29" formatCode="0%">
                  <c:v>0.36208635030132208</c:v>
                </c:pt>
                <c:pt idx="31" formatCode="0%">
                  <c:v>0.44380929755492449</c:v>
                </c:pt>
                <c:pt idx="32" formatCode="0%">
                  <c:v>0.53168991619973327</c:v>
                </c:pt>
                <c:pt idx="33" formatCode="0%">
                  <c:v>0.35327917188324548</c:v>
                </c:pt>
                <c:pt idx="34" formatCode="0%">
                  <c:v>0.24812193027574192</c:v>
                </c:pt>
                <c:pt idx="35" formatCode="0%">
                  <c:v>5.1789771043607664E-2</c:v>
                </c:pt>
                <c:pt idx="36" formatCode="0%">
                  <c:v>0.22720327243270877</c:v>
                </c:pt>
                <c:pt idx="38" formatCode="0%">
                  <c:v>0.31594056681335869</c:v>
                </c:pt>
                <c:pt idx="39" formatCode="0%">
                  <c:v>0.47214756072368613</c:v>
                </c:pt>
                <c:pt idx="40" formatCode="0%">
                  <c:v>0.33339469976903796</c:v>
                </c:pt>
                <c:pt idx="41" formatCode="0%">
                  <c:v>0.28604367876572623</c:v>
                </c:pt>
                <c:pt idx="43" formatCode="0%">
                  <c:v>0.2850739889122772</c:v>
                </c:pt>
                <c:pt idx="44" formatCode="0%">
                  <c:v>0.48053922714514774</c:v>
                </c:pt>
                <c:pt idx="46" formatCode="0%">
                  <c:v>0.44433693548421227</c:v>
                </c:pt>
                <c:pt idx="47" formatCode="0%">
                  <c:v>0.17318389761203534</c:v>
                </c:pt>
                <c:pt idx="48" formatCode="0%">
                  <c:v>0.42746802314049198</c:v>
                </c:pt>
                <c:pt idx="49" formatCode="0%">
                  <c:v>0.38773975317014875</c:v>
                </c:pt>
                <c:pt idx="51" formatCode="0%">
                  <c:v>0.4542538774501379</c:v>
                </c:pt>
                <c:pt idx="52" formatCode="0%">
                  <c:v>0.44143555943579427</c:v>
                </c:pt>
                <c:pt idx="53" formatCode="0%">
                  <c:v>0.15693078812083289</c:v>
                </c:pt>
                <c:pt idx="54" formatCode="0%">
                  <c:v>0.37135225538477223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FBC2-41E1-8BF4-354A622DB322}"/>
            </c:ext>
          </c:extLst>
        </c:ser>
        <c:ser>
          <c:idx val="1"/>
          <c:order val="1"/>
          <c:tx>
            <c:strRef>
              <c:f>'lineas IMG int'!$B$52</c:f>
              <c:strCache>
                <c:ptCount val="1"/>
                <c:pt idx="0">
                  <c:v>Leo Nardini, Intendente de Malvinas Argentinas</c:v>
                </c:pt>
              </c:strCache>
            </c:strRef>
          </c:tx>
          <c:spPr>
            <a:ln w="6350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'lineas IMG int'!$C$50:$BE$50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IMG int'!$C$52:$BE$52</c:f>
              <c:numCache>
                <c:formatCode>General</c:formatCode>
                <c:ptCount val="55"/>
                <c:pt idx="0" formatCode="0%">
                  <c:v>0.38428567745000147</c:v>
                </c:pt>
                <c:pt idx="2" formatCode="0%">
                  <c:v>0.45128061761364135</c:v>
                </c:pt>
                <c:pt idx="3" formatCode="0%">
                  <c:v>0.33954051574292177</c:v>
                </c:pt>
                <c:pt idx="5" formatCode="0%">
                  <c:v>0.59664751207306677</c:v>
                </c:pt>
                <c:pt idx="6" formatCode="0%">
                  <c:v>0.45140288462792388</c:v>
                </c:pt>
                <c:pt idx="7" formatCode="0%">
                  <c:v>0.31795142225921047</c:v>
                </c:pt>
                <c:pt idx="8" formatCode="0%">
                  <c:v>0.24278215728610225</c:v>
                </c:pt>
                <c:pt idx="10" formatCode="0%">
                  <c:v>0.39755051900421101</c:v>
                </c:pt>
                <c:pt idx="11" formatCode="0%">
                  <c:v>0.39817685980274437</c:v>
                </c:pt>
                <c:pt idx="12" formatCode="0%">
                  <c:v>0.3960397442275248</c:v>
                </c:pt>
                <c:pt idx="14" formatCode="0%">
                  <c:v>0.38608225035886767</c:v>
                </c:pt>
                <c:pt idx="15" formatCode="0%">
                  <c:v>0.43461608314938271</c:v>
                </c:pt>
                <c:pt idx="16" formatCode="0%">
                  <c:v>0.37984778760659565</c:v>
                </c:pt>
                <c:pt idx="17" formatCode="0%">
                  <c:v>0.23377499918467753</c:v>
                </c:pt>
                <c:pt idx="19" formatCode="0%">
                  <c:v>0.47231363668914633</c:v>
                </c:pt>
                <c:pt idx="20" formatCode="0%">
                  <c:v>0.28874167601390954</c:v>
                </c:pt>
                <c:pt idx="22" formatCode="0%">
                  <c:v>0.5273344501266799</c:v>
                </c:pt>
                <c:pt idx="23" formatCode="0%">
                  <c:v>0.47031558713969696</c:v>
                </c:pt>
                <c:pt idx="24" formatCode="0%">
                  <c:v>0.29905793812633075</c:v>
                </c:pt>
                <c:pt idx="25" formatCode="0%">
                  <c:v>0.2950757622318545</c:v>
                </c:pt>
                <c:pt idx="27" formatCode="0%">
                  <c:v>0.5097461320514256</c:v>
                </c:pt>
                <c:pt idx="28" formatCode="0%">
                  <c:v>0.30590626910719582</c:v>
                </c:pt>
                <c:pt idx="29" formatCode="0%">
                  <c:v>0.31696437684366346</c:v>
                </c:pt>
                <c:pt idx="31" formatCode="0%">
                  <c:v>0.4519847870247643</c:v>
                </c:pt>
                <c:pt idx="32" formatCode="0%">
                  <c:v>0.5206276416819442</c:v>
                </c:pt>
                <c:pt idx="33" formatCode="0%">
                  <c:v>0.37707077465019789</c:v>
                </c:pt>
                <c:pt idx="34" formatCode="0%">
                  <c:v>0.21442584489413424</c:v>
                </c:pt>
                <c:pt idx="35" formatCode="0%">
                  <c:v>0.45707572667993468</c:v>
                </c:pt>
                <c:pt idx="36" formatCode="0%">
                  <c:v>0.32705962877255934</c:v>
                </c:pt>
                <c:pt idx="38" formatCode="0%">
                  <c:v>0.24429492879327358</c:v>
                </c:pt>
                <c:pt idx="39" formatCode="0%">
                  <c:v>0.48499436070184465</c:v>
                </c:pt>
                <c:pt idx="40" formatCode="0%">
                  <c:v>0.39058276042645484</c:v>
                </c:pt>
                <c:pt idx="41" formatCode="0%">
                  <c:v>0.42841071290008659</c:v>
                </c:pt>
                <c:pt idx="43" formatCode="0%">
                  <c:v>0.36024544130021263</c:v>
                </c:pt>
                <c:pt idx="44" formatCode="0%">
                  <c:v>0.48763386592015573</c:v>
                </c:pt>
                <c:pt idx="46" formatCode="0%">
                  <c:v>0.46651939020782673</c:v>
                </c:pt>
                <c:pt idx="47" formatCode="0%">
                  <c:v>0.27996542566482407</c:v>
                </c:pt>
                <c:pt idx="48" formatCode="0%">
                  <c:v>0.50641477629925236</c:v>
                </c:pt>
                <c:pt idx="49" formatCode="0%">
                  <c:v>0.35061216598129741</c:v>
                </c:pt>
                <c:pt idx="51" formatCode="0%">
                  <c:v>0.4594389031604586</c:v>
                </c:pt>
                <c:pt idx="52" formatCode="0%">
                  <c:v>0.37016467974206546</c:v>
                </c:pt>
                <c:pt idx="53" formatCode="0%">
                  <c:v>0.37330626443786258</c:v>
                </c:pt>
                <c:pt idx="54" formatCode="0%">
                  <c:v>0.40581394368630452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FBC2-41E1-8BF4-354A622DB322}"/>
            </c:ext>
          </c:extLst>
        </c:ser>
        <c:ser>
          <c:idx val="4"/>
          <c:order val="2"/>
          <c:tx>
            <c:strRef>
              <c:f>'lineas IMG int'!$B$53</c:f>
              <c:strCache>
                <c:ptCount val="1"/>
                <c:pt idx="0">
                  <c:v>Ariel Sujarchuk, Intendente de Escobar</c:v>
                </c:pt>
              </c:strCache>
            </c:strRef>
          </c:tx>
          <c:spPr>
            <a:ln w="6350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'lineas IMG int'!$C$50:$BE$50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IMG int'!$C$53:$BE$53</c:f>
              <c:numCache>
                <c:formatCode>General</c:formatCode>
                <c:ptCount val="55"/>
                <c:pt idx="0" formatCode="0%">
                  <c:v>0.35652618629551525</c:v>
                </c:pt>
                <c:pt idx="2" formatCode="0%">
                  <c:v>0.40548714775985345</c:v>
                </c:pt>
                <c:pt idx="3" formatCode="0%">
                  <c:v>0.30343086135319114</c:v>
                </c:pt>
                <c:pt idx="5" formatCode="0%">
                  <c:v>0.33327490606244314</c:v>
                </c:pt>
                <c:pt idx="6" formatCode="0%">
                  <c:v>0.42976408272414179</c:v>
                </c:pt>
                <c:pt idx="7" formatCode="0%">
                  <c:v>0.33971400145244623</c:v>
                </c:pt>
                <c:pt idx="8" formatCode="0%">
                  <c:v>0.3211833919447058</c:v>
                </c:pt>
                <c:pt idx="10" formatCode="0%">
                  <c:v>0.42211783301526751</c:v>
                </c:pt>
                <c:pt idx="11" formatCode="0%">
                  <c:v>0.31662888693545144</c:v>
                </c:pt>
                <c:pt idx="12" formatCode="0%">
                  <c:v>0.3500109536267999</c:v>
                </c:pt>
                <c:pt idx="14" formatCode="0%">
                  <c:v>0.37871057449076606</c:v>
                </c:pt>
                <c:pt idx="15" formatCode="0%">
                  <c:v>0.38815384020711835</c:v>
                </c:pt>
                <c:pt idx="16" formatCode="0%">
                  <c:v>0.31897542151964209</c:v>
                </c:pt>
                <c:pt idx="17" formatCode="0%">
                  <c:v>0.19847511402198051</c:v>
                </c:pt>
                <c:pt idx="19" formatCode="0%">
                  <c:v>0.38289354838133915</c:v>
                </c:pt>
                <c:pt idx="20" formatCode="0%">
                  <c:v>0.31942033170222162</c:v>
                </c:pt>
                <c:pt idx="22" formatCode="0%">
                  <c:v>0.46786040201683926</c:v>
                </c:pt>
                <c:pt idx="23" formatCode="0%">
                  <c:v>0.39107734822023876</c:v>
                </c:pt>
                <c:pt idx="24" formatCode="0%">
                  <c:v>0.3727494826719569</c:v>
                </c:pt>
                <c:pt idx="25" formatCode="0%">
                  <c:v>0.29209735359076483</c:v>
                </c:pt>
                <c:pt idx="27" formatCode="0%">
                  <c:v>0.40802954551828702</c:v>
                </c:pt>
                <c:pt idx="28" formatCode="0%">
                  <c:v>0.32133337478505769</c:v>
                </c:pt>
                <c:pt idx="29" formatCode="0%">
                  <c:v>0.34890007044185511</c:v>
                </c:pt>
                <c:pt idx="31" formatCode="0%">
                  <c:v>0.47270628362296413</c:v>
                </c:pt>
                <c:pt idx="32" formatCode="0%">
                  <c:v>0.41780707615528229</c:v>
                </c:pt>
                <c:pt idx="33" formatCode="0%">
                  <c:v>0.31259266215264764</c:v>
                </c:pt>
                <c:pt idx="34" formatCode="0%">
                  <c:v>0.13839871350836033</c:v>
                </c:pt>
                <c:pt idx="35" formatCode="0%">
                  <c:v>0.39313767019748525</c:v>
                </c:pt>
                <c:pt idx="36" formatCode="0%">
                  <c:v>0.24526897148621274</c:v>
                </c:pt>
                <c:pt idx="38" formatCode="0%">
                  <c:v>0.21670743028174622</c:v>
                </c:pt>
                <c:pt idx="39" formatCode="0%">
                  <c:v>0.42755901963441079</c:v>
                </c:pt>
                <c:pt idx="40" formatCode="0%">
                  <c:v>0.34324901080908199</c:v>
                </c:pt>
                <c:pt idx="41" formatCode="0%">
                  <c:v>0.42784097799816745</c:v>
                </c:pt>
                <c:pt idx="43" formatCode="0%">
                  <c:v>0.36971533383916966</c:v>
                </c:pt>
                <c:pt idx="44" formatCode="0%">
                  <c:v>0.40166251115297064</c:v>
                </c:pt>
                <c:pt idx="46" formatCode="0%">
                  <c:v>0.44969947048476733</c:v>
                </c:pt>
                <c:pt idx="47" formatCode="0%">
                  <c:v>0.26924633974539125</c:v>
                </c:pt>
                <c:pt idx="48" formatCode="0%">
                  <c:v>0.39508435865847741</c:v>
                </c:pt>
                <c:pt idx="49" formatCode="0%">
                  <c:v>0.34248504320216278</c:v>
                </c:pt>
                <c:pt idx="51" formatCode="0%">
                  <c:v>0.34726570442344856</c:v>
                </c:pt>
                <c:pt idx="52" formatCode="0%">
                  <c:v>0.39701258471371198</c:v>
                </c:pt>
                <c:pt idx="53" formatCode="0%">
                  <c:v>0.29877869938540325</c:v>
                </c:pt>
                <c:pt idx="54" formatCode="0%">
                  <c:v>0.3682935980454099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FBC2-41E1-8BF4-354A622DB322}"/>
            </c:ext>
          </c:extLst>
        </c:ser>
        <c:ser>
          <c:idx val="8"/>
          <c:order val="3"/>
          <c:tx>
            <c:strRef>
              <c:f>'lineas IMG int'!$B$54</c:f>
              <c:strCache>
                <c:ptCount val="1"/>
                <c:pt idx="0">
                  <c:v>Jorge Ferraresi, Intendente de Avellaneda</c:v>
                </c:pt>
              </c:strCache>
            </c:strRef>
          </c:tx>
          <c:spPr>
            <a:ln w="63500" cap="rnd">
              <a:solidFill>
                <a:schemeClr val="bg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bg2"/>
              </a:solidFill>
              <a:ln w="9525">
                <a:solidFill>
                  <a:schemeClr val="bg2"/>
                </a:solidFill>
              </a:ln>
              <a:effectLst/>
            </c:spPr>
          </c:marker>
          <c:cat>
            <c:strRef>
              <c:f>'lineas IMG int'!$C$50:$BE$50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IMG int'!$C$54:$BE$54</c:f>
              <c:numCache>
                <c:formatCode>General</c:formatCode>
                <c:ptCount val="55"/>
                <c:pt idx="0" formatCode="0%">
                  <c:v>0.58977542990897347</c:v>
                </c:pt>
                <c:pt idx="2" formatCode="0%">
                  <c:v>0.58872073746704412</c:v>
                </c:pt>
                <c:pt idx="3" formatCode="0%">
                  <c:v>0.59089720073623586</c:v>
                </c:pt>
                <c:pt idx="5" formatCode="0%">
                  <c:v>0.49421806797035495</c:v>
                </c:pt>
                <c:pt idx="6" formatCode="0%">
                  <c:v>0.62820759710340934</c:v>
                </c:pt>
                <c:pt idx="7" formatCode="0%">
                  <c:v>0.64733265517737926</c:v>
                </c:pt>
                <c:pt idx="8" formatCode="0%">
                  <c:v>0.57545053328263351</c:v>
                </c:pt>
                <c:pt idx="10" formatCode="0%">
                  <c:v>0.59599143448928671</c:v>
                </c:pt>
                <c:pt idx="11" formatCode="0%">
                  <c:v>0.61738395623605224</c:v>
                </c:pt>
                <c:pt idx="12" formatCode="0%">
                  <c:v>0.55553914232148927</c:v>
                </c:pt>
                <c:pt idx="14" formatCode="0%">
                  <c:v>0.58845756352621914</c:v>
                </c:pt>
                <c:pt idx="15" formatCode="0%">
                  <c:v>0.54038928480857096</c:v>
                </c:pt>
                <c:pt idx="16" formatCode="0%">
                  <c:v>0.69219763345953189</c:v>
                </c:pt>
                <c:pt idx="17" formatCode="0%">
                  <c:v>0.36256397166981802</c:v>
                </c:pt>
                <c:pt idx="19" formatCode="0%">
                  <c:v>0.58119449541804979</c:v>
                </c:pt>
                <c:pt idx="20" formatCode="0%">
                  <c:v>0.60203425948776346</c:v>
                </c:pt>
                <c:pt idx="22" formatCode="0%">
                  <c:v>0.65219956430620507</c:v>
                </c:pt>
                <c:pt idx="23" formatCode="0%">
                  <c:v>0.54501816913962831</c:v>
                </c:pt>
                <c:pt idx="24" formatCode="0%">
                  <c:v>0.66319194239871226</c:v>
                </c:pt>
                <c:pt idx="25" formatCode="0%">
                  <c:v>0.56395893190301249</c:v>
                </c:pt>
                <c:pt idx="27" formatCode="0%">
                  <c:v>0.47674021098598113</c:v>
                </c:pt>
                <c:pt idx="28" formatCode="0%">
                  <c:v>0.62830958385867763</c:v>
                </c:pt>
                <c:pt idx="29" formatCode="0%">
                  <c:v>0.68379423862410194</c:v>
                </c:pt>
                <c:pt idx="31" formatCode="0%">
                  <c:v>0.57793116739830064</c:v>
                </c:pt>
                <c:pt idx="32" formatCode="0%">
                  <c:v>0.6273902558404838</c:v>
                </c:pt>
                <c:pt idx="33" formatCode="0%">
                  <c:v>0.54857948271759105</c:v>
                </c:pt>
                <c:pt idx="34" formatCode="0%">
                  <c:v>0.7618309184054145</c:v>
                </c:pt>
                <c:pt idx="35" formatCode="0%">
                  <c:v>0.57637474020870305</c:v>
                </c:pt>
                <c:pt idx="36" formatCode="0%">
                  <c:v>0.55098889705463783</c:v>
                </c:pt>
                <c:pt idx="38" formatCode="0%">
                  <c:v>0.5266924756208835</c:v>
                </c:pt>
                <c:pt idx="39" formatCode="0%">
                  <c:v>0.61522056688057658</c:v>
                </c:pt>
                <c:pt idx="40" formatCode="0%">
                  <c:v>0.56278711196498121</c:v>
                </c:pt>
                <c:pt idx="41" formatCode="0%">
                  <c:v>0.81279534896510441</c:v>
                </c:pt>
                <c:pt idx="43" formatCode="0%">
                  <c:v>0.70047476010951892</c:v>
                </c:pt>
                <c:pt idx="44" formatCode="0%">
                  <c:v>0.57389767927756463</c:v>
                </c:pt>
                <c:pt idx="46" formatCode="0%">
                  <c:v>0.64571684633619331</c:v>
                </c:pt>
                <c:pt idx="47" formatCode="0%">
                  <c:v>0.65987894296947358</c:v>
                </c:pt>
                <c:pt idx="48" formatCode="0%">
                  <c:v>0.48842656929952383</c:v>
                </c:pt>
                <c:pt idx="49" formatCode="0%">
                  <c:v>0.57086402606239195</c:v>
                </c:pt>
                <c:pt idx="51" formatCode="0%">
                  <c:v>0.63252691151842</c:v>
                </c:pt>
                <c:pt idx="52" formatCode="0%">
                  <c:v>0.52201903270914762</c:v>
                </c:pt>
                <c:pt idx="53" formatCode="0%">
                  <c:v>0.427625622797564</c:v>
                </c:pt>
                <c:pt idx="54" formatCode="0%">
                  <c:v>0.66314518596124805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3-FBC2-41E1-8BF4-354A622DB322}"/>
            </c:ext>
          </c:extLst>
        </c:ser>
        <c:ser>
          <c:idx val="9"/>
          <c:order val="4"/>
          <c:tx>
            <c:strRef>
              <c:f>'lineas IMG int'!$B$55</c:f>
              <c:strCache>
                <c:ptCount val="1"/>
                <c:pt idx="0">
                  <c:v>Mayra Mendoza, Intendenta de Quilmes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'lineas IMG int'!$C$50:$BE$50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IMG int'!$C$55:$BE$55</c:f>
              <c:numCache>
                <c:formatCode>General</c:formatCode>
                <c:ptCount val="55"/>
                <c:pt idx="0" formatCode="0%">
                  <c:v>0.79491409953763537</c:v>
                </c:pt>
                <c:pt idx="2" formatCode="0%">
                  <c:v>0.78643431787736473</c:v>
                </c:pt>
                <c:pt idx="3" formatCode="0%">
                  <c:v>0.80396137331629469</c:v>
                </c:pt>
                <c:pt idx="5" formatCode="0%">
                  <c:v>0.83429767254876075</c:v>
                </c:pt>
                <c:pt idx="6" formatCode="0%">
                  <c:v>0.83364396547681008</c:v>
                </c:pt>
                <c:pt idx="7" formatCode="0%">
                  <c:v>0.77756723200024747</c:v>
                </c:pt>
                <c:pt idx="8" formatCode="0%">
                  <c:v>0.73680915380391843</c:v>
                </c:pt>
                <c:pt idx="10" formatCode="0%">
                  <c:v>0.75177451796628314</c:v>
                </c:pt>
                <c:pt idx="11" formatCode="0%">
                  <c:v>0.7992967353679743</c:v>
                </c:pt>
                <c:pt idx="12" formatCode="0%">
                  <c:v>0.82249104063267864</c:v>
                </c:pt>
                <c:pt idx="14" formatCode="0%">
                  <c:v>0.75360131540619424</c:v>
                </c:pt>
                <c:pt idx="15" formatCode="0%">
                  <c:v>0.82226041244432468</c:v>
                </c:pt>
                <c:pt idx="16" formatCode="0%">
                  <c:v>0.79945700270629938</c:v>
                </c:pt>
                <c:pt idx="17" formatCode="0%">
                  <c:v>0.74049623684205979</c:v>
                </c:pt>
                <c:pt idx="19" formatCode="0%">
                  <c:v>0.83311674849629935</c:v>
                </c:pt>
                <c:pt idx="20" formatCode="0%">
                  <c:v>0.74124804588131221</c:v>
                </c:pt>
                <c:pt idx="22" formatCode="0%">
                  <c:v>0.81258545667170634</c:v>
                </c:pt>
                <c:pt idx="23" formatCode="0%">
                  <c:v>0.88738160728481286</c:v>
                </c:pt>
                <c:pt idx="24" formatCode="0%">
                  <c:v>0.79508531328216181</c:v>
                </c:pt>
                <c:pt idx="25" formatCode="0%">
                  <c:v>0.72266800729974667</c:v>
                </c:pt>
                <c:pt idx="27" formatCode="0%">
                  <c:v>0.75014790680637944</c:v>
                </c:pt>
                <c:pt idx="28" formatCode="0%">
                  <c:v>0.80599486005764875</c:v>
                </c:pt>
                <c:pt idx="29" formatCode="0%">
                  <c:v>0.83018422048728779</c:v>
                </c:pt>
                <c:pt idx="31" formatCode="0%">
                  <c:v>0.75817284953609432</c:v>
                </c:pt>
                <c:pt idx="32" formatCode="0%">
                  <c:v>0.87777199769434011</c:v>
                </c:pt>
                <c:pt idx="33" formatCode="0%">
                  <c:v>0.69645317331466516</c:v>
                </c:pt>
                <c:pt idx="34" formatCode="0%">
                  <c:v>0.9687008525773313</c:v>
                </c:pt>
                <c:pt idx="35" formatCode="0%">
                  <c:v>0.58821902818752902</c:v>
                </c:pt>
                <c:pt idx="36" formatCode="0%">
                  <c:v>0.86823645741810918</c:v>
                </c:pt>
                <c:pt idx="38" formatCode="0%">
                  <c:v>0.76238315448267735</c:v>
                </c:pt>
                <c:pt idx="39" formatCode="0%">
                  <c:v>0.79018786885216108</c:v>
                </c:pt>
                <c:pt idx="40" formatCode="0%">
                  <c:v>0.83574378934764271</c:v>
                </c:pt>
                <c:pt idx="41" formatCode="0%">
                  <c:v>0.93277363189999885</c:v>
                </c:pt>
                <c:pt idx="43" formatCode="0%">
                  <c:v>0.88699313871802343</c:v>
                </c:pt>
                <c:pt idx="44" formatCode="0%">
                  <c:v>0.76874608323946958</c:v>
                </c:pt>
                <c:pt idx="46" formatCode="0%">
                  <c:v>0.89789100918558284</c:v>
                </c:pt>
                <c:pt idx="47" formatCode="0%">
                  <c:v>0.8271523947906273</c:v>
                </c:pt>
                <c:pt idx="48" formatCode="0%">
                  <c:v>0.74415055450749068</c:v>
                </c:pt>
                <c:pt idx="49" formatCode="0%">
                  <c:v>0.71003930997917786</c:v>
                </c:pt>
                <c:pt idx="51" formatCode="0%">
                  <c:v>0.81082784662933438</c:v>
                </c:pt>
                <c:pt idx="52" formatCode="0%">
                  <c:v>0.63454418722889883</c:v>
                </c:pt>
                <c:pt idx="53" formatCode="0%">
                  <c:v>0.80674706745857416</c:v>
                </c:pt>
                <c:pt idx="54" formatCode="0%">
                  <c:v>0.8787761127574093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4-FBC2-41E1-8BF4-354A622DB322}"/>
            </c:ext>
          </c:extLst>
        </c:ser>
        <c:ser>
          <c:idx val="10"/>
          <c:order val="5"/>
          <c:tx>
            <c:strRef>
              <c:f>'lineas IMG int'!$B$56</c:f>
              <c:strCache>
                <c:ptCount val="1"/>
                <c:pt idx="0">
                  <c:v>Diego Valenzuela, Intendente de Tres de Febrero</c:v>
                </c:pt>
              </c:strCache>
            </c:strRef>
          </c:tx>
          <c:spPr>
            <a:ln w="63500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circle"/>
            <c:size val="15"/>
            <c:spPr>
              <a:solidFill>
                <a:srgbClr val="FFC000"/>
              </a:solidFill>
              <a:ln w="9525">
                <a:noFill/>
              </a:ln>
              <a:effectLst/>
            </c:spPr>
          </c:marker>
          <c:cat>
            <c:strRef>
              <c:f>'lineas IMG int'!$C$50:$BE$50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IMG int'!$C$56:$BE$56</c:f>
              <c:numCache>
                <c:formatCode>General</c:formatCode>
                <c:ptCount val="55"/>
                <c:pt idx="0" formatCode="0%">
                  <c:v>0.60337103572061701</c:v>
                </c:pt>
                <c:pt idx="2" formatCode="0%">
                  <c:v>0.60405095763632621</c:v>
                </c:pt>
                <c:pt idx="3" formatCode="0%">
                  <c:v>0.60264796520071662</c:v>
                </c:pt>
                <c:pt idx="5" formatCode="0%">
                  <c:v>0.59202310891600041</c:v>
                </c:pt>
                <c:pt idx="6" formatCode="0%">
                  <c:v>0.64072695312626349</c:v>
                </c:pt>
                <c:pt idx="7" formatCode="0%">
                  <c:v>0.62800640983567635</c:v>
                </c:pt>
                <c:pt idx="8" formatCode="0%">
                  <c:v>0.54735918358971558</c:v>
                </c:pt>
                <c:pt idx="10" formatCode="0%">
                  <c:v>0.58285962233964161</c:v>
                </c:pt>
                <c:pt idx="11" formatCode="0%">
                  <c:v>0.56431946942324851</c:v>
                </c:pt>
                <c:pt idx="12" formatCode="0%">
                  <c:v>0.66090930361747569</c:v>
                </c:pt>
                <c:pt idx="14" formatCode="0%">
                  <c:v>0.53627898575846289</c:v>
                </c:pt>
                <c:pt idx="15" formatCode="0%">
                  <c:v>0.60506074732966941</c:v>
                </c:pt>
                <c:pt idx="16" formatCode="0%">
                  <c:v>0.65581053044527027</c:v>
                </c:pt>
                <c:pt idx="17" formatCode="0%">
                  <c:v>0.6045285340737786</c:v>
                </c:pt>
                <c:pt idx="19" formatCode="0%">
                  <c:v>0.59062461586285664</c:v>
                </c:pt>
                <c:pt idx="20" formatCode="0%">
                  <c:v>0.62113521014038997</c:v>
                </c:pt>
                <c:pt idx="22" formatCode="0%">
                  <c:v>0.59549513371646956</c:v>
                </c:pt>
                <c:pt idx="23" formatCode="0%">
                  <c:v>0.55703778294481976</c:v>
                </c:pt>
                <c:pt idx="24" formatCode="0%">
                  <c:v>0.67472972142722998</c:v>
                </c:pt>
                <c:pt idx="25" formatCode="0%">
                  <c:v>0.63171435827607481</c:v>
                </c:pt>
                <c:pt idx="27" formatCode="0%">
                  <c:v>0.50135948049426038</c:v>
                </c:pt>
                <c:pt idx="28" formatCode="0%">
                  <c:v>0.60152215021063604</c:v>
                </c:pt>
                <c:pt idx="29" formatCode="0%">
                  <c:v>0.74672057452480789</c:v>
                </c:pt>
                <c:pt idx="31" formatCode="0%">
                  <c:v>0.52733674524241625</c:v>
                </c:pt>
                <c:pt idx="32" formatCode="0%">
                  <c:v>0.54884923421082055</c:v>
                </c:pt>
                <c:pt idx="33" formatCode="0%">
                  <c:v>0.48628968261439021</c:v>
                </c:pt>
                <c:pt idx="34" formatCode="0%">
                  <c:v>0.95490076735896623</c:v>
                </c:pt>
                <c:pt idx="35" formatCode="0%">
                  <c:v>0.53905271156172663</c:v>
                </c:pt>
                <c:pt idx="36" formatCode="0%">
                  <c:v>0.71360986948053395</c:v>
                </c:pt>
                <c:pt idx="38" formatCode="0%">
                  <c:v>0.48552337867992673</c:v>
                </c:pt>
                <c:pt idx="39" formatCode="0%">
                  <c:v>0.57979102560600104</c:v>
                </c:pt>
                <c:pt idx="40" formatCode="0%">
                  <c:v>0.67996637944735072</c:v>
                </c:pt>
                <c:pt idx="41" formatCode="0%">
                  <c:v>0.81093974716552408</c:v>
                </c:pt>
                <c:pt idx="43" formatCode="0%">
                  <c:v>0.75008213089760889</c:v>
                </c:pt>
                <c:pt idx="44" formatCode="0%">
                  <c:v>0.58635726557761125</c:v>
                </c:pt>
                <c:pt idx="46" formatCode="0%">
                  <c:v>0.7557411008096967</c:v>
                </c:pt>
                <c:pt idx="47" formatCode="0%">
                  <c:v>0.70394206121013714</c:v>
                </c:pt>
                <c:pt idx="48" formatCode="0%">
                  <c:v>0.57612555472783011</c:v>
                </c:pt>
                <c:pt idx="49" formatCode="0%">
                  <c:v>0.45698362107471346</c:v>
                </c:pt>
                <c:pt idx="51" formatCode="0%">
                  <c:v>0.43382805689469384</c:v>
                </c:pt>
                <c:pt idx="52" formatCode="0%">
                  <c:v>0.55765189277719684</c:v>
                </c:pt>
                <c:pt idx="53" formatCode="0%">
                  <c:v>0.44433231491057812</c:v>
                </c:pt>
                <c:pt idx="54" formatCode="0%">
                  <c:v>0.72606645010589432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5-FBC2-41E1-8BF4-354A622DB322}"/>
            </c:ext>
          </c:extLst>
        </c:ser>
        <c:ser>
          <c:idx val="2"/>
          <c:order val="6"/>
          <c:tx>
            <c:strRef>
              <c:f>'lineas IMG int'!$B$57</c:f>
              <c:strCache>
                <c:ptCount val="1"/>
                <c:pt idx="0">
                  <c:v>Promedio</c:v>
                </c:pt>
              </c:strCache>
            </c:strRef>
          </c:tx>
          <c:spPr>
            <a:ln w="63500" cap="rnd">
              <a:solidFill>
                <a:schemeClr val="tx1"/>
              </a:solidFill>
              <a:prstDash val="sysDot"/>
              <a:round/>
            </a:ln>
            <a:effectLst/>
          </c:spPr>
          <c:marker>
            <c:symbol val="none"/>
          </c:marker>
          <c:cat>
            <c:strRef>
              <c:f>'lineas IMG int'!$C$50:$BE$50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IMG int'!$C$57:$BE$57</c:f>
              <c:numCache>
                <c:formatCode>General</c:formatCode>
                <c:ptCount val="55"/>
                <c:pt idx="0" formatCode="0%">
                  <c:v>0.5204742844184036</c:v>
                </c:pt>
                <c:pt idx="2" formatCode="0%">
                  <c:v>0.54654748743251769</c:v>
                </c:pt>
                <c:pt idx="3" formatCode="0%">
                  <c:v>0.48833423188148678</c:v>
                </c:pt>
                <c:pt idx="5" formatCode="0%">
                  <c:v>0.54521094033422401</c:v>
                </c:pt>
                <c:pt idx="6" formatCode="0%">
                  <c:v>0.56790763275680956</c:v>
                </c:pt>
                <c:pt idx="7" formatCode="0%">
                  <c:v>0.50352114909334211</c:v>
                </c:pt>
                <c:pt idx="8" formatCode="0%">
                  <c:v>0.45767629997290732</c:v>
                </c:pt>
                <c:pt idx="10" formatCode="0%">
                  <c:v>0.52775671679066138</c:v>
                </c:pt>
                <c:pt idx="11" formatCode="0%">
                  <c:v>0.50055300129028812</c:v>
                </c:pt>
                <c:pt idx="12" formatCode="0%">
                  <c:v>0.53008845399685922</c:v>
                </c:pt>
                <c:pt idx="14" formatCode="0%">
                  <c:v>0.5098522428313027</c:v>
                </c:pt>
                <c:pt idx="15" formatCode="0%">
                  <c:v>0.5326108291937367</c:v>
                </c:pt>
                <c:pt idx="16" formatCode="0%">
                  <c:v>0.52173579050871444</c:v>
                </c:pt>
                <c:pt idx="17" formatCode="0%">
                  <c:v>0.41107694492226204</c:v>
                </c:pt>
                <c:pt idx="19" formatCode="0%">
                  <c:v>0.54108155835894911</c:v>
                </c:pt>
                <c:pt idx="20" formatCode="0%">
                  <c:v>0.48567011837286628</c:v>
                </c:pt>
                <c:pt idx="22" formatCode="0%">
                  <c:v>0.56934831168330524</c:v>
                </c:pt>
                <c:pt idx="23" formatCode="0%">
                  <c:v>0.52940831034282876</c:v>
                </c:pt>
                <c:pt idx="24" formatCode="0%">
                  <c:v>0.54907554706137773</c:v>
                </c:pt>
                <c:pt idx="25" formatCode="0%">
                  <c:v>0.47003870947906373</c:v>
                </c:pt>
                <c:pt idx="27" formatCode="0%">
                  <c:v>0.512295877100862</c:v>
                </c:pt>
                <c:pt idx="28" formatCode="0%">
                  <c:v>0.48541583047450515</c:v>
                </c:pt>
                <c:pt idx="29" formatCode="0%">
                  <c:v>0.54810830520383969</c:v>
                </c:pt>
                <c:pt idx="31" formatCode="0%">
                  <c:v>0.53865685506324401</c:v>
                </c:pt>
                <c:pt idx="32" formatCode="0%">
                  <c:v>0.58735602029710077</c:v>
                </c:pt>
                <c:pt idx="33" formatCode="0%">
                  <c:v>0.46237749122212285</c:v>
                </c:pt>
                <c:pt idx="34" formatCode="0%">
                  <c:v>0.54772983783665807</c:v>
                </c:pt>
                <c:pt idx="35" formatCode="0%">
                  <c:v>0.43427494131316441</c:v>
                </c:pt>
                <c:pt idx="36" formatCode="0%">
                  <c:v>0.48872784944079362</c:v>
                </c:pt>
                <c:pt idx="38" formatCode="0%">
                  <c:v>0.42525698911197768</c:v>
                </c:pt>
                <c:pt idx="39" formatCode="0%">
                  <c:v>0.56165006706644671</c:v>
                </c:pt>
                <c:pt idx="40" formatCode="0%">
                  <c:v>0.52428729196075818</c:v>
                </c:pt>
                <c:pt idx="41" formatCode="0%">
                  <c:v>0.61646734961576788</c:v>
                </c:pt>
                <c:pt idx="43" formatCode="0%">
                  <c:v>0.55876413229613509</c:v>
                </c:pt>
                <c:pt idx="44" formatCode="0%">
                  <c:v>0.54980610538548669</c:v>
                </c:pt>
                <c:pt idx="46" formatCode="0%">
                  <c:v>0.60998412541804659</c:v>
                </c:pt>
                <c:pt idx="47" formatCode="0%">
                  <c:v>0.48556151033208139</c:v>
                </c:pt>
                <c:pt idx="48" formatCode="0%">
                  <c:v>0.52294497277217766</c:v>
                </c:pt>
                <c:pt idx="49" formatCode="0%">
                  <c:v>0.46978731991164874</c:v>
                </c:pt>
                <c:pt idx="51" formatCode="0%">
                  <c:v>0.52302355001274892</c:v>
                </c:pt>
                <c:pt idx="52" formatCode="0%">
                  <c:v>0.48713798943446918</c:v>
                </c:pt>
                <c:pt idx="53" formatCode="0%">
                  <c:v>0.41795345951846924</c:v>
                </c:pt>
                <c:pt idx="54" formatCode="0%">
                  <c:v>0.56890792432350634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6-FBC2-41E1-8BF4-354A622DB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2856520"/>
        <c:axId val="512851032"/>
      </c:lineChart>
      <c:catAx>
        <c:axId val="512856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s-AR"/>
          </a:p>
        </c:txPr>
        <c:crossAx val="512851032"/>
        <c:crosses val="autoZero"/>
        <c:auto val="1"/>
        <c:lblAlgn val="ctr"/>
        <c:lblOffset val="100"/>
        <c:noMultiLvlLbl val="0"/>
      </c:catAx>
      <c:valAx>
        <c:axId val="512851032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s-AR"/>
          </a:p>
        </c:txPr>
        <c:crossAx val="512856520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6035409089449566E-2"/>
          <c:y val="8.1729412760838862E-3"/>
          <c:w val="0.98396459091055044"/>
          <c:h val="6.79833345545246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  <a:latin typeface="+mj-lt"/>
        </a:defRPr>
      </a:pPr>
      <a:endParaRPr lang="es-AR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0810726325313694E-2"/>
          <c:y val="0.19311382351429671"/>
          <c:w val="0.9730446685522145"/>
          <c:h val="0.57870684946720052"/>
        </c:manualLayout>
      </c:layout>
      <c:lineChart>
        <c:grouping val="standard"/>
        <c:varyColors val="0"/>
        <c:ser>
          <c:idx val="0"/>
          <c:order val="0"/>
          <c:tx>
            <c:strRef>
              <c:f>'lineas IMG int'!$B$60</c:f>
              <c:strCache>
                <c:ptCount val="1"/>
                <c:pt idx="0">
                  <c:v>Federico Achaval, Intendente de Pilar</c:v>
                </c:pt>
              </c:strCache>
            </c:strRef>
          </c:tx>
          <c:spPr>
            <a:ln w="63500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cat>
            <c:strRef>
              <c:f>'lineas IMG int'!$C$59:$BE$59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IMG int'!$C$60:$BE$60</c:f>
              <c:numCache>
                <c:formatCode>General</c:formatCode>
                <c:ptCount val="55"/>
                <c:pt idx="0" formatCode="0%">
                  <c:v>0.18</c:v>
                </c:pt>
                <c:pt idx="2" formatCode="0%">
                  <c:v>0.18243174657001948</c:v>
                </c:pt>
                <c:pt idx="3" formatCode="0%">
                  <c:v>0.12459309037411873</c:v>
                </c:pt>
                <c:pt idx="5" formatCode="0%">
                  <c:v>0.10156295207153583</c:v>
                </c:pt>
                <c:pt idx="6" formatCode="0%">
                  <c:v>0.12249384880175042</c:v>
                </c:pt>
                <c:pt idx="7" formatCode="0%">
                  <c:v>0.17180973199438879</c:v>
                </c:pt>
                <c:pt idx="8" formatCode="0%">
                  <c:v>0.21672690428661567</c:v>
                </c:pt>
                <c:pt idx="10" formatCode="0%">
                  <c:v>0.22846866317681219</c:v>
                </c:pt>
                <c:pt idx="11" formatCode="0%">
                  <c:v>0.13044676451856352</c:v>
                </c:pt>
                <c:pt idx="12" formatCode="0%">
                  <c:v>0.12202367237255554</c:v>
                </c:pt>
                <c:pt idx="14" formatCode="0%">
                  <c:v>0.14498390681477952</c:v>
                </c:pt>
                <c:pt idx="15" formatCode="0%">
                  <c:v>0.18946570525167805</c:v>
                </c:pt>
                <c:pt idx="16" formatCode="0%">
                  <c:v>0.1139472796016248</c:v>
                </c:pt>
                <c:pt idx="17" formatCode="0%">
                  <c:v>0.15363230817719628</c:v>
                </c:pt>
                <c:pt idx="19" formatCode="0%">
                  <c:v>0.16158691227498331</c:v>
                </c:pt>
                <c:pt idx="20" formatCode="0%">
                  <c:v>0.14326742987160368</c:v>
                </c:pt>
                <c:pt idx="22" formatCode="0%">
                  <c:v>0.14469648165385796</c:v>
                </c:pt>
                <c:pt idx="23" formatCode="0%">
                  <c:v>0.16901838453907059</c:v>
                </c:pt>
                <c:pt idx="24" formatCode="0%">
                  <c:v>0.14990445543120204</c:v>
                </c:pt>
                <c:pt idx="25" formatCode="0%">
                  <c:v>0.12693138554499184</c:v>
                </c:pt>
                <c:pt idx="27" formatCode="0%">
                  <c:v>0.19163032514857595</c:v>
                </c:pt>
                <c:pt idx="28" formatCode="0%">
                  <c:v>0.110189805943307</c:v>
                </c:pt>
                <c:pt idx="29" formatCode="0%">
                  <c:v>0.12456939668884155</c:v>
                </c:pt>
                <c:pt idx="31" formatCode="0%">
                  <c:v>0.11602976398706774</c:v>
                </c:pt>
                <c:pt idx="32" formatCode="0%">
                  <c:v>0.34222560206526809</c:v>
                </c:pt>
                <c:pt idx="33" formatCode="0%">
                  <c:v>0.29027531439245402</c:v>
                </c:pt>
                <c:pt idx="34" formatCode="0%">
                  <c:v>3.3274234508101463E-2</c:v>
                </c:pt>
                <c:pt idx="35" formatCode="0%">
                  <c:v>4.3230192338462488E-2</c:v>
                </c:pt>
                <c:pt idx="36" formatCode="0%">
                  <c:v>3.2563310059561874E-2</c:v>
                </c:pt>
                <c:pt idx="38" formatCode="0%">
                  <c:v>0.21076268851611099</c:v>
                </c:pt>
                <c:pt idx="39" formatCode="0%">
                  <c:v>0.27193217799781016</c:v>
                </c:pt>
                <c:pt idx="40" formatCode="0%">
                  <c:v>8.8457650850950059E-2</c:v>
                </c:pt>
                <c:pt idx="41" formatCode="0%">
                  <c:v>4.2240683651919776E-2</c:v>
                </c:pt>
                <c:pt idx="43" formatCode="0%">
                  <c:v>7.7730248486091683E-2</c:v>
                </c:pt>
                <c:pt idx="44" formatCode="0%">
                  <c:v>0.24678795457853306</c:v>
                </c:pt>
                <c:pt idx="46" formatCode="0%">
                  <c:v>5.2366808159782639E-2</c:v>
                </c:pt>
                <c:pt idx="47" formatCode="0%">
                  <c:v>6.0249932609145358E-2</c:v>
                </c:pt>
                <c:pt idx="48" formatCode="0%">
                  <c:v>0.16668965304121411</c:v>
                </c:pt>
                <c:pt idx="49" formatCode="0%">
                  <c:v>0.30795881663472002</c:v>
                </c:pt>
                <c:pt idx="51" formatCode="0%">
                  <c:v>0.36376401557262938</c:v>
                </c:pt>
                <c:pt idx="52" formatCode="0%">
                  <c:v>0.29022560196518304</c:v>
                </c:pt>
                <c:pt idx="53" formatCode="0%">
                  <c:v>4.4707354862993744E-2</c:v>
                </c:pt>
                <c:pt idx="54" formatCode="0%">
                  <c:v>5.3584271751281685E-2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FBC2-41E1-8BF4-354A622DB322}"/>
            </c:ext>
          </c:extLst>
        </c:ser>
        <c:ser>
          <c:idx val="1"/>
          <c:order val="1"/>
          <c:tx>
            <c:strRef>
              <c:f>'lineas IMG int'!$B$61</c:f>
              <c:strCache>
                <c:ptCount val="1"/>
                <c:pt idx="0">
                  <c:v>Leo Nardini, Intendente de Malvinas Argentinas</c:v>
                </c:pt>
              </c:strCache>
            </c:strRef>
          </c:tx>
          <c:spPr>
            <a:ln w="6350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'lineas IMG int'!$C$59:$BE$59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IMG int'!$C$61:$BE$61</c:f>
              <c:numCache>
                <c:formatCode>General</c:formatCode>
                <c:ptCount val="55"/>
                <c:pt idx="0" formatCode="0%">
                  <c:v>0.15674730453464755</c:v>
                </c:pt>
                <c:pt idx="2" formatCode="0%">
                  <c:v>0.19474686873503921</c:v>
                </c:pt>
                <c:pt idx="3" formatCode="0%">
                  <c:v>0.14297484104732577</c:v>
                </c:pt>
                <c:pt idx="5" formatCode="0%">
                  <c:v>0.27747760120353393</c:v>
                </c:pt>
                <c:pt idx="6" formatCode="0%">
                  <c:v>0.13494013432911417</c:v>
                </c:pt>
                <c:pt idx="7" formatCode="0%">
                  <c:v>0.11961554212269854</c:v>
                </c:pt>
                <c:pt idx="8" formatCode="0%">
                  <c:v>0.16221155371941892</c:v>
                </c:pt>
                <c:pt idx="10" formatCode="0%">
                  <c:v>0.12818497202042808</c:v>
                </c:pt>
                <c:pt idx="11" formatCode="0%">
                  <c:v>0.21034099581114288</c:v>
                </c:pt>
                <c:pt idx="12" formatCode="0%">
                  <c:v>0.15799541627614266</c:v>
                </c:pt>
                <c:pt idx="14" formatCode="0%">
                  <c:v>0.13927532192233449</c:v>
                </c:pt>
                <c:pt idx="15" formatCode="0%">
                  <c:v>0.22417843044550612</c:v>
                </c:pt>
                <c:pt idx="16" formatCode="0%">
                  <c:v>0.13494382278657063</c:v>
                </c:pt>
                <c:pt idx="17" formatCode="0%">
                  <c:v>6.8857607080515346E-2</c:v>
                </c:pt>
                <c:pt idx="19" formatCode="0%">
                  <c:v>0.20811645815552526</c:v>
                </c:pt>
                <c:pt idx="20" formatCode="0%">
                  <c:v>0.11419885660788787</c:v>
                </c:pt>
                <c:pt idx="22" formatCode="0%">
                  <c:v>0.20236591264179868</c:v>
                </c:pt>
                <c:pt idx="23" formatCode="0%">
                  <c:v>0.27604269211192889</c:v>
                </c:pt>
                <c:pt idx="24" formatCode="0%">
                  <c:v>9.6471952381336365E-2</c:v>
                </c:pt>
                <c:pt idx="25" formatCode="0%">
                  <c:v>8.2521675559399779E-2</c:v>
                </c:pt>
                <c:pt idx="27" formatCode="0%">
                  <c:v>0.25374313110074387</c:v>
                </c:pt>
                <c:pt idx="28" formatCode="0%">
                  <c:v>0.13624765223595869</c:v>
                </c:pt>
                <c:pt idx="29" formatCode="0%">
                  <c:v>7.1146978584244666E-2</c:v>
                </c:pt>
                <c:pt idx="31" formatCode="0%">
                  <c:v>0.16849188368658163</c:v>
                </c:pt>
                <c:pt idx="32" formatCode="0%">
                  <c:v>0.32977851600766378</c:v>
                </c:pt>
                <c:pt idx="33" formatCode="0%">
                  <c:v>0.32426728309307301</c:v>
                </c:pt>
                <c:pt idx="34" formatCode="0%">
                  <c:v>1.7856692994268616E-2</c:v>
                </c:pt>
                <c:pt idx="35" formatCode="0%">
                  <c:v>4.2424162504791002E-2</c:v>
                </c:pt>
                <c:pt idx="36" formatCode="0%">
                  <c:v>3.3330464008271526E-2</c:v>
                </c:pt>
                <c:pt idx="38" formatCode="0%">
                  <c:v>0.12524396859711973</c:v>
                </c:pt>
                <c:pt idx="39" formatCode="0%">
                  <c:v>0.29704633822179077</c:v>
                </c:pt>
                <c:pt idx="40" formatCode="0%">
                  <c:v>9.6978051126570361E-2</c:v>
                </c:pt>
                <c:pt idx="41" formatCode="0%">
                  <c:v>2.6046768834063445E-2</c:v>
                </c:pt>
                <c:pt idx="43" formatCode="0%">
                  <c:v>9.0975612292636732E-2</c:v>
                </c:pt>
                <c:pt idx="44" formatCode="0%">
                  <c:v>0.2567241481100796</c:v>
                </c:pt>
                <c:pt idx="46" formatCode="0%">
                  <c:v>5.9357188091042623E-2</c:v>
                </c:pt>
                <c:pt idx="47" formatCode="0%">
                  <c:v>7.7975497280519598E-2</c:v>
                </c:pt>
                <c:pt idx="48" formatCode="0%">
                  <c:v>0.2083096930906147</c:v>
                </c:pt>
                <c:pt idx="49" formatCode="0%">
                  <c:v>0.2717516382709555</c:v>
                </c:pt>
                <c:pt idx="51" formatCode="0%">
                  <c:v>0.36077849703157217</c:v>
                </c:pt>
                <c:pt idx="52" formatCode="0%">
                  <c:v>0.18226885136750509</c:v>
                </c:pt>
                <c:pt idx="53" formatCode="0%">
                  <c:v>0.23272361670654984</c:v>
                </c:pt>
                <c:pt idx="54" formatCode="0%">
                  <c:v>8.5252431060611006E-2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FBC2-41E1-8BF4-354A622DB322}"/>
            </c:ext>
          </c:extLst>
        </c:ser>
        <c:ser>
          <c:idx val="4"/>
          <c:order val="2"/>
          <c:tx>
            <c:strRef>
              <c:f>'lineas IMG int'!$B$62</c:f>
              <c:strCache>
                <c:ptCount val="1"/>
                <c:pt idx="0">
                  <c:v>Ariel Sujarchuk, Intendente de Escobar</c:v>
                </c:pt>
              </c:strCache>
            </c:strRef>
          </c:tx>
          <c:spPr>
            <a:ln w="6350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'lineas IMG int'!$C$59:$BE$59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IMG int'!$C$62:$BE$62</c:f>
              <c:numCache>
                <c:formatCode>General</c:formatCode>
                <c:ptCount val="55"/>
                <c:pt idx="0" formatCode="0%">
                  <c:v>0.16675561999535388</c:v>
                </c:pt>
                <c:pt idx="2" formatCode="0%">
                  <c:v>0.20241687607015363</c:v>
                </c:pt>
                <c:pt idx="3" formatCode="0%">
                  <c:v>0.12808310101561837</c:v>
                </c:pt>
                <c:pt idx="5" formatCode="0%">
                  <c:v>0.16194917218631036</c:v>
                </c:pt>
                <c:pt idx="6" formatCode="0%">
                  <c:v>0.12575786755112706</c:v>
                </c:pt>
                <c:pt idx="7" formatCode="0%">
                  <c:v>0.14882944560106587</c:v>
                </c:pt>
                <c:pt idx="8" formatCode="0%">
                  <c:v>0.23204542980735138</c:v>
                </c:pt>
                <c:pt idx="10" formatCode="0%">
                  <c:v>0.20256292466558121</c:v>
                </c:pt>
                <c:pt idx="11" formatCode="0%">
                  <c:v>0.18566892158851128</c:v>
                </c:pt>
                <c:pt idx="12" formatCode="0%">
                  <c:v>0.1184198191314712</c:v>
                </c:pt>
                <c:pt idx="14" formatCode="0%">
                  <c:v>0.15198443427991148</c:v>
                </c:pt>
                <c:pt idx="15" formatCode="0%">
                  <c:v>0.23498423724915402</c:v>
                </c:pt>
                <c:pt idx="16" formatCode="0%">
                  <c:v>9.7435801572861427E-2</c:v>
                </c:pt>
                <c:pt idx="17" formatCode="0%">
                  <c:v>8.137196475789224E-2</c:v>
                </c:pt>
                <c:pt idx="19" formatCode="0%">
                  <c:v>0.20785198066756183</c:v>
                </c:pt>
                <c:pt idx="20" formatCode="0%">
                  <c:v>0.10892216746972778</c:v>
                </c:pt>
                <c:pt idx="22" formatCode="0%">
                  <c:v>0.2246385152941705</c:v>
                </c:pt>
                <c:pt idx="23" formatCode="0%">
                  <c:v>0.19391247498182415</c:v>
                </c:pt>
                <c:pt idx="24" formatCode="0%">
                  <c:v>0.11783486266636051</c:v>
                </c:pt>
                <c:pt idx="25" formatCode="0%">
                  <c:v>0.16765290244910569</c:v>
                </c:pt>
                <c:pt idx="27" formatCode="0%">
                  <c:v>0.19806753358505913</c:v>
                </c:pt>
                <c:pt idx="28" formatCode="0%">
                  <c:v>0.1562670764704733</c:v>
                </c:pt>
                <c:pt idx="29" formatCode="0%">
                  <c:v>0.17262819370742286</c:v>
                </c:pt>
                <c:pt idx="31" formatCode="0%">
                  <c:v>0.11908277851894911</c:v>
                </c:pt>
                <c:pt idx="32" formatCode="0%">
                  <c:v>0.41010342613710765</c:v>
                </c:pt>
                <c:pt idx="33" formatCode="0%">
                  <c:v>0.27266656017237623</c:v>
                </c:pt>
                <c:pt idx="34" formatCode="0%">
                  <c:v>1.7051165301864242E-2</c:v>
                </c:pt>
                <c:pt idx="35" formatCode="0%">
                  <c:v>6.2543641759941732E-2</c:v>
                </c:pt>
                <c:pt idx="36" formatCode="0%">
                  <c:v>2.612578000098624E-2</c:v>
                </c:pt>
                <c:pt idx="38" formatCode="0%">
                  <c:v>0.13769355400151023</c:v>
                </c:pt>
                <c:pt idx="39" formatCode="0%">
                  <c:v>0.31075250440170143</c:v>
                </c:pt>
                <c:pt idx="40" formatCode="0%">
                  <c:v>0.10741668399356075</c:v>
                </c:pt>
                <c:pt idx="41" formatCode="0%">
                  <c:v>2.3852435343093809E-2</c:v>
                </c:pt>
                <c:pt idx="43" formatCode="0%">
                  <c:v>9.3948596063785944E-2</c:v>
                </c:pt>
                <c:pt idx="44" formatCode="0%">
                  <c:v>0.27831482746637209</c:v>
                </c:pt>
                <c:pt idx="46" formatCode="0%">
                  <c:v>5.678335579161304E-2</c:v>
                </c:pt>
                <c:pt idx="47" formatCode="0%">
                  <c:v>6.9824036921448229E-2</c:v>
                </c:pt>
                <c:pt idx="48" formatCode="0%">
                  <c:v>0.24142592344282571</c:v>
                </c:pt>
                <c:pt idx="49" formatCode="0%">
                  <c:v>0.30169813643682319</c:v>
                </c:pt>
                <c:pt idx="51" formatCode="0%">
                  <c:v>0.33186942366264582</c:v>
                </c:pt>
                <c:pt idx="52" formatCode="0%">
                  <c:v>0.32812080622757389</c:v>
                </c:pt>
                <c:pt idx="53" formatCode="0%">
                  <c:v>8.3367852476157689E-2</c:v>
                </c:pt>
                <c:pt idx="54" formatCode="0%">
                  <c:v>6.1305527630978601E-2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FBC2-41E1-8BF4-354A622DB322}"/>
            </c:ext>
          </c:extLst>
        </c:ser>
        <c:ser>
          <c:idx val="8"/>
          <c:order val="3"/>
          <c:tx>
            <c:strRef>
              <c:f>'lineas IMG int'!$B$63</c:f>
              <c:strCache>
                <c:ptCount val="1"/>
                <c:pt idx="0">
                  <c:v>Jorge Ferraresi, Intendente de Avellaneda</c:v>
                </c:pt>
              </c:strCache>
            </c:strRef>
          </c:tx>
          <c:spPr>
            <a:ln w="63500" cap="rnd">
              <a:solidFill>
                <a:schemeClr val="bg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bg2"/>
              </a:solidFill>
              <a:ln w="9525">
                <a:solidFill>
                  <a:schemeClr val="bg2"/>
                </a:solidFill>
              </a:ln>
              <a:effectLst/>
            </c:spPr>
          </c:marker>
          <c:cat>
            <c:strRef>
              <c:f>'lineas IMG int'!$C$59:$BE$59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IMG int'!$C$63:$BE$63</c:f>
              <c:numCache>
                <c:formatCode>General</c:formatCode>
                <c:ptCount val="55"/>
                <c:pt idx="0" formatCode="0%">
                  <c:v>0.22970161226541513</c:v>
                </c:pt>
                <c:pt idx="2" formatCode="0%">
                  <c:v>0.27723407852241172</c:v>
                </c:pt>
                <c:pt idx="3" formatCode="0%">
                  <c:v>0.17914501903624452</c:v>
                </c:pt>
                <c:pt idx="5" formatCode="0%">
                  <c:v>0.17065798116090669</c:v>
                </c:pt>
                <c:pt idx="6" formatCode="0%">
                  <c:v>0.20177772423761603</c:v>
                </c:pt>
                <c:pt idx="7" formatCode="0%">
                  <c:v>0.26532437760771677</c:v>
                </c:pt>
                <c:pt idx="8" formatCode="0%">
                  <c:v>0.27539423229206567</c:v>
                </c:pt>
                <c:pt idx="10" formatCode="0%">
                  <c:v>0.2465479197012852</c:v>
                </c:pt>
                <c:pt idx="11" formatCode="0%">
                  <c:v>0.27336373389360963</c:v>
                </c:pt>
                <c:pt idx="12" formatCode="0%">
                  <c:v>0.1703135229404999</c:v>
                </c:pt>
                <c:pt idx="14" formatCode="0%">
                  <c:v>0.20164814683473309</c:v>
                </c:pt>
                <c:pt idx="15" formatCode="0%">
                  <c:v>0.26276412526710025</c:v>
                </c:pt>
                <c:pt idx="16" formatCode="0%">
                  <c:v>0.22569969858550157</c:v>
                </c:pt>
                <c:pt idx="17" formatCode="0%">
                  <c:v>0.11687615326916925</c:v>
                </c:pt>
                <c:pt idx="19" formatCode="0%">
                  <c:v>0.26635533497216685</c:v>
                </c:pt>
                <c:pt idx="20" formatCode="0%">
                  <c:v>0.1773376488106703</c:v>
                </c:pt>
                <c:pt idx="22" formatCode="0%">
                  <c:v>0.27505296989845535</c:v>
                </c:pt>
                <c:pt idx="23" formatCode="0%">
                  <c:v>0.21569128163721163</c:v>
                </c:pt>
                <c:pt idx="24" formatCode="0%">
                  <c:v>0.11871402062501199</c:v>
                </c:pt>
                <c:pt idx="25" formatCode="0%">
                  <c:v>0.24599070534979203</c:v>
                </c:pt>
                <c:pt idx="27" formatCode="0%">
                  <c:v>0.15521086728129613</c:v>
                </c:pt>
                <c:pt idx="28" formatCode="0%">
                  <c:v>0.28402242792313159</c:v>
                </c:pt>
                <c:pt idx="29" formatCode="0%">
                  <c:v>0.24515861459072646</c:v>
                </c:pt>
                <c:pt idx="31" formatCode="0%">
                  <c:v>0.1115204563915477</c:v>
                </c:pt>
                <c:pt idx="32" formatCode="0%">
                  <c:v>0.61292083882819681</c:v>
                </c:pt>
                <c:pt idx="33" formatCode="0%">
                  <c:v>0.47217126342734828</c:v>
                </c:pt>
                <c:pt idx="34" formatCode="0%">
                  <c:v>3.3720573417651362E-2</c:v>
                </c:pt>
                <c:pt idx="35" formatCode="0%">
                  <c:v>7.9055365095116792E-2</c:v>
                </c:pt>
                <c:pt idx="36" formatCode="0%">
                  <c:v>1.8240339389963455E-2</c:v>
                </c:pt>
                <c:pt idx="38" formatCode="0%">
                  <c:v>0.15030849352126771</c:v>
                </c:pt>
                <c:pt idx="39" formatCode="0%">
                  <c:v>0.47715256460974187</c:v>
                </c:pt>
                <c:pt idx="40" formatCode="0%">
                  <c:v>0.1120208364452944</c:v>
                </c:pt>
                <c:pt idx="41" formatCode="0%">
                  <c:v>3.9581827618996583E-2</c:v>
                </c:pt>
                <c:pt idx="43" formatCode="0%">
                  <c:v>0.10135844473908584</c:v>
                </c:pt>
                <c:pt idx="44" formatCode="0%">
                  <c:v>0.42968768710103233</c:v>
                </c:pt>
                <c:pt idx="46" formatCode="0%">
                  <c:v>3.4779138381152069E-2</c:v>
                </c:pt>
                <c:pt idx="47" formatCode="0%">
                  <c:v>6.1251763759812269E-2</c:v>
                </c:pt>
                <c:pt idx="48" formatCode="0%">
                  <c:v>0.27062673133866821</c:v>
                </c:pt>
                <c:pt idx="49" formatCode="0%">
                  <c:v>0.50153034816158348</c:v>
                </c:pt>
                <c:pt idx="51" formatCode="0%">
                  <c:v>0.60073137563071266</c:v>
                </c:pt>
                <c:pt idx="52" formatCode="0%">
                  <c:v>0.44562999713987406</c:v>
                </c:pt>
                <c:pt idx="53" formatCode="0%">
                  <c:v>6.8898724894425889E-2</c:v>
                </c:pt>
                <c:pt idx="54" formatCode="0%">
                  <c:v>4.9791185394605787E-2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3-FBC2-41E1-8BF4-354A622DB322}"/>
            </c:ext>
          </c:extLst>
        </c:ser>
        <c:ser>
          <c:idx val="9"/>
          <c:order val="4"/>
          <c:tx>
            <c:strRef>
              <c:f>'lineas IMG int'!$B$64</c:f>
              <c:strCache>
                <c:ptCount val="1"/>
                <c:pt idx="0">
                  <c:v>Mayra Mendoza, Intendenta de Quilmes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'lineas IMG int'!$C$59:$BE$59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IMG int'!$C$64:$BE$64</c:f>
              <c:numCache>
                <c:formatCode>General</c:formatCode>
                <c:ptCount val="55"/>
                <c:pt idx="0" formatCode="0%">
                  <c:v>0.23471906208496379</c:v>
                </c:pt>
                <c:pt idx="2" formatCode="0%">
                  <c:v>0.22338397783616681</c:v>
                </c:pt>
                <c:pt idx="3" formatCode="0%">
                  <c:v>0.24681264573317085</c:v>
                </c:pt>
                <c:pt idx="5" formatCode="0%">
                  <c:v>9.9397371628584669E-2</c:v>
                </c:pt>
                <c:pt idx="6" formatCode="0%">
                  <c:v>0.21752647669183509</c:v>
                </c:pt>
                <c:pt idx="7" formatCode="0%">
                  <c:v>0.2977063745260668</c:v>
                </c:pt>
                <c:pt idx="8" formatCode="0%">
                  <c:v>0.30823885828911529</c:v>
                </c:pt>
                <c:pt idx="10" formatCode="0%">
                  <c:v>0.26474359956615379</c:v>
                </c:pt>
                <c:pt idx="11" formatCode="0%">
                  <c:v>0.22208028042432681</c:v>
                </c:pt>
                <c:pt idx="12" formatCode="0%">
                  <c:v>0.22598073716084616</c:v>
                </c:pt>
                <c:pt idx="14" formatCode="0%">
                  <c:v>0.231351593258458</c:v>
                </c:pt>
                <c:pt idx="15" formatCode="0%">
                  <c:v>0.28962496541587696</c:v>
                </c:pt>
                <c:pt idx="16" formatCode="0%">
                  <c:v>0.18104867335213679</c:v>
                </c:pt>
                <c:pt idx="17" formatCode="0%">
                  <c:v>0.12343988721028765</c:v>
                </c:pt>
                <c:pt idx="19" formatCode="0%">
                  <c:v>0.26381050816261586</c:v>
                </c:pt>
                <c:pt idx="20" formatCode="0%">
                  <c:v>0.19385218115656166</c:v>
                </c:pt>
                <c:pt idx="22" formatCode="0%">
                  <c:v>0.25074881636362839</c:v>
                </c:pt>
                <c:pt idx="23" formatCode="0%">
                  <c:v>0.28697976235000544</c:v>
                </c:pt>
                <c:pt idx="24" formatCode="0%">
                  <c:v>0.1213952795545063</c:v>
                </c:pt>
                <c:pt idx="25" formatCode="0%">
                  <c:v>0.17816389042572756</c:v>
                </c:pt>
                <c:pt idx="27" formatCode="0%">
                  <c:v>0.21988205178920217</c:v>
                </c:pt>
                <c:pt idx="28" formatCode="0%">
                  <c:v>0.24713664575693078</c:v>
                </c:pt>
                <c:pt idx="29" formatCode="0%">
                  <c:v>0.16838860597775096</c:v>
                </c:pt>
                <c:pt idx="31" formatCode="0%">
                  <c:v>8.8330152946696189E-2</c:v>
                </c:pt>
                <c:pt idx="32" formatCode="0%">
                  <c:v>0.69750341804891247</c:v>
                </c:pt>
                <c:pt idx="33" formatCode="0%">
                  <c:v>0.44244329164260848</c:v>
                </c:pt>
                <c:pt idx="34" formatCode="0%">
                  <c:v>9.6369467728363058E-3</c:v>
                </c:pt>
                <c:pt idx="35" formatCode="0%">
                  <c:v>2.420897291145303E-2</c:v>
                </c:pt>
                <c:pt idx="36" formatCode="0%">
                  <c:v>3.0026404156414634E-2</c:v>
                </c:pt>
                <c:pt idx="38" formatCode="0%">
                  <c:v>0.21217426378926407</c:v>
                </c:pt>
                <c:pt idx="39" formatCode="0%">
                  <c:v>0.50515310812338732</c:v>
                </c:pt>
                <c:pt idx="40" formatCode="0%">
                  <c:v>8.9775614049350957E-2</c:v>
                </c:pt>
                <c:pt idx="41" formatCode="0%">
                  <c:v>1.184785162129426E-2</c:v>
                </c:pt>
                <c:pt idx="43" formatCode="0%">
                  <c:v>7.8394524689561859E-2</c:v>
                </c:pt>
                <c:pt idx="44" formatCode="0%">
                  <c:v>0.45590974981959798</c:v>
                </c:pt>
                <c:pt idx="46" formatCode="0%">
                  <c:v>4.5122680664286707E-2</c:v>
                </c:pt>
                <c:pt idx="47" formatCode="0%">
                  <c:v>1.0632720749262525E-2</c:v>
                </c:pt>
                <c:pt idx="48" formatCode="0%">
                  <c:v>0.21539106054834481</c:v>
                </c:pt>
                <c:pt idx="49" formatCode="0%">
                  <c:v>0.5658083263303908</c:v>
                </c:pt>
                <c:pt idx="51" formatCode="0%">
                  <c:v>0.69809407464024176</c:v>
                </c:pt>
                <c:pt idx="52" formatCode="0%">
                  <c:v>0.42369922105379337</c:v>
                </c:pt>
                <c:pt idx="53" formatCode="0%">
                  <c:v>0.10313260654410596</c:v>
                </c:pt>
                <c:pt idx="54" formatCode="0%">
                  <c:v>3.1106751646395224E-2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4-FBC2-41E1-8BF4-354A622DB322}"/>
            </c:ext>
          </c:extLst>
        </c:ser>
        <c:ser>
          <c:idx val="10"/>
          <c:order val="5"/>
          <c:tx>
            <c:strRef>
              <c:f>'lineas IMG int'!$B$65</c:f>
              <c:strCache>
                <c:ptCount val="1"/>
                <c:pt idx="0">
                  <c:v>Diego Valenzuela, Intendente de Tres de Febrero</c:v>
                </c:pt>
              </c:strCache>
            </c:strRef>
          </c:tx>
          <c:spPr>
            <a:ln w="63500" cap="rnd">
              <a:solidFill>
                <a:srgbClr val="FFC000"/>
              </a:solidFill>
              <a:prstDash val="solid"/>
              <a:round/>
            </a:ln>
            <a:effectLst/>
          </c:spPr>
          <c:marker>
            <c:symbol val="circle"/>
            <c:size val="15"/>
            <c:spPr>
              <a:solidFill>
                <a:srgbClr val="FFC000"/>
              </a:solidFill>
              <a:ln w="9525">
                <a:noFill/>
              </a:ln>
              <a:effectLst/>
            </c:spPr>
          </c:marker>
          <c:cat>
            <c:strRef>
              <c:f>'lineas IMG int'!$C$59:$BE$59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IMG int'!$C$65:$BE$65</c:f>
              <c:numCache>
                <c:formatCode>General</c:formatCode>
                <c:ptCount val="55"/>
                <c:pt idx="0" formatCode="0%">
                  <c:v>0.41818644563263585</c:v>
                </c:pt>
                <c:pt idx="2" formatCode="0%">
                  <c:v>0.39376405236606959</c:v>
                </c:pt>
                <c:pt idx="3" formatCode="0%">
                  <c:v>0.44415868392956848</c:v>
                </c:pt>
                <c:pt idx="5" formatCode="0%">
                  <c:v>0.47054350362283553</c:v>
                </c:pt>
                <c:pt idx="6" formatCode="0%">
                  <c:v>0.47284629963871772</c:v>
                </c:pt>
                <c:pt idx="7" formatCode="0%">
                  <c:v>0.45072411159595221</c:v>
                </c:pt>
                <c:pt idx="8" formatCode="0%">
                  <c:v>0.27790666476765125</c:v>
                </c:pt>
                <c:pt idx="10" formatCode="0%">
                  <c:v>0.36020317586252548</c:v>
                </c:pt>
                <c:pt idx="11" formatCode="0%">
                  <c:v>0.44279017267824333</c:v>
                </c:pt>
                <c:pt idx="12" formatCode="0%">
                  <c:v>0.43488298009117698</c:v>
                </c:pt>
                <c:pt idx="14" formatCode="0%">
                  <c:v>0.37720028688884089</c:v>
                </c:pt>
                <c:pt idx="15" formatCode="0%">
                  <c:v>0.42052866208605411</c:v>
                </c:pt>
                <c:pt idx="16" formatCode="0%">
                  <c:v>0.44828352599974597</c:v>
                </c:pt>
                <c:pt idx="17" formatCode="0%">
                  <c:v>0.42580023511083254</c:v>
                </c:pt>
                <c:pt idx="19" formatCode="0%">
                  <c:v>0.4069221159261408</c:v>
                </c:pt>
                <c:pt idx="20" formatCode="0%">
                  <c:v>0.43388509041767975</c:v>
                </c:pt>
                <c:pt idx="22" formatCode="0%">
                  <c:v>0.38242792991463159</c:v>
                </c:pt>
                <c:pt idx="23" formatCode="0%">
                  <c:v>0.37428551425560908</c:v>
                </c:pt>
                <c:pt idx="24" formatCode="0%">
                  <c:v>0.53964575164633111</c:v>
                </c:pt>
                <c:pt idx="25" formatCode="0%">
                  <c:v>0.46082407340179088</c:v>
                </c:pt>
                <c:pt idx="27" formatCode="0%">
                  <c:v>0.32384206076952682</c:v>
                </c:pt>
                <c:pt idx="28" formatCode="0%">
                  <c:v>0.41325675551324126</c:v>
                </c:pt>
                <c:pt idx="29" formatCode="0%">
                  <c:v>0.58309394430718453</c:v>
                </c:pt>
                <c:pt idx="31" formatCode="0%">
                  <c:v>0.40081399438450649</c:v>
                </c:pt>
                <c:pt idx="32" formatCode="0%">
                  <c:v>0.27313409116277132</c:v>
                </c:pt>
                <c:pt idx="33" formatCode="0%">
                  <c:v>0.23726715104737192</c:v>
                </c:pt>
                <c:pt idx="34" formatCode="0%">
                  <c:v>0.77124041097475537</c:v>
                </c:pt>
                <c:pt idx="35" formatCode="0%">
                  <c:v>0.45458464840160456</c:v>
                </c:pt>
                <c:pt idx="36" formatCode="0%">
                  <c:v>0.54553121894676548</c:v>
                </c:pt>
                <c:pt idx="38" formatCode="0%">
                  <c:v>0.32326074296008145</c:v>
                </c:pt>
                <c:pt idx="39" formatCode="0%">
                  <c:v>0.34082300865125825</c:v>
                </c:pt>
                <c:pt idx="40" formatCode="0%">
                  <c:v>0.43803071411907585</c:v>
                </c:pt>
                <c:pt idx="41" formatCode="0%">
                  <c:v>0.77035750496560484</c:v>
                </c:pt>
                <c:pt idx="43" formatCode="0%">
                  <c:v>0.62443627050356265</c:v>
                </c:pt>
                <c:pt idx="44" formatCode="0%">
                  <c:v>0.32012347327098123</c:v>
                </c:pt>
                <c:pt idx="46" formatCode="0%">
                  <c:v>0.59099959619547837</c:v>
                </c:pt>
                <c:pt idx="47" formatCode="0%">
                  <c:v>0.65534873927326665</c:v>
                </c:pt>
                <c:pt idx="48" formatCode="0%">
                  <c:v>0.42778118653545</c:v>
                </c:pt>
                <c:pt idx="49" formatCode="0%">
                  <c:v>0.1379094748968886</c:v>
                </c:pt>
                <c:pt idx="51" formatCode="0%">
                  <c:v>0.12015251237417662</c:v>
                </c:pt>
                <c:pt idx="52" formatCode="0%">
                  <c:v>0.27913483994270394</c:v>
                </c:pt>
                <c:pt idx="53" formatCode="0%">
                  <c:v>0.33350521003455791</c:v>
                </c:pt>
                <c:pt idx="54" formatCode="0%">
                  <c:v>0.6021080710117569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5-FBC2-41E1-8BF4-354A622DB322}"/>
            </c:ext>
          </c:extLst>
        </c:ser>
        <c:ser>
          <c:idx val="2"/>
          <c:order val="6"/>
          <c:tx>
            <c:strRef>
              <c:f>'lineas IMG int'!$B$66</c:f>
              <c:strCache>
                <c:ptCount val="1"/>
                <c:pt idx="0">
                  <c:v>Promedio</c:v>
                </c:pt>
              </c:strCache>
            </c:strRef>
          </c:tx>
          <c:spPr>
            <a:ln w="63500" cap="rnd">
              <a:solidFill>
                <a:schemeClr val="tx1"/>
              </a:solidFill>
              <a:prstDash val="sysDot"/>
              <a:round/>
            </a:ln>
            <a:effectLst/>
          </c:spPr>
          <c:marker>
            <c:symbol val="none"/>
          </c:marker>
          <c:cat>
            <c:strRef>
              <c:f>'lineas IMG int'!$C$59:$BE$59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'lineas IMG int'!$C$66:$BE$66</c:f>
              <c:numCache>
                <c:formatCode>General</c:formatCode>
                <c:ptCount val="55"/>
                <c:pt idx="0" formatCode="0%">
                  <c:v>0.23101834075216934</c:v>
                </c:pt>
                <c:pt idx="2" formatCode="0%">
                  <c:v>0.24566293334997677</c:v>
                </c:pt>
                <c:pt idx="3" formatCode="0%">
                  <c:v>0.21096123018934113</c:v>
                </c:pt>
                <c:pt idx="5" formatCode="0%">
                  <c:v>0.21359809697895116</c:v>
                </c:pt>
                <c:pt idx="6" formatCode="0%">
                  <c:v>0.21255705854169341</c:v>
                </c:pt>
                <c:pt idx="7" formatCode="0%">
                  <c:v>0.24233493057464817</c:v>
                </c:pt>
                <c:pt idx="8" formatCode="0%">
                  <c:v>0.24542060719370307</c:v>
                </c:pt>
                <c:pt idx="10" formatCode="0%">
                  <c:v>0.23845187583213098</c:v>
                </c:pt>
                <c:pt idx="11" formatCode="0%">
                  <c:v>0.24411514481906624</c:v>
                </c:pt>
                <c:pt idx="12" formatCode="0%">
                  <c:v>0.20493602466211538</c:v>
                </c:pt>
                <c:pt idx="14" formatCode="0%">
                  <c:v>0.20774061499984289</c:v>
                </c:pt>
                <c:pt idx="15" formatCode="0%">
                  <c:v>0.27025768761922825</c:v>
                </c:pt>
                <c:pt idx="16" formatCode="0%">
                  <c:v>0.20022646698307356</c:v>
                </c:pt>
                <c:pt idx="17" formatCode="0%">
                  <c:v>0.16166302593431556</c:v>
                </c:pt>
                <c:pt idx="19" formatCode="0%">
                  <c:v>0.25244055169316565</c:v>
                </c:pt>
                <c:pt idx="20" formatCode="0%">
                  <c:v>0.19524389572235515</c:v>
                </c:pt>
                <c:pt idx="22" formatCode="0%">
                  <c:v>0.24665510429442375</c:v>
                </c:pt>
                <c:pt idx="23" formatCode="0%">
                  <c:v>0.25265501831260834</c:v>
                </c:pt>
                <c:pt idx="24" formatCode="0%">
                  <c:v>0.19066105371745803</c:v>
                </c:pt>
                <c:pt idx="25" formatCode="0%">
                  <c:v>0.21034743878846796</c:v>
                </c:pt>
                <c:pt idx="27" formatCode="0%">
                  <c:v>0.22372932827906733</c:v>
                </c:pt>
                <c:pt idx="28" formatCode="0%">
                  <c:v>0.22452006064050711</c:v>
                </c:pt>
                <c:pt idx="29" formatCode="0%">
                  <c:v>0.2274976223093618</c:v>
                </c:pt>
                <c:pt idx="31" formatCode="0%">
                  <c:v>0.16737817165255817</c:v>
                </c:pt>
                <c:pt idx="32" formatCode="0%">
                  <c:v>0.44427764870832004</c:v>
                </c:pt>
                <c:pt idx="33" formatCode="0%">
                  <c:v>0.33984847729587192</c:v>
                </c:pt>
                <c:pt idx="34" formatCode="0%">
                  <c:v>0.14713000399491291</c:v>
                </c:pt>
                <c:pt idx="35" formatCode="0%">
                  <c:v>0.1176744971685616</c:v>
                </c:pt>
                <c:pt idx="36" formatCode="0%">
                  <c:v>0.11430291942699387</c:v>
                </c:pt>
                <c:pt idx="38" formatCode="0%">
                  <c:v>0.1932406185642257</c:v>
                </c:pt>
                <c:pt idx="39" formatCode="0%">
                  <c:v>0.36714328366761501</c:v>
                </c:pt>
                <c:pt idx="40" formatCode="0%">
                  <c:v>0.15544659176413375</c:v>
                </c:pt>
                <c:pt idx="41" formatCode="0%">
                  <c:v>0.15232117867249545</c:v>
                </c:pt>
                <c:pt idx="43" formatCode="0%">
                  <c:v>0.17780728279578742</c:v>
                </c:pt>
                <c:pt idx="44" formatCode="0%">
                  <c:v>0.33125797339109941</c:v>
                </c:pt>
                <c:pt idx="46" formatCode="0%">
                  <c:v>0.13990146121389258</c:v>
                </c:pt>
                <c:pt idx="47" formatCode="0%">
                  <c:v>0.15588044843224244</c:v>
                </c:pt>
                <c:pt idx="48" formatCode="0%">
                  <c:v>0.25503737466618626</c:v>
                </c:pt>
                <c:pt idx="49" formatCode="0%">
                  <c:v>0.34777612345522696</c:v>
                </c:pt>
                <c:pt idx="51" formatCode="0%">
                  <c:v>0.41256498315199636</c:v>
                </c:pt>
                <c:pt idx="52" formatCode="0%">
                  <c:v>0.32484655294943887</c:v>
                </c:pt>
                <c:pt idx="53" formatCode="0%">
                  <c:v>0.14438922758646519</c:v>
                </c:pt>
                <c:pt idx="54" formatCode="0%">
                  <c:v>0.14719137308260485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6-FBC2-41E1-8BF4-354A622DB3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2860048"/>
        <c:axId val="512851424"/>
      </c:lineChart>
      <c:catAx>
        <c:axId val="512860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s-AR"/>
          </a:p>
        </c:txPr>
        <c:crossAx val="512851424"/>
        <c:crosses val="autoZero"/>
        <c:auto val="1"/>
        <c:lblAlgn val="ctr"/>
        <c:lblOffset val="100"/>
        <c:noMultiLvlLbl val="0"/>
      </c:catAx>
      <c:valAx>
        <c:axId val="512851424"/>
        <c:scaling>
          <c:orientation val="minMax"/>
          <c:max val="0.8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s-AR"/>
          </a:p>
        </c:txPr>
        <c:crossAx val="512860048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6035409089449566E-2"/>
          <c:y val="8.1729412760838862E-3"/>
          <c:w val="0.98396459091055044"/>
          <c:h val="6.79833345545246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  <a:latin typeface="+mj-lt"/>
        </a:defRPr>
      </a:pPr>
      <a:endParaRPr lang="es-AR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Hoja1!$C$1:$BE$1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Hoja1!$C$2:$BE$2</c:f>
              <c:numCache>
                <c:formatCode>General</c:formatCode>
                <c:ptCount val="55"/>
                <c:pt idx="0" formatCode="0%">
                  <c:v>7.5907180723250103E-2</c:v>
                </c:pt>
                <c:pt idx="2" formatCode="0%">
                  <c:v>7.4839257670348755E-2</c:v>
                </c:pt>
                <c:pt idx="3" formatCode="0%">
                  <c:v>5.0433122178381876E-2</c:v>
                </c:pt>
                <c:pt idx="5" formatCode="0%">
                  <c:v>4.3194326949998328E-2</c:v>
                </c:pt>
                <c:pt idx="6" formatCode="0%">
                  <c:v>3.3290059110232043E-2</c:v>
                </c:pt>
                <c:pt idx="7" formatCode="0%">
                  <c:v>9.0175217934357316E-2</c:v>
                </c:pt>
                <c:pt idx="8" formatCode="0%">
                  <c:v>8.3339236355602656E-2</c:v>
                </c:pt>
                <c:pt idx="10" formatCode="0%">
                  <c:v>0.13259384735835977</c:v>
                </c:pt>
                <c:pt idx="11" formatCode="0%">
                  <c:v>3.6821278617827774E-2</c:v>
                </c:pt>
                <c:pt idx="12" formatCode="0%">
                  <c:v>3.6883048487747504E-2</c:v>
                </c:pt>
                <c:pt idx="14" formatCode="0%">
                  <c:v>6.0048089512242601E-2</c:v>
                </c:pt>
                <c:pt idx="15" formatCode="0%">
                  <c:v>7.7251622760117461E-2</c:v>
                </c:pt>
                <c:pt idx="16" formatCode="0%">
                  <c:v>4.3833217428248111E-2</c:v>
                </c:pt>
                <c:pt idx="17" formatCode="0%">
                  <c:v>7.6421434822713546E-2</c:v>
                </c:pt>
                <c:pt idx="19" formatCode="0%">
                  <c:v>6.4724502577133802E-2</c:v>
                </c:pt>
                <c:pt idx="20" formatCode="0%">
                  <c:v>6.0245164542719429E-2</c:v>
                </c:pt>
                <c:pt idx="22" formatCode="0%">
                  <c:v>6.9212030107396683E-2</c:v>
                </c:pt>
                <c:pt idx="23" formatCode="0%">
                  <c:v>8.4388205872984082E-2</c:v>
                </c:pt>
                <c:pt idx="24" formatCode="0%">
                  <c:v>5.7867809778407268E-2</c:v>
                </c:pt>
                <c:pt idx="25" formatCode="0%">
                  <c:v>5.8099368087947106E-2</c:v>
                </c:pt>
                <c:pt idx="27" formatCode="0%">
                  <c:v>9.4881454312944424E-2</c:v>
                </c:pt>
                <c:pt idx="28" formatCode="0%">
                  <c:v>3.5762431774748527E-2</c:v>
                </c:pt>
                <c:pt idx="29" formatCode="0%">
                  <c:v>6.4942766384253336E-2</c:v>
                </c:pt>
                <c:pt idx="31" formatCode="0%">
                  <c:v>4.557765841866341E-2</c:v>
                </c:pt>
                <c:pt idx="32" formatCode="0%">
                  <c:v>0.14141765771410761</c:v>
                </c:pt>
                <c:pt idx="33" formatCode="0%">
                  <c:v>0.14118640033377777</c:v>
                </c:pt>
                <c:pt idx="34" formatCode="0%">
                  <c:v>0</c:v>
                </c:pt>
                <c:pt idx="35" formatCode="0%">
                  <c:v>1.3669282650196472E-5</c:v>
                </c:pt>
                <c:pt idx="36" formatCode="0%">
                  <c:v>4.9484889699608244E-3</c:v>
                </c:pt>
                <c:pt idx="38" formatCode="0%">
                  <c:v>0.13277464324214946</c:v>
                </c:pt>
                <c:pt idx="39" formatCode="0%">
                  <c:v>0.12873358623566608</c:v>
                </c:pt>
                <c:pt idx="40" formatCode="0%">
                  <c:v>4.8698229367538268E-4</c:v>
                </c:pt>
                <c:pt idx="41" formatCode="0%">
                  <c:v>6.7156057813721696E-3</c:v>
                </c:pt>
                <c:pt idx="43" formatCode="0%">
                  <c:v>1.0986213860261584E-2</c:v>
                </c:pt>
                <c:pt idx="44" formatCode="0%">
                  <c:v>0.11175079300715757</c:v>
                </c:pt>
                <c:pt idx="46" formatCode="0%">
                  <c:v>5.0003295809588806E-9</c:v>
                </c:pt>
                <c:pt idx="47" formatCode="0%">
                  <c:v>1.9008133206979742E-2</c:v>
                </c:pt>
                <c:pt idx="48" formatCode="0%">
                  <c:v>5.2471940082541219E-2</c:v>
                </c:pt>
                <c:pt idx="49" formatCode="0%">
                  <c:v>0.15407377133762334</c:v>
                </c:pt>
                <c:pt idx="51" formatCode="0%">
                  <c:v>0.15592355725779131</c:v>
                </c:pt>
                <c:pt idx="52" formatCode="0%">
                  <c:v>0.16084313995243643</c:v>
                </c:pt>
                <c:pt idx="53" formatCode="0%">
                  <c:v>1.3406599841652531E-2</c:v>
                </c:pt>
                <c:pt idx="54" formatCode="0%">
                  <c:v>2.1217195111390861E-3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Hoja1!$B$3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Hoja1!$C$1:$BE$1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Hoja1!$C$3:$BE$3</c:f>
              <c:numCache>
                <c:formatCode>General</c:formatCode>
                <c:ptCount val="55"/>
                <c:pt idx="0" formatCode="0%">
                  <c:v>0.101247295002467</c:v>
                </c:pt>
                <c:pt idx="2" formatCode="0%">
                  <c:v>0.10759248889967071</c:v>
                </c:pt>
                <c:pt idx="3" formatCode="0%">
                  <c:v>7.415996819573685E-2</c:v>
                </c:pt>
                <c:pt idx="5" formatCode="0%">
                  <c:v>5.8368625121537503E-2</c:v>
                </c:pt>
                <c:pt idx="6" formatCode="0%">
                  <c:v>8.9203789691518376E-2</c:v>
                </c:pt>
                <c:pt idx="7" formatCode="0%">
                  <c:v>8.1634514060031471E-2</c:v>
                </c:pt>
                <c:pt idx="8" formatCode="0%">
                  <c:v>0.133387667931013</c:v>
                </c:pt>
                <c:pt idx="10" formatCode="0%">
                  <c:v>9.5874815818452419E-2</c:v>
                </c:pt>
                <c:pt idx="11" formatCode="0%">
                  <c:v>9.362548590073573E-2</c:v>
                </c:pt>
                <c:pt idx="12" formatCode="0%">
                  <c:v>8.5140623884808045E-2</c:v>
                </c:pt>
                <c:pt idx="14" formatCode="0%">
                  <c:v>8.4935817302536923E-2</c:v>
                </c:pt>
                <c:pt idx="15" formatCode="0%">
                  <c:v>0.11221408249156059</c:v>
                </c:pt>
                <c:pt idx="16" formatCode="0%">
                  <c:v>7.0114062173376693E-2</c:v>
                </c:pt>
                <c:pt idx="17" formatCode="0%">
                  <c:v>7.7210873354482734E-2</c:v>
                </c:pt>
                <c:pt idx="19" formatCode="0%">
                  <c:v>9.6862409697849511E-2</c:v>
                </c:pt>
                <c:pt idx="20" formatCode="0%">
                  <c:v>8.3022265328884237E-2</c:v>
                </c:pt>
                <c:pt idx="22" formatCode="0%">
                  <c:v>7.5484451546461273E-2</c:v>
                </c:pt>
                <c:pt idx="23" formatCode="0%">
                  <c:v>8.463017866608652E-2</c:v>
                </c:pt>
                <c:pt idx="24" formatCode="0%">
                  <c:v>9.2036645652794763E-2</c:v>
                </c:pt>
                <c:pt idx="25" formatCode="0%">
                  <c:v>6.8832017457044731E-2</c:v>
                </c:pt>
                <c:pt idx="27" formatCode="0%">
                  <c:v>9.6748870835631523E-2</c:v>
                </c:pt>
                <c:pt idx="28" formatCode="0%">
                  <c:v>7.4427374168558477E-2</c:v>
                </c:pt>
                <c:pt idx="29" formatCode="0%">
                  <c:v>5.9626630304588216E-2</c:v>
                </c:pt>
                <c:pt idx="31" formatCode="0%">
                  <c:v>7.0452105568404338E-2</c:v>
                </c:pt>
                <c:pt idx="32" formatCode="0%">
                  <c:v>0.20080794435116048</c:v>
                </c:pt>
                <c:pt idx="33" formatCode="0%">
                  <c:v>0.14908891405867628</c:v>
                </c:pt>
                <c:pt idx="34" formatCode="0%">
                  <c:v>3.3274234508101463E-2</c:v>
                </c:pt>
                <c:pt idx="35" formatCode="0%">
                  <c:v>4.3216523055812292E-2</c:v>
                </c:pt>
                <c:pt idx="36" formatCode="0%">
                  <c:v>2.761482108960105E-2</c:v>
                </c:pt>
                <c:pt idx="38" formatCode="0%">
                  <c:v>7.7988045273961526E-2</c:v>
                </c:pt>
                <c:pt idx="39" formatCode="0%">
                  <c:v>0.14319859176214408</c:v>
                </c:pt>
                <c:pt idx="40" formatCode="0%">
                  <c:v>8.7970668557274673E-2</c:v>
                </c:pt>
                <c:pt idx="41" formatCode="0%">
                  <c:v>3.5525077870547608E-2</c:v>
                </c:pt>
                <c:pt idx="43" formatCode="0%">
                  <c:v>6.6744034625830104E-2</c:v>
                </c:pt>
                <c:pt idx="44" formatCode="0%">
                  <c:v>0.13503716157137549</c:v>
                </c:pt>
                <c:pt idx="46" formatCode="0%">
                  <c:v>5.2366803159453058E-2</c:v>
                </c:pt>
                <c:pt idx="47" formatCode="0%">
                  <c:v>4.1241799402165616E-2</c:v>
                </c:pt>
                <c:pt idx="48" formatCode="0%">
                  <c:v>0.11421771295867289</c:v>
                </c:pt>
                <c:pt idx="49" formatCode="0%">
                  <c:v>0.15388504529709671</c:v>
                </c:pt>
                <c:pt idx="51" formatCode="0%">
                  <c:v>0.20784045831483805</c:v>
                </c:pt>
                <c:pt idx="52" formatCode="0%">
                  <c:v>0.12938246201274661</c:v>
                </c:pt>
                <c:pt idx="53" formatCode="0%">
                  <c:v>3.1300755021341213E-2</c:v>
                </c:pt>
                <c:pt idx="54" formatCode="0%">
                  <c:v>5.1462552240142602E-2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Hoja1!$B$4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Hoja1!$C$1:$BE$1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Hoja1!$C$4:$BE$4</c:f>
              <c:numCache>
                <c:formatCode>General</c:formatCode>
                <c:ptCount val="55"/>
                <c:pt idx="0" formatCode="0%">
                  <c:v>9.0013753708276661E-2</c:v>
                </c:pt>
                <c:pt idx="2" formatCode="0%">
                  <c:v>0.11333373264799547</c:v>
                </c:pt>
                <c:pt idx="3" formatCode="0%">
                  <c:v>6.5632305651558351E-2</c:v>
                </c:pt>
                <c:pt idx="5" formatCode="0%">
                  <c:v>0.13374932077313065</c:v>
                </c:pt>
                <c:pt idx="6" formatCode="0%">
                  <c:v>0.14919427194780435</c:v>
                </c:pt>
                <c:pt idx="7" formatCode="0%">
                  <c:v>4.8583486972117076E-2</c:v>
                </c:pt>
                <c:pt idx="8" formatCode="0%">
                  <c:v>3.1316205848708485E-2</c:v>
                </c:pt>
                <c:pt idx="10" formatCode="0%">
                  <c:v>5.2158114816347849E-2</c:v>
                </c:pt>
                <c:pt idx="11" formatCode="0%">
                  <c:v>0.1221833026563401</c:v>
                </c:pt>
                <c:pt idx="12" formatCode="0%">
                  <c:v>8.4977644796970231E-2</c:v>
                </c:pt>
                <c:pt idx="14" formatCode="0%">
                  <c:v>5.8805909205812107E-2</c:v>
                </c:pt>
                <c:pt idx="15" formatCode="0%">
                  <c:v>0.12581579883699198</c:v>
                </c:pt>
                <c:pt idx="16" formatCode="0%">
                  <c:v>7.4889443313553711E-2</c:v>
                </c:pt>
                <c:pt idx="17" formatCode="0%">
                  <c:v>3.8288109786437916E-2</c:v>
                </c:pt>
                <c:pt idx="19" formatCode="0%">
                  <c:v>0.10928260024150323</c:v>
                </c:pt>
                <c:pt idx="20" formatCode="0%">
                  <c:v>6.1788714130395606E-2</c:v>
                </c:pt>
                <c:pt idx="22" formatCode="0%">
                  <c:v>7.5216670945189565E-2</c:v>
                </c:pt>
                <c:pt idx="23" formatCode="0%">
                  <c:v>6.2935147521861828E-2</c:v>
                </c:pt>
                <c:pt idx="24" formatCode="0%">
                  <c:v>1.6954606346225285E-2</c:v>
                </c:pt>
                <c:pt idx="25" formatCode="0%">
                  <c:v>0.13140250794606131</c:v>
                </c:pt>
                <c:pt idx="27" formatCode="0%">
                  <c:v>6.184704290917576E-2</c:v>
                </c:pt>
                <c:pt idx="28" formatCode="0%">
                  <c:v>6.6356237305450524E-2</c:v>
                </c:pt>
                <c:pt idx="29" formatCode="0%">
                  <c:v>0.12899415893486185</c:v>
                </c:pt>
                <c:pt idx="31" formatCode="0%">
                  <c:v>0.11631273441656464</c:v>
                </c:pt>
                <c:pt idx="32" formatCode="0%">
                  <c:v>0.13373895230430563</c:v>
                </c:pt>
                <c:pt idx="33" formatCode="0%">
                  <c:v>1.5086111459851736E-2</c:v>
                </c:pt>
                <c:pt idx="34" formatCode="0%">
                  <c:v>5.2158334045037294E-2</c:v>
                </c:pt>
                <c:pt idx="35" formatCode="0%">
                  <c:v>2.0372925963389756E-3</c:v>
                </c:pt>
                <c:pt idx="36" formatCode="0%">
                  <c:v>8.2025698690549792E-2</c:v>
                </c:pt>
                <c:pt idx="38" formatCode="0%">
                  <c:v>5.4430328976536026E-2</c:v>
                </c:pt>
                <c:pt idx="39" formatCode="0%">
                  <c:v>9.9617042564165981E-2</c:v>
                </c:pt>
                <c:pt idx="40" formatCode="0%">
                  <c:v>9.9572214825461816E-2</c:v>
                </c:pt>
                <c:pt idx="41" formatCode="0%">
                  <c:v>9.2156479812421477E-2</c:v>
                </c:pt>
                <c:pt idx="43" formatCode="0%">
                  <c:v>0.10720690396465116</c:v>
                </c:pt>
                <c:pt idx="44" formatCode="0%">
                  <c:v>9.1510978875398774E-2</c:v>
                </c:pt>
                <c:pt idx="46" formatCode="0%">
                  <c:v>0.13123333978611601</c:v>
                </c:pt>
                <c:pt idx="47" formatCode="0%">
                  <c:v>7.181093234656527E-2</c:v>
                </c:pt>
                <c:pt idx="48" formatCode="0%">
                  <c:v>0.2169862799881172</c:v>
                </c:pt>
                <c:pt idx="49" formatCode="0%">
                  <c:v>2.261161799998504E-2</c:v>
                </c:pt>
                <c:pt idx="51" formatCode="0%">
                  <c:v>3.1080844726237226E-2</c:v>
                </c:pt>
                <c:pt idx="52" formatCode="0%">
                  <c:v>0.12064580515413054</c:v>
                </c:pt>
                <c:pt idx="53" formatCode="0%">
                  <c:v>5.8471689993607565E-2</c:v>
                </c:pt>
                <c:pt idx="54" formatCode="0%">
                  <c:v>0.10844973777211923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Hoja1!$B$5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Hoja1!$C$1:$BE$1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Hoja1!$C$5:$BE$5</c:f>
              <c:numCache>
                <c:formatCode>General</c:formatCode>
                <c:ptCount val="55"/>
                <c:pt idx="0" formatCode="0%">
                  <c:v>0.12395952388940243</c:v>
                </c:pt>
                <c:pt idx="2" formatCode="0%">
                  <c:v>0.14754566702286093</c:v>
                </c:pt>
                <c:pt idx="3" formatCode="0%">
                  <c:v>9.9302078913883457E-2</c:v>
                </c:pt>
                <c:pt idx="5" formatCode="0%">
                  <c:v>0.1854921015900515</c:v>
                </c:pt>
                <c:pt idx="6" formatCode="0%">
                  <c:v>0.15201219273275379</c:v>
                </c:pt>
                <c:pt idx="7" formatCode="0%">
                  <c:v>9.0161954868587163E-2</c:v>
                </c:pt>
                <c:pt idx="8" formatCode="0%">
                  <c:v>7.443026979504383E-2</c:v>
                </c:pt>
                <c:pt idx="10" formatCode="0%">
                  <c:v>0.13561959593611814</c:v>
                </c:pt>
                <c:pt idx="11" formatCode="0%">
                  <c:v>5.4882032801354376E-2</c:v>
                </c:pt>
                <c:pt idx="12" formatCode="0%">
                  <c:v>0.18853922238566154</c:v>
                </c:pt>
                <c:pt idx="14" formatCode="0%">
                  <c:v>0.21219295142671529</c:v>
                </c:pt>
                <c:pt idx="15" formatCode="0%">
                  <c:v>8.9903103134684345E-2</c:v>
                </c:pt>
                <c:pt idx="16" formatCode="0%">
                  <c:v>9.5289644399768794E-2</c:v>
                </c:pt>
                <c:pt idx="17" formatCode="0%">
                  <c:v>0.13470239577762372</c:v>
                </c:pt>
                <c:pt idx="19" formatCode="0%">
                  <c:v>0.11547679278951703</c:v>
                </c:pt>
                <c:pt idx="20" formatCode="0%">
                  <c:v>0.1363850430096015</c:v>
                </c:pt>
                <c:pt idx="22" formatCode="0%">
                  <c:v>0.14070171066288453</c:v>
                </c:pt>
                <c:pt idx="23" formatCode="0%">
                  <c:v>9.3665835266843342E-2</c:v>
                </c:pt>
                <c:pt idx="24" formatCode="0%">
                  <c:v>0.3227798226844476</c:v>
                </c:pt>
                <c:pt idx="25" formatCode="0%">
                  <c:v>5.638395008187623E-2</c:v>
                </c:pt>
                <c:pt idx="27" formatCode="0%">
                  <c:v>0.17427461869108651</c:v>
                </c:pt>
                <c:pt idx="28" formatCode="0%">
                  <c:v>7.2882701579057796E-2</c:v>
                </c:pt>
                <c:pt idx="29" formatCode="0%">
                  <c:v>0.10852279467761869</c:v>
                </c:pt>
                <c:pt idx="31" formatCode="0%">
                  <c:v>0.21146679915129207</c:v>
                </c:pt>
                <c:pt idx="32" formatCode="0%">
                  <c:v>5.5725361830159519E-2</c:v>
                </c:pt>
                <c:pt idx="33" formatCode="0%">
                  <c:v>4.7917746030939734E-2</c:v>
                </c:pt>
                <c:pt idx="34" formatCode="0%">
                  <c:v>0.16268936172260315</c:v>
                </c:pt>
                <c:pt idx="35" formatCode="0%">
                  <c:v>6.5222861088061997E-3</c:v>
                </c:pt>
                <c:pt idx="36" formatCode="0%">
                  <c:v>0.1126142636825971</c:v>
                </c:pt>
                <c:pt idx="38" formatCode="0%">
                  <c:v>5.0747549320711655E-2</c:v>
                </c:pt>
                <c:pt idx="39" formatCode="0%">
                  <c:v>0.10059834016171001</c:v>
                </c:pt>
                <c:pt idx="40" formatCode="0%">
                  <c:v>0.14536483409262607</c:v>
                </c:pt>
                <c:pt idx="41" formatCode="0%">
                  <c:v>0.15164651530138498</c:v>
                </c:pt>
                <c:pt idx="43" formatCode="0%">
                  <c:v>0.10013683646153439</c:v>
                </c:pt>
                <c:pt idx="44" formatCode="0%">
                  <c:v>0.14224029369121596</c:v>
                </c:pt>
                <c:pt idx="46" formatCode="0%">
                  <c:v>0.26073678753831364</c:v>
                </c:pt>
                <c:pt idx="47" formatCode="0%">
                  <c:v>4.1123032656324714E-2</c:v>
                </c:pt>
                <c:pt idx="48" formatCode="0%">
                  <c:v>4.3792090111160642E-2</c:v>
                </c:pt>
                <c:pt idx="49" formatCode="0%">
                  <c:v>5.7169318535443742E-2</c:v>
                </c:pt>
                <c:pt idx="51" formatCode="0%">
                  <c:v>5.9409017151271268E-2</c:v>
                </c:pt>
                <c:pt idx="52" formatCode="0%">
                  <c:v>3.0564152316480686E-2</c:v>
                </c:pt>
                <c:pt idx="53" formatCode="0%">
                  <c:v>5.3751743264231579E-2</c:v>
                </c:pt>
                <c:pt idx="54" formatCode="0%">
                  <c:v>0.20931824586137135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Hoja1!$B$6</c:f>
              <c:strCache>
                <c:ptCount val="1"/>
                <c:pt idx="0">
                  <c:v>No lo conoce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Hoja1!$C$1:$BE$1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Hoja1!$C$6:$BE$6</c:f>
              <c:numCache>
                <c:formatCode>General</c:formatCode>
                <c:ptCount val="55"/>
                <c:pt idx="0" formatCode="0%">
                  <c:v>0.53715122001149995</c:v>
                </c:pt>
                <c:pt idx="2" formatCode="0%">
                  <c:v>0.49202520312481401</c:v>
                </c:pt>
                <c:pt idx="3" formatCode="0%">
                  <c:v>0.6048390982002364</c:v>
                </c:pt>
                <c:pt idx="5" formatCode="0%">
                  <c:v>0.54335924746526221</c:v>
                </c:pt>
                <c:pt idx="6" formatCode="0%">
                  <c:v>0.47150059429549168</c:v>
                </c:pt>
                <c:pt idx="7" formatCode="0%">
                  <c:v>0.59578919008405018</c:v>
                </c:pt>
                <c:pt idx="8" formatCode="0%">
                  <c:v>0.57975768724331123</c:v>
                </c:pt>
                <c:pt idx="10" formatCode="0%">
                  <c:v>0.47400196413191348</c:v>
                </c:pt>
                <c:pt idx="11" formatCode="0%">
                  <c:v>0.61819514021621891</c:v>
                </c:pt>
                <c:pt idx="12" formatCode="0%">
                  <c:v>0.52795843258663788</c:v>
                </c:pt>
                <c:pt idx="14" formatCode="0%">
                  <c:v>0.51908690483584741</c:v>
                </c:pt>
                <c:pt idx="15" formatCode="0%">
                  <c:v>0.50702556371913476</c:v>
                </c:pt>
                <c:pt idx="16" formatCode="0%">
                  <c:v>0.60690386343502756</c:v>
                </c:pt>
                <c:pt idx="17" formatCode="0%">
                  <c:v>0.66440638992958578</c:v>
                </c:pt>
                <c:pt idx="19" formatCode="0%">
                  <c:v>0.49999583065197806</c:v>
                </c:pt>
                <c:pt idx="20" formatCode="0%">
                  <c:v>0.6162245155348135</c:v>
                </c:pt>
                <c:pt idx="22" formatCode="0%">
                  <c:v>0.47972840826172053</c:v>
                </c:pt>
                <c:pt idx="23" formatCode="0%">
                  <c:v>0.56156882945172659</c:v>
                </c:pt>
                <c:pt idx="24" formatCode="0%">
                  <c:v>0.44995606199866489</c:v>
                </c:pt>
                <c:pt idx="25" formatCode="0%">
                  <c:v>0.63618883253435565</c:v>
                </c:pt>
                <c:pt idx="27" formatCode="0%">
                  <c:v>0.43470153182947302</c:v>
                </c:pt>
                <c:pt idx="28" formatCode="0%">
                  <c:v>0.68934065008537393</c:v>
                </c:pt>
                <c:pt idx="29" formatCode="0%">
                  <c:v>0.58090818838906777</c:v>
                </c:pt>
                <c:pt idx="31" formatCode="0%">
                  <c:v>0.4767678874171799</c:v>
                </c:pt>
                <c:pt idx="32" formatCode="0%">
                  <c:v>0.40530240470610546</c:v>
                </c:pt>
                <c:pt idx="33" formatCode="0%">
                  <c:v>0.59309550004408551</c:v>
                </c:pt>
                <c:pt idx="34" formatCode="0%">
                  <c:v>0.70588413491222179</c:v>
                </c:pt>
                <c:pt idx="35" formatCode="0%">
                  <c:v>0.54129883890573016</c:v>
                </c:pt>
                <c:pt idx="36" formatCode="0%">
                  <c:v>0.7256312535095133</c:v>
                </c:pt>
                <c:pt idx="38" formatCode="0%">
                  <c:v>0.61276876134369351</c:v>
                </c:pt>
                <c:pt idx="39" formatCode="0%">
                  <c:v>0.45996055593498925</c:v>
                </c:pt>
                <c:pt idx="40" formatCode="0%">
                  <c:v>0.62349524746378027</c:v>
                </c:pt>
                <c:pt idx="41" formatCode="0%">
                  <c:v>0.50788468319761126</c:v>
                </c:pt>
                <c:pt idx="43" formatCode="0%">
                  <c:v>0.60696769376291781</c:v>
                </c:pt>
                <c:pt idx="44" formatCode="0%">
                  <c:v>0.45860048871787912</c:v>
                </c:pt>
                <c:pt idx="46" formatCode="0%">
                  <c:v>0.50651119518222731</c:v>
                </c:pt>
                <c:pt idx="47" formatCode="0%">
                  <c:v>0.65671117311469951</c:v>
                </c:pt>
                <c:pt idx="48" formatCode="0%">
                  <c:v>0.55549995365164839</c:v>
                </c:pt>
                <c:pt idx="49" formatCode="0%">
                  <c:v>0.52875694767284609</c:v>
                </c:pt>
                <c:pt idx="51" formatCode="0%">
                  <c:v>0.44332925850893401</c:v>
                </c:pt>
                <c:pt idx="52" formatCode="0%">
                  <c:v>0.49304453235948353</c:v>
                </c:pt>
                <c:pt idx="53" formatCode="0%">
                  <c:v>0.75514899122963608</c:v>
                </c:pt>
                <c:pt idx="54" formatCode="0%">
                  <c:v>0.54876426219232033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Hoja1!$B$7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Hoja1!$C$1:$BE$1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Hoja1!$C$7:$BE$7</c:f>
              <c:numCache>
                <c:formatCode>General</c:formatCode>
                <c:ptCount val="55"/>
                <c:pt idx="0" formatCode="0%">
                  <c:v>7.4721026665103302E-2</c:v>
                </c:pt>
                <c:pt idx="2" formatCode="0%">
                  <c:v>6.4663650634311648E-2</c:v>
                </c:pt>
                <c:pt idx="3" formatCode="0%">
                  <c:v>0.1056334268602023</c:v>
                </c:pt>
                <c:pt idx="5" formatCode="0%">
                  <c:v>3.5836378100019849E-2</c:v>
                </c:pt>
                <c:pt idx="6" formatCode="0%">
                  <c:v>0.10479909222219963</c:v>
                </c:pt>
                <c:pt idx="7" formatCode="0%">
                  <c:v>9.3655636080856045E-2</c:v>
                </c:pt>
                <c:pt idx="8" formatCode="0%">
                  <c:v>9.776893282631928E-2</c:v>
                </c:pt>
                <c:pt idx="10" formatCode="0%">
                  <c:v>0.10975166193880723</c:v>
                </c:pt>
                <c:pt idx="11" formatCode="0%">
                  <c:v>7.4292759807522327E-2</c:v>
                </c:pt>
                <c:pt idx="12" formatCode="0%">
                  <c:v>7.6501027858174545E-2</c:v>
                </c:pt>
                <c:pt idx="14" formatCode="0%">
                  <c:v>6.4930327716844843E-2</c:v>
                </c:pt>
                <c:pt idx="15" formatCode="0%">
                  <c:v>8.7789829057509455E-2</c:v>
                </c:pt>
                <c:pt idx="16" formatCode="0%">
                  <c:v>0.10896976925002527</c:v>
                </c:pt>
                <c:pt idx="17" formatCode="0%">
                  <c:v>8.9707963291561377E-3</c:v>
                </c:pt>
                <c:pt idx="19" formatCode="0%">
                  <c:v>0.11365786404201952</c:v>
                </c:pt>
                <c:pt idx="20" formatCode="0%">
                  <c:v>4.2334297453585717E-2</c:v>
                </c:pt>
                <c:pt idx="22" formatCode="0%">
                  <c:v>0.15965672847634696</c:v>
                </c:pt>
                <c:pt idx="23" formatCode="0%">
                  <c:v>0.11281180322049755</c:v>
                </c:pt>
                <c:pt idx="24" formatCode="0%">
                  <c:v>6.0405053539459817E-2</c:v>
                </c:pt>
                <c:pt idx="25" formatCode="0%">
                  <c:v>4.9093323892714501E-2</c:v>
                </c:pt>
                <c:pt idx="27" formatCode="0%">
                  <c:v>0.13754648142168832</c:v>
                </c:pt>
                <c:pt idx="28" formatCode="0%">
                  <c:v>6.1230605086810351E-2</c:v>
                </c:pt>
                <c:pt idx="29" formatCode="0%">
                  <c:v>5.7005461309609977E-2</c:v>
                </c:pt>
                <c:pt idx="31" formatCode="0%">
                  <c:v>7.9422815027895333E-2</c:v>
                </c:pt>
                <c:pt idx="32" formatCode="0%">
                  <c:v>6.3007679094161245E-2</c:v>
                </c:pt>
                <c:pt idx="33" formatCode="0%">
                  <c:v>5.3625328072668996E-2</c:v>
                </c:pt>
                <c:pt idx="34" formatCode="0%">
                  <c:v>4.5993934812035439E-2</c:v>
                </c:pt>
                <c:pt idx="35" formatCode="0%">
                  <c:v>0.40691139005066207</c:v>
                </c:pt>
                <c:pt idx="36" formatCode="0%">
                  <c:v>4.7165474057777636E-2</c:v>
                </c:pt>
                <c:pt idx="38" formatCode="0%">
                  <c:v>7.1290671842947753E-2</c:v>
                </c:pt>
                <c:pt idx="39" formatCode="0%">
                  <c:v>6.7891883341324247E-2</c:v>
                </c:pt>
                <c:pt idx="40" formatCode="0%">
                  <c:v>4.3110052767181231E-2</c:v>
                </c:pt>
                <c:pt idx="41" formatCode="0%">
                  <c:v>0.2060716380366622</c:v>
                </c:pt>
                <c:pt idx="43" formatCode="0%">
                  <c:v>0.10795831732480489</c:v>
                </c:pt>
                <c:pt idx="44" formatCode="0%">
                  <c:v>6.0860284136973045E-2</c:v>
                </c:pt>
                <c:pt idx="46" formatCode="0%">
                  <c:v>4.9151869333559972E-2</c:v>
                </c:pt>
                <c:pt idx="47" formatCode="0%">
                  <c:v>0.17010492927326468</c:v>
                </c:pt>
                <c:pt idx="48" formatCode="0%">
                  <c:v>1.7032023207859629E-2</c:v>
                </c:pt>
                <c:pt idx="49" formatCode="0%">
                  <c:v>8.3503299157004385E-2</c:v>
                </c:pt>
                <c:pt idx="51" formatCode="0%">
                  <c:v>0.10241686404092785</c:v>
                </c:pt>
                <c:pt idx="52" formatCode="0%">
                  <c:v>6.5519908204722116E-2</c:v>
                </c:pt>
                <c:pt idx="53" formatCode="0%">
                  <c:v>8.7920220649530728E-2</c:v>
                </c:pt>
                <c:pt idx="54" formatCode="0%">
                  <c:v>7.9883482422906743E-2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825-496F-8F83-022F45CFE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12854952"/>
        <c:axId val="512855344"/>
      </c:barChart>
      <c:catAx>
        <c:axId val="512854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512855344"/>
        <c:crosses val="autoZero"/>
        <c:auto val="1"/>
        <c:lblAlgn val="ctr"/>
        <c:lblOffset val="100"/>
        <c:noMultiLvlLbl val="0"/>
      </c:catAx>
      <c:valAx>
        <c:axId val="51285534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128549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926428692507996"/>
          <c:h val="3.7975080168766294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5069363344404497E-2"/>
          <c:y val="0.23329260849737293"/>
          <c:w val="0.97084457020997372"/>
          <c:h val="0.55012111842937805"/>
        </c:manualLayout>
      </c:layout>
      <c:lineChart>
        <c:grouping val="standard"/>
        <c:varyColors val="0"/>
        <c:ser>
          <c:idx val="0"/>
          <c:order val="0"/>
          <c:tx>
            <c:strRef>
              <c:f>'Imagen FA'!$B$52</c:f>
              <c:strCache>
                <c:ptCount val="1"/>
                <c:pt idx="0">
                  <c:v>Conocimiento FA may-24</c:v>
                </c:pt>
              </c:strCache>
            </c:strRef>
          </c:tx>
          <c:spPr>
            <a:ln w="63500">
              <a:noFill/>
            </a:ln>
          </c:spPr>
          <c:marker>
            <c:symbol val="circle"/>
            <c:size val="10"/>
            <c:spPr>
              <a:solidFill>
                <a:srgbClr val="1D73FC">
                  <a:lumMod val="40000"/>
                  <a:lumOff val="60000"/>
                </a:srgbClr>
              </a:solidFill>
              <a:ln>
                <a:solidFill>
                  <a:srgbClr val="000000"/>
                </a:solidFill>
              </a:ln>
            </c:spPr>
          </c:marker>
          <c:cat>
            <c:strRef>
              <c:f>'Imagen FA'!$C$51:$BB$51</c:f>
              <c:strCache>
                <c:ptCount val="52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1er Cordon</c:v>
                </c:pt>
                <c:pt idx="27">
                  <c:v>2do Cordon</c:v>
                </c:pt>
                <c:pt idx="28">
                  <c:v>3er Cordon</c:v>
                </c:pt>
                <c:pt idx="29">
                  <c:v>Resto</c:v>
                </c:pt>
                <c:pt idx="31">
                  <c:v>Ninguna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Javier Milei</c:v>
                </c:pt>
                <c:pt idx="40">
                  <c:v>Sergio Massa</c:v>
                </c:pt>
                <c:pt idx="41">
                  <c:v>En blanco</c:v>
                </c:pt>
                <c:pt idx="43">
                  <c:v>Muy buena</c:v>
                </c:pt>
                <c:pt idx="44">
                  <c:v>Buena</c:v>
                </c:pt>
                <c:pt idx="45">
                  <c:v>Mala</c:v>
                </c:pt>
                <c:pt idx="46">
                  <c:v>Muy mala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</c:strCache>
            </c:strRef>
          </c:cat>
          <c:val>
            <c:numRef>
              <c:f>'Imagen FA'!$C$52:$BB$52</c:f>
              <c:numCache>
                <c:formatCode>General</c:formatCode>
                <c:ptCount val="52"/>
                <c:pt idx="0" formatCode="0%">
                  <c:v>0.2834039582826488</c:v>
                </c:pt>
                <c:pt idx="2" formatCode="0%">
                  <c:v>0.3374971755726246</c:v>
                </c:pt>
                <c:pt idx="3" formatCode="0%">
                  <c:v>0.2321867621590275</c:v>
                </c:pt>
                <c:pt idx="5" formatCode="0%">
                  <c:v>0.36382352190934597</c:v>
                </c:pt>
                <c:pt idx="6" formatCode="0%">
                  <c:v>0.26212003087655789</c:v>
                </c:pt>
                <c:pt idx="7" formatCode="0%">
                  <c:v>0.26462331706039488</c:v>
                </c:pt>
                <c:pt idx="8" formatCode="0%">
                  <c:v>0.23602165419374244</c:v>
                </c:pt>
                <c:pt idx="10" formatCode="0%">
                  <c:v>0.25447548208984544</c:v>
                </c:pt>
                <c:pt idx="11" formatCode="0%">
                  <c:v>0.29186640226720684</c:v>
                </c:pt>
                <c:pt idx="12" formatCode="0%">
                  <c:v>0.28992811119095729</c:v>
                </c:pt>
                <c:pt idx="14" formatCode="0%">
                  <c:v>0.30512781278185636</c:v>
                </c:pt>
                <c:pt idx="15" formatCode="0%">
                  <c:v>0.28219279231708649</c:v>
                </c:pt>
                <c:pt idx="16" formatCode="0%">
                  <c:v>0.23529875601214639</c:v>
                </c:pt>
                <c:pt idx="17" formatCode="0%">
                  <c:v>0.3874843491989598</c:v>
                </c:pt>
                <c:pt idx="19" formatCode="0%">
                  <c:v>0.28525070299133065</c:v>
                </c:pt>
                <c:pt idx="20" formatCode="0%">
                  <c:v>0.28028867129247687</c:v>
                </c:pt>
                <c:pt idx="22" formatCode="0%">
                  <c:v>0.30696568413173236</c:v>
                </c:pt>
                <c:pt idx="23" formatCode="0%">
                  <c:v>0.28079536295016794</c:v>
                </c:pt>
                <c:pt idx="24" formatCode="0%">
                  <c:v>0.25412716655305656</c:v>
                </c:pt>
                <c:pt idx="26" formatCode="0%">
                  <c:v>0.27895851709367969</c:v>
                </c:pt>
                <c:pt idx="27" formatCode="0%">
                  <c:v>0.2667552146608938</c:v>
                </c:pt>
                <c:pt idx="28" formatCode="0%">
                  <c:v>0.37444964309314643</c:v>
                </c:pt>
                <c:pt idx="29" formatCode="0%">
                  <c:v>0.26575157369425428</c:v>
                </c:pt>
                <c:pt idx="31" formatCode="0%">
                  <c:v>0.27910441763151772</c:v>
                </c:pt>
                <c:pt idx="32" formatCode="0%">
                  <c:v>0.30948829957098861</c:v>
                </c:pt>
                <c:pt idx="33" formatCode="0%">
                  <c:v>0.28564096374547598</c:v>
                </c:pt>
                <c:pt idx="34" formatCode="0%">
                  <c:v>0.38365555202786894</c:v>
                </c:pt>
                <c:pt idx="35" formatCode="0%">
                  <c:v>0.27771927456309881</c:v>
                </c:pt>
                <c:pt idx="36" formatCode="0%">
                  <c:v>0.24671323960982161</c:v>
                </c:pt>
                <c:pt idx="38" formatCode="0%">
                  <c:v>0.41650926791846288</c:v>
                </c:pt>
                <c:pt idx="39" formatCode="0%">
                  <c:v>0.31260819968632847</c:v>
                </c:pt>
                <c:pt idx="40" formatCode="0%">
                  <c:v>0.21384248820014706</c:v>
                </c:pt>
                <c:pt idx="41" formatCode="0%">
                  <c:v>0.19986434771774991</c:v>
                </c:pt>
                <c:pt idx="43" formatCode="0%">
                  <c:v>0.34119754985881334</c:v>
                </c:pt>
                <c:pt idx="44" formatCode="0%">
                  <c:v>0.24208710795085231</c:v>
                </c:pt>
                <c:pt idx="45" formatCode="0%">
                  <c:v>0.41751635882696458</c:v>
                </c:pt>
                <c:pt idx="46" formatCode="0%">
                  <c:v>0.24549939626080736</c:v>
                </c:pt>
                <c:pt idx="48" formatCode="0%">
                  <c:v>0.34396639995702916</c:v>
                </c:pt>
                <c:pt idx="49" formatCode="0%">
                  <c:v>0.27448447007579874</c:v>
                </c:pt>
                <c:pt idx="50" formatCode="0%">
                  <c:v>0.24215604554033845</c:v>
                </c:pt>
                <c:pt idx="51" formatCode="0%">
                  <c:v>0.30196148305009496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5C93-44F0-B9B5-FEAE52EDDECE}"/>
            </c:ext>
          </c:extLst>
        </c:ser>
        <c:ser>
          <c:idx val="1"/>
          <c:order val="1"/>
          <c:tx>
            <c:strRef>
              <c:f>'Imagen FA'!$B$53</c:f>
              <c:strCache>
                <c:ptCount val="1"/>
                <c:pt idx="0">
                  <c:v>Conocimiento FA ago-24</c:v>
                </c:pt>
              </c:strCache>
            </c:strRef>
          </c:tx>
          <c:spPr>
            <a:ln w="63500">
              <a:noFill/>
            </a:ln>
          </c:spPr>
          <c:marker>
            <c:symbol val="circle"/>
            <c:size val="14"/>
            <c:spPr>
              <a:solidFill>
                <a:srgbClr val="1D73FC"/>
              </a:solidFill>
              <a:ln>
                <a:solidFill>
                  <a:srgbClr val="000000"/>
                </a:solidFill>
              </a:ln>
            </c:spPr>
          </c:marker>
          <c:cat>
            <c:strRef>
              <c:f>'Imagen FA'!$C$51:$BB$51</c:f>
              <c:strCache>
                <c:ptCount val="52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1er Cordon</c:v>
                </c:pt>
                <c:pt idx="27">
                  <c:v>2do Cordon</c:v>
                </c:pt>
                <c:pt idx="28">
                  <c:v>3er Cordon</c:v>
                </c:pt>
                <c:pt idx="29">
                  <c:v>Resto</c:v>
                </c:pt>
                <c:pt idx="31">
                  <c:v>Ninguna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Javier Milei</c:v>
                </c:pt>
                <c:pt idx="40">
                  <c:v>Sergio Massa</c:v>
                </c:pt>
                <c:pt idx="41">
                  <c:v>En blanco</c:v>
                </c:pt>
                <c:pt idx="43">
                  <c:v>Muy buena</c:v>
                </c:pt>
                <c:pt idx="44">
                  <c:v>Buena</c:v>
                </c:pt>
                <c:pt idx="45">
                  <c:v>Mala</c:v>
                </c:pt>
                <c:pt idx="46">
                  <c:v>Muy mala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</c:strCache>
            </c:strRef>
          </c:cat>
          <c:val>
            <c:numRef>
              <c:f>'Imagen FA'!$C$53:$BB$53</c:f>
              <c:numCache>
                <c:formatCode>General</c:formatCode>
                <c:ptCount val="52"/>
                <c:pt idx="0" formatCode="0%">
                  <c:v>0.26800225667709893</c:v>
                </c:pt>
                <c:pt idx="2" formatCode="0%">
                  <c:v>0.35549513138987709</c:v>
                </c:pt>
                <c:pt idx="3" formatCode="0%">
                  <c:v>0.18144287936162737</c:v>
                </c:pt>
                <c:pt idx="5" formatCode="0%">
                  <c:v>0.2040663067658629</c:v>
                </c:pt>
                <c:pt idx="6" formatCode="0%">
                  <c:v>0.31918839306030899</c:v>
                </c:pt>
                <c:pt idx="7" formatCode="0%">
                  <c:v>0.22592135974247285</c:v>
                </c:pt>
                <c:pt idx="8" formatCode="0%">
                  <c:v>0.29671304568502388</c:v>
                </c:pt>
                <c:pt idx="10" formatCode="0%">
                  <c:v>0.3058546106629777</c:v>
                </c:pt>
                <c:pt idx="11" formatCode="0%">
                  <c:v>0.28805000404802206</c:v>
                </c:pt>
                <c:pt idx="12" formatCode="0%">
                  <c:v>0.2225342739156505</c:v>
                </c:pt>
                <c:pt idx="14" formatCode="0%">
                  <c:v>0.22768411036774824</c:v>
                </c:pt>
                <c:pt idx="15" formatCode="0%">
                  <c:v>0.30754058647096993</c:v>
                </c:pt>
                <c:pt idx="16" formatCode="0%">
                  <c:v>0.26233327872784956</c:v>
                </c:pt>
                <c:pt idx="17" formatCode="0%">
                  <c:v>0.12350608118412905</c:v>
                </c:pt>
                <c:pt idx="19" formatCode="0%">
                  <c:v>0.26969818802233098</c:v>
                </c:pt>
                <c:pt idx="20" formatCode="0%">
                  <c:v>0.26511065466108419</c:v>
                </c:pt>
                <c:pt idx="22" formatCode="0%">
                  <c:v>0.368702350638825</c:v>
                </c:pt>
                <c:pt idx="23" formatCode="0%">
                  <c:v>0.2341088024342588</c:v>
                </c:pt>
                <c:pt idx="24" formatCode="0%">
                  <c:v>0.18487164697693764</c:v>
                </c:pt>
                <c:pt idx="26" formatCode="0%">
                  <c:v>0.30752443021718678</c:v>
                </c:pt>
                <c:pt idx="27" formatCode="0%">
                  <c:v>0.22692446317849763</c:v>
                </c:pt>
                <c:pt idx="28" formatCode="0%">
                  <c:v>0.38479818073612682</c:v>
                </c:pt>
                <c:pt idx="29" formatCode="0%">
                  <c:v>0.24326171303231836</c:v>
                </c:pt>
                <c:pt idx="31" formatCode="0%">
                  <c:v>0.1644495552739145</c:v>
                </c:pt>
                <c:pt idx="32" formatCode="0%">
                  <c:v>0.2976464188754227</c:v>
                </c:pt>
                <c:pt idx="33" formatCode="0%">
                  <c:v>0.41302103892806291</c:v>
                </c:pt>
                <c:pt idx="34" formatCode="0%">
                  <c:v>0.11564789052550645</c:v>
                </c:pt>
                <c:pt idx="35" formatCode="0%">
                  <c:v>0.23774568140024349</c:v>
                </c:pt>
                <c:pt idx="36" formatCode="0%">
                  <c:v>0.29903818196882792</c:v>
                </c:pt>
                <c:pt idx="38" formatCode="0%">
                  <c:v>9.4407812124240709E-2</c:v>
                </c:pt>
                <c:pt idx="39" formatCode="0%">
                  <c:v>0.21630944375737055</c:v>
                </c:pt>
                <c:pt idx="40" formatCode="0%">
                  <c:v>0.36016461153092039</c:v>
                </c:pt>
                <c:pt idx="41" formatCode="0%">
                  <c:v>0.2486585864577138</c:v>
                </c:pt>
                <c:pt idx="43" formatCode="0%">
                  <c:v>0.28631115518054367</c:v>
                </c:pt>
                <c:pt idx="44" formatCode="0%">
                  <c:v>0.18159528726632718</c:v>
                </c:pt>
                <c:pt idx="45" formatCode="0%">
                  <c:v>0.31346908803946139</c:v>
                </c:pt>
                <c:pt idx="46" formatCode="0%">
                  <c:v>0.30450396478996444</c:v>
                </c:pt>
                <c:pt idx="48" formatCode="0%">
                  <c:v>0.33505121398397464</c:v>
                </c:pt>
                <c:pt idx="49" formatCode="0%">
                  <c:v>0.29390761121276243</c:v>
                </c:pt>
                <c:pt idx="50" formatCode="0%">
                  <c:v>0.16742787236892903</c:v>
                </c:pt>
                <c:pt idx="51" formatCode="0%">
                  <c:v>0.35569758552362341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5C93-44F0-B9B5-FEAE52EDDECE}"/>
            </c:ext>
          </c:extLst>
        </c:ser>
        <c:ser>
          <c:idx val="2"/>
          <c:order val="2"/>
          <c:tx>
            <c:strRef>
              <c:f>'Imagen FA'!$B$54</c:f>
              <c:strCache>
                <c:ptCount val="1"/>
                <c:pt idx="0">
                  <c:v>Conocimiento FA oct-24</c:v>
                </c:pt>
              </c:strCache>
            </c:strRef>
          </c:tx>
          <c:spPr>
            <a:ln w="63500">
              <a:noFill/>
              <a:prstDash val="sysDot"/>
            </a:ln>
          </c:spPr>
          <c:marker>
            <c:symbol val="circle"/>
            <c:size val="18"/>
            <c:spPr>
              <a:solidFill>
                <a:srgbClr val="023D9B"/>
              </a:solidFill>
              <a:ln>
                <a:noFill/>
              </a:ln>
            </c:spPr>
          </c:marker>
          <c:cat>
            <c:strRef>
              <c:f>'Imagen FA'!$C$51:$BB$51</c:f>
              <c:strCache>
                <c:ptCount val="52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1er Cordon</c:v>
                </c:pt>
                <c:pt idx="27">
                  <c:v>2do Cordon</c:v>
                </c:pt>
                <c:pt idx="28">
                  <c:v>3er Cordon</c:v>
                </c:pt>
                <c:pt idx="29">
                  <c:v>Resto</c:v>
                </c:pt>
                <c:pt idx="31">
                  <c:v>Ninguna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Javier Milei</c:v>
                </c:pt>
                <c:pt idx="40">
                  <c:v>Sergio Massa</c:v>
                </c:pt>
                <c:pt idx="41">
                  <c:v>En blanco</c:v>
                </c:pt>
                <c:pt idx="43">
                  <c:v>Muy buena</c:v>
                </c:pt>
                <c:pt idx="44">
                  <c:v>Buena</c:v>
                </c:pt>
                <c:pt idx="45">
                  <c:v>Mala</c:v>
                </c:pt>
                <c:pt idx="46">
                  <c:v>Muy mala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</c:strCache>
            </c:strRef>
          </c:cat>
          <c:val>
            <c:numRef>
              <c:f>'Imagen FA'!$C$54:$BB$54</c:f>
              <c:numCache>
                <c:formatCode>General</c:formatCode>
                <c:ptCount val="52"/>
                <c:pt idx="0" formatCode="0%">
                  <c:v>0.27114391132982296</c:v>
                </c:pt>
                <c:pt idx="2" formatCode="0%">
                  <c:v>0.28318586850824889</c:v>
                </c:pt>
                <c:pt idx="3" formatCode="0%">
                  <c:v>0.2592448064749483</c:v>
                </c:pt>
                <c:pt idx="5" formatCode="0%">
                  <c:v>0.16401101445650623</c:v>
                </c:pt>
                <c:pt idx="6" formatCode="0%">
                  <c:v>0.36093165057129922</c:v>
                </c:pt>
                <c:pt idx="7" formatCode="0%">
                  <c:v>0.32066075437336727</c:v>
                </c:pt>
                <c:pt idx="8" formatCode="0%">
                  <c:v>0.20545632441901224</c:v>
                </c:pt>
                <c:pt idx="10" formatCode="0%">
                  <c:v>0.27617691189449661</c:v>
                </c:pt>
                <c:pt idx="11" formatCode="0%">
                  <c:v>0.26935501347541679</c:v>
                </c:pt>
                <c:pt idx="12" formatCode="0%">
                  <c:v>0.27027130652246312</c:v>
                </c:pt>
                <c:pt idx="14" formatCode="0%">
                  <c:v>0.2776718602718376</c:v>
                </c:pt>
                <c:pt idx="15" formatCode="0%">
                  <c:v>0.25866998568045585</c:v>
                </c:pt>
                <c:pt idx="16" formatCode="0%">
                  <c:v>0.26728082432720135</c:v>
                </c:pt>
                <c:pt idx="17" formatCode="0%">
                  <c:v>0.25554754771304666</c:v>
                </c:pt>
                <c:pt idx="19" formatCode="0%">
                  <c:v>0.30072543686534597</c:v>
                </c:pt>
                <c:pt idx="20" formatCode="0%">
                  <c:v>0.22765174810685143</c:v>
                </c:pt>
                <c:pt idx="22" formatCode="0%">
                  <c:v>0.44749078668438136</c:v>
                </c:pt>
                <c:pt idx="23" formatCode="0%">
                  <c:v>0.19754574082243936</c:v>
                </c:pt>
                <c:pt idx="24" formatCode="0%">
                  <c:v>0.1633352378389839</c:v>
                </c:pt>
                <c:pt idx="26" formatCode="0%">
                  <c:v>0.24197292631836509</c:v>
                </c:pt>
                <c:pt idx="27" formatCode="0%">
                  <c:v>0.33773814551686626</c:v>
                </c:pt>
                <c:pt idx="28" formatCode="0%">
                  <c:v>0.37063434200276507</c:v>
                </c:pt>
                <c:pt idx="29" formatCode="0%">
                  <c:v>0.19648696259620632</c:v>
                </c:pt>
                <c:pt idx="31" formatCode="0%">
                  <c:v>0.32379490370340225</c:v>
                </c:pt>
                <c:pt idx="32" formatCode="0%">
                  <c:v>0.2812219238641368</c:v>
                </c:pt>
                <c:pt idx="33" formatCode="0%">
                  <c:v>0.1776919679208428</c:v>
                </c:pt>
                <c:pt idx="34" formatCode="0%">
                  <c:v>0.39427298799035915</c:v>
                </c:pt>
                <c:pt idx="35" formatCode="0%">
                  <c:v>9.6352121195851514E-3</c:v>
                </c:pt>
                <c:pt idx="36" formatCode="0%">
                  <c:v>0.25659590459582859</c:v>
                </c:pt>
                <c:pt idx="38" formatCode="0%">
                  <c:v>0.46461747193495295</c:v>
                </c:pt>
                <c:pt idx="39" formatCode="0%">
                  <c:v>0.23428408601971065</c:v>
                </c:pt>
                <c:pt idx="40" formatCode="0%">
                  <c:v>0.26018931680926438</c:v>
                </c:pt>
                <c:pt idx="43" formatCode="0%">
                  <c:v>0.33670964302096107</c:v>
                </c:pt>
                <c:pt idx="44" formatCode="0%">
                  <c:v>0.2599624677706377</c:v>
                </c:pt>
                <c:pt idx="45" formatCode="0%">
                  <c:v>0.1906758460262932</c:v>
                </c:pt>
                <c:pt idx="46" formatCode="0%">
                  <c:v>0.2789191920182158</c:v>
                </c:pt>
                <c:pt idx="48" formatCode="0%">
                  <c:v>0.32177521323089348</c:v>
                </c:pt>
                <c:pt idx="49" formatCode="0%">
                  <c:v>0.20607801871332587</c:v>
                </c:pt>
                <c:pt idx="50" formatCode="0%">
                  <c:v>0.22020385655706007</c:v>
                </c:pt>
                <c:pt idx="51" formatCode="0%">
                  <c:v>0.30951922922873887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5C93-44F0-B9B5-FEAE52EDDECE}"/>
            </c:ext>
          </c:extLst>
        </c:ser>
        <c:ser>
          <c:idx val="3"/>
          <c:order val="3"/>
          <c:tx>
            <c:strRef>
              <c:f>'Imagen FA'!$B$55</c:f>
              <c:strCache>
                <c:ptCount val="1"/>
                <c:pt idx="0">
                  <c:v>Conocimiento FA dic-24</c:v>
                </c:pt>
              </c:strCache>
            </c:strRef>
          </c:tx>
          <c:spPr>
            <a:ln w="63500">
              <a:noFill/>
              <a:prstDash val="solid"/>
            </a:ln>
          </c:spPr>
          <c:marker>
            <c:symbol val="circle"/>
            <c:size val="22"/>
            <c:spPr>
              <a:solidFill>
                <a:srgbClr val="002060"/>
              </a:solidFill>
              <a:ln>
                <a:noFill/>
              </a:ln>
            </c:spPr>
          </c:marker>
          <c:cat>
            <c:strRef>
              <c:f>'Imagen FA'!$C$51:$BB$51</c:f>
              <c:strCache>
                <c:ptCount val="52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1er Cordon</c:v>
                </c:pt>
                <c:pt idx="27">
                  <c:v>2do Cordon</c:v>
                </c:pt>
                <c:pt idx="28">
                  <c:v>3er Cordon</c:v>
                </c:pt>
                <c:pt idx="29">
                  <c:v>Resto</c:v>
                </c:pt>
                <c:pt idx="31">
                  <c:v>Ninguna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Javier Milei</c:v>
                </c:pt>
                <c:pt idx="40">
                  <c:v>Sergio Massa</c:v>
                </c:pt>
                <c:pt idx="41">
                  <c:v>En blanco</c:v>
                </c:pt>
                <c:pt idx="43">
                  <c:v>Muy buena</c:v>
                </c:pt>
                <c:pt idx="44">
                  <c:v>Buena</c:v>
                </c:pt>
                <c:pt idx="45">
                  <c:v>Mala</c:v>
                </c:pt>
                <c:pt idx="46">
                  <c:v>Muy mala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</c:strCache>
            </c:strRef>
          </c:cat>
          <c:val>
            <c:numRef>
              <c:f>'Imagen FA'!$C$55:$BB$55</c:f>
              <c:numCache>
                <c:formatCode>General</c:formatCode>
                <c:ptCount val="52"/>
                <c:pt idx="0" formatCode="0%">
                  <c:v>0.33</c:v>
                </c:pt>
                <c:pt idx="2" formatCode="0%">
                  <c:v>0.34739070291079577</c:v>
                </c:pt>
                <c:pt idx="3" formatCode="0%">
                  <c:v>0.29368638320560403</c:v>
                </c:pt>
                <c:pt idx="5" formatCode="0%">
                  <c:v>0.3877283259406189</c:v>
                </c:pt>
                <c:pt idx="6" formatCode="0%">
                  <c:v>0.46082061731936519</c:v>
                </c:pt>
                <c:pt idx="7" formatCode="0%">
                  <c:v>0.2441185226479658</c:v>
                </c:pt>
                <c:pt idx="8" formatCode="0%">
                  <c:v>0.23093631752459318</c:v>
                </c:pt>
                <c:pt idx="10" formatCode="0%">
                  <c:v>0.28146638346373182</c:v>
                </c:pt>
                <c:pt idx="11" formatCode="0%">
                  <c:v>0.31587961709898094</c:v>
                </c:pt>
                <c:pt idx="12" formatCode="0%">
                  <c:v>0.35906934268865048</c:v>
                </c:pt>
                <c:pt idx="14" formatCode="0%">
                  <c:v>0.32574833374836598</c:v>
                </c:pt>
                <c:pt idx="15" formatCode="0%">
                  <c:v>0.27237462135579832</c:v>
                </c:pt>
                <c:pt idx="16" formatCode="0%">
                  <c:v>0.36971516733148357</c:v>
                </c:pt>
                <c:pt idx="17" formatCode="0%">
                  <c:v>0.51839893338354925</c:v>
                </c:pt>
                <c:pt idx="19" formatCode="0%">
                  <c:v>0.35782805192967687</c:v>
                </c:pt>
                <c:pt idx="20" formatCode="0%">
                  <c:v>0.26033573534606858</c:v>
                </c:pt>
                <c:pt idx="22" formatCode="0%">
                  <c:v>0.49207991661427231</c:v>
                </c:pt>
                <c:pt idx="23" formatCode="0%">
                  <c:v>0.28683908021876636</c:v>
                </c:pt>
                <c:pt idx="24" formatCode="0%">
                  <c:v>0.15000000000000002</c:v>
                </c:pt>
                <c:pt idx="26" formatCode="0%">
                  <c:v>0.40748205287668182</c:v>
                </c:pt>
                <c:pt idx="27" formatCode="0%">
                  <c:v>0.39360796373378626</c:v>
                </c:pt>
                <c:pt idx="28" formatCode="0%">
                  <c:v>0.34382222858700712</c:v>
                </c:pt>
                <c:pt idx="29" formatCode="0%">
                  <c:v>0.24556206656858237</c:v>
                </c:pt>
                <c:pt idx="31" formatCode="0%">
                  <c:v>0.31738972143440886</c:v>
                </c:pt>
                <c:pt idx="32" formatCode="0%">
                  <c:v>0.34929658220551729</c:v>
                </c:pt>
                <c:pt idx="33" formatCode="0%">
                  <c:v>0.33489339807841506</c:v>
                </c:pt>
                <c:pt idx="34" formatCode="0%">
                  <c:v>0.41332592621478131</c:v>
                </c:pt>
                <c:pt idx="35" formatCode="0%">
                  <c:v>0.1668522361395253</c:v>
                </c:pt>
                <c:pt idx="36" formatCode="0%">
                  <c:v>0.34844703042199776</c:v>
                </c:pt>
                <c:pt idx="38" formatCode="0%">
                  <c:v>0.2572680070421321</c:v>
                </c:pt>
                <c:pt idx="39" formatCode="0%">
                  <c:v>0.39490030675459586</c:v>
                </c:pt>
                <c:pt idx="40" formatCode="0%">
                  <c:v>0.29820605713133591</c:v>
                </c:pt>
                <c:pt idx="43" formatCode="0%">
                  <c:v>0.38703416006884861</c:v>
                </c:pt>
                <c:pt idx="44" formatCode="0%">
                  <c:v>0.26644468096084079</c:v>
                </c:pt>
                <c:pt idx="45" formatCode="0%">
                  <c:v>0.38409562702905964</c:v>
                </c:pt>
                <c:pt idx="46" formatCode="0%">
                  <c:v>0.30957678088331714</c:v>
                </c:pt>
                <c:pt idx="48" formatCode="0%">
                  <c:v>0.40361123660944448</c:v>
                </c:pt>
                <c:pt idx="49" formatCode="0%">
                  <c:v>0.24731158128481978</c:v>
                </c:pt>
                <c:pt idx="50" formatCode="0%">
                  <c:v>0.1807665876187938</c:v>
                </c:pt>
                <c:pt idx="51" formatCode="0%">
                  <c:v>0.35716928040099005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3-5C93-44F0-B9B5-FEAE52EDDECE}"/>
            </c:ext>
          </c:extLst>
        </c:ser>
        <c:ser>
          <c:idx val="4"/>
          <c:order val="4"/>
          <c:tx>
            <c:strRef>
              <c:f>'Imagen FA'!$B$56</c:f>
              <c:strCache>
                <c:ptCount val="1"/>
                <c:pt idx="0">
                  <c:v>Conocimiento FA mar-25</c:v>
                </c:pt>
              </c:strCache>
            </c:strRef>
          </c:tx>
          <c:spPr>
            <a:ln w="63500">
              <a:noFill/>
              <a:prstDash val="sysDot"/>
            </a:ln>
          </c:spPr>
          <c:marker>
            <c:symbol val="circle"/>
            <c:size val="40"/>
            <c:spPr>
              <a:solidFill>
                <a:srgbClr val="FF008E"/>
              </a:solidFill>
              <a:ln>
                <a:noFill/>
              </a:ln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'Imagen FA'!$C$51:$BB$51</c:f>
              <c:strCache>
                <c:ptCount val="52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1er Cordon</c:v>
                </c:pt>
                <c:pt idx="27">
                  <c:v>2do Cordon</c:v>
                </c:pt>
                <c:pt idx="28">
                  <c:v>3er Cordon</c:v>
                </c:pt>
                <c:pt idx="29">
                  <c:v>Resto</c:v>
                </c:pt>
                <c:pt idx="31">
                  <c:v>Ninguna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Javier Milei</c:v>
                </c:pt>
                <c:pt idx="40">
                  <c:v>Sergio Massa</c:v>
                </c:pt>
                <c:pt idx="41">
                  <c:v>En blanco</c:v>
                </c:pt>
                <c:pt idx="43">
                  <c:v>Muy buena</c:v>
                </c:pt>
                <c:pt idx="44">
                  <c:v>Buena</c:v>
                </c:pt>
                <c:pt idx="45">
                  <c:v>Mala</c:v>
                </c:pt>
                <c:pt idx="46">
                  <c:v>Muy mala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</c:strCache>
            </c:strRef>
          </c:cat>
          <c:val>
            <c:numRef>
              <c:f>'Imagen FA'!$C$56:$BB$56</c:f>
              <c:numCache>
                <c:formatCode>General</c:formatCode>
                <c:ptCount val="52"/>
                <c:pt idx="0" formatCode="0%">
                  <c:v>0.39112775332339622</c:v>
                </c:pt>
                <c:pt idx="2" formatCode="0%">
                  <c:v>0.44331114624087586</c:v>
                </c:pt>
                <c:pt idx="3" formatCode="0%">
                  <c:v>0.28952747493956055</c:v>
                </c:pt>
                <c:pt idx="5" formatCode="0%">
                  <c:v>0.42080437443471796</c:v>
                </c:pt>
                <c:pt idx="6" formatCode="0%">
                  <c:v>0.42370031348230858</c:v>
                </c:pt>
                <c:pt idx="7" formatCode="0%">
                  <c:v>0.31055517383509301</c:v>
                </c:pt>
                <c:pt idx="8" formatCode="0%">
                  <c:v>0.32247337993036795</c:v>
                </c:pt>
                <c:pt idx="10" formatCode="0%">
                  <c:v>0.41624637392927821</c:v>
                </c:pt>
                <c:pt idx="11" formatCode="0%">
                  <c:v>0.307512099976258</c:v>
                </c:pt>
                <c:pt idx="12" formatCode="0%">
                  <c:v>0.39554053955518731</c:v>
                </c:pt>
                <c:pt idx="14" formatCode="0%">
                  <c:v>0.41598276744730689</c:v>
                </c:pt>
                <c:pt idx="15" formatCode="0%">
                  <c:v>0.40518460722335442</c:v>
                </c:pt>
                <c:pt idx="16" formatCode="0%">
                  <c:v>0.28412636731494728</c:v>
                </c:pt>
                <c:pt idx="17" formatCode="0%">
                  <c:v>0.3266228137412579</c:v>
                </c:pt>
                <c:pt idx="19" formatCode="0%">
                  <c:v>0.38634630530600356</c:v>
                </c:pt>
                <c:pt idx="20" formatCode="0%">
                  <c:v>0.34144118701160076</c:v>
                </c:pt>
                <c:pt idx="22" formatCode="0%">
                  <c:v>0.42775198674883824</c:v>
                </c:pt>
                <c:pt idx="23" formatCode="0%">
                  <c:v>0.24942874482781532</c:v>
                </c:pt>
                <c:pt idx="24" formatCode="0%">
                  <c:v>0.36208635030132208</c:v>
                </c:pt>
                <c:pt idx="26" formatCode="0%">
                  <c:v>0.36061486326193204</c:v>
                </c:pt>
                <c:pt idx="27" formatCode="0%">
                  <c:v>0.32561936732777574</c:v>
                </c:pt>
                <c:pt idx="28" formatCode="0%">
                  <c:v>0.48963888446187492</c:v>
                </c:pt>
                <c:pt idx="29" formatCode="0%">
                  <c:v>0.31471784357292942</c:v>
                </c:pt>
                <c:pt idx="31" formatCode="0%">
                  <c:v>0.44380929755492449</c:v>
                </c:pt>
                <c:pt idx="32" formatCode="0%">
                  <c:v>0.53168991619973327</c:v>
                </c:pt>
                <c:pt idx="33" formatCode="0%">
                  <c:v>0.35327917188324548</c:v>
                </c:pt>
                <c:pt idx="34" formatCode="0%">
                  <c:v>0.24812193027574192</c:v>
                </c:pt>
                <c:pt idx="35" formatCode="0%">
                  <c:v>5.1789771043607664E-2</c:v>
                </c:pt>
                <c:pt idx="36" formatCode="0%">
                  <c:v>0.22720327243270877</c:v>
                </c:pt>
                <c:pt idx="39" formatCode="0%">
                  <c:v>0.2850739889122772</c:v>
                </c:pt>
                <c:pt idx="40" formatCode="0%">
                  <c:v>0.48053922714514774</c:v>
                </c:pt>
                <c:pt idx="43" formatCode="0%">
                  <c:v>0.44433693548421227</c:v>
                </c:pt>
                <c:pt idx="44" formatCode="0%">
                  <c:v>0.17318389761203534</c:v>
                </c:pt>
                <c:pt idx="45" formatCode="0%">
                  <c:v>0.42746802314049198</c:v>
                </c:pt>
                <c:pt idx="46" formatCode="0%">
                  <c:v>0.38773975317014875</c:v>
                </c:pt>
                <c:pt idx="48" formatCode="0%">
                  <c:v>0.4542538774501379</c:v>
                </c:pt>
                <c:pt idx="49" formatCode="0%">
                  <c:v>0.44143555943579427</c:v>
                </c:pt>
                <c:pt idx="50" formatCode="0%">
                  <c:v>0.15693078812083289</c:v>
                </c:pt>
                <c:pt idx="51" formatCode="0%">
                  <c:v>0.37135225538477223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4-5C93-44F0-B9B5-FEAE52EDDECE}"/>
            </c:ext>
          </c:extLst>
        </c:ser>
        <c:ser>
          <c:idx val="5"/>
          <c:order val="5"/>
          <c:tx>
            <c:strRef>
              <c:f>'Imagen FA'!$B$57</c:f>
              <c:strCache>
                <c:ptCount val="1"/>
                <c:pt idx="0">
                  <c:v>Promedio</c:v>
                </c:pt>
              </c:strCache>
            </c:strRef>
          </c:tx>
          <c:spPr>
            <a:ln w="63500">
              <a:solidFill>
                <a:srgbClr val="000000"/>
              </a:solidFill>
              <a:prstDash val="sysDot"/>
            </a:ln>
          </c:spPr>
          <c:marker>
            <c:symbol val="none"/>
          </c:marker>
          <c:cat>
            <c:strRef>
              <c:f>'Imagen FA'!$C$51:$BB$51</c:f>
              <c:strCache>
                <c:ptCount val="52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1er Cordon</c:v>
                </c:pt>
                <c:pt idx="27">
                  <c:v>2do Cordon</c:v>
                </c:pt>
                <c:pt idx="28">
                  <c:v>3er Cordon</c:v>
                </c:pt>
                <c:pt idx="29">
                  <c:v>Resto</c:v>
                </c:pt>
                <c:pt idx="31">
                  <c:v>Ninguna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Javier Milei</c:v>
                </c:pt>
                <c:pt idx="40">
                  <c:v>Sergio Massa</c:v>
                </c:pt>
                <c:pt idx="41">
                  <c:v>En blanco</c:v>
                </c:pt>
                <c:pt idx="43">
                  <c:v>Muy buena</c:v>
                </c:pt>
                <c:pt idx="44">
                  <c:v>Buena</c:v>
                </c:pt>
                <c:pt idx="45">
                  <c:v>Mala</c:v>
                </c:pt>
                <c:pt idx="46">
                  <c:v>Muy mala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</c:strCache>
            </c:strRef>
          </c:cat>
          <c:val>
            <c:numRef>
              <c:f>'Imagen FA'!$C$57:$BB$57</c:f>
              <c:numCache>
                <c:formatCode>General</c:formatCode>
                <c:ptCount val="52"/>
                <c:pt idx="0" formatCode="0%">
                  <c:v>0.30873557592259343</c:v>
                </c:pt>
                <c:pt idx="2" formatCode="0%">
                  <c:v>0.35337600492448445</c:v>
                </c:pt>
                <c:pt idx="3" formatCode="0%">
                  <c:v>0.25121766122815353</c:v>
                </c:pt>
                <c:pt idx="5" formatCode="0%">
                  <c:v>0.30808670870141042</c:v>
                </c:pt>
                <c:pt idx="6" formatCode="0%">
                  <c:v>0.36535220106196797</c:v>
                </c:pt>
                <c:pt idx="7" formatCode="0%">
                  <c:v>0.27317582553185876</c:v>
                </c:pt>
                <c:pt idx="8" formatCode="0%">
                  <c:v>0.25832014435054795</c:v>
                </c:pt>
                <c:pt idx="10" formatCode="0%">
                  <c:v>0.30684395240806595</c:v>
                </c:pt>
                <c:pt idx="11" formatCode="0%">
                  <c:v>0.29453262737317693</c:v>
                </c:pt>
                <c:pt idx="12" formatCode="0%">
                  <c:v>0.30746871477458171</c:v>
                </c:pt>
                <c:pt idx="14" formatCode="0%">
                  <c:v>0.31044297692342304</c:v>
                </c:pt>
                <c:pt idx="15" formatCode="0%">
                  <c:v>0.305192518609533</c:v>
                </c:pt>
                <c:pt idx="16" formatCode="0%">
                  <c:v>0.28375087874272559</c:v>
                </c:pt>
                <c:pt idx="17" formatCode="0%">
                  <c:v>0.32231194504418853</c:v>
                </c:pt>
                <c:pt idx="19" formatCode="0%">
                  <c:v>0.31996973702293757</c:v>
                </c:pt>
                <c:pt idx="20" formatCode="0%">
                  <c:v>0.27496559928361636</c:v>
                </c:pt>
                <c:pt idx="22" formatCode="0%">
                  <c:v>0.40859814496360991</c:v>
                </c:pt>
                <c:pt idx="23" formatCode="0%">
                  <c:v>0.24974354625068956</c:v>
                </c:pt>
                <c:pt idx="24" formatCode="0%">
                  <c:v>0.22288408033406001</c:v>
                </c:pt>
                <c:pt idx="26" formatCode="0%">
                  <c:v>0.31931055795356905</c:v>
                </c:pt>
                <c:pt idx="27" formatCode="0%">
                  <c:v>0.31012903088356392</c:v>
                </c:pt>
                <c:pt idx="28" formatCode="0%">
                  <c:v>0.39266865577618409</c:v>
                </c:pt>
                <c:pt idx="29" formatCode="0%">
                  <c:v>0.25315603189285818</c:v>
                </c:pt>
                <c:pt idx="31" formatCode="0%">
                  <c:v>0.30570957911963353</c:v>
                </c:pt>
                <c:pt idx="32" formatCode="0%">
                  <c:v>0.35386862814315972</c:v>
                </c:pt>
                <c:pt idx="33" formatCode="0%">
                  <c:v>0.31290530811120842</c:v>
                </c:pt>
                <c:pt idx="34" formatCode="0%">
                  <c:v>0.31100485740685152</c:v>
                </c:pt>
                <c:pt idx="35" formatCode="0%">
                  <c:v>0.14874843505321209</c:v>
                </c:pt>
                <c:pt idx="36" formatCode="0%">
                  <c:v>0.27559952580583691</c:v>
                </c:pt>
                <c:pt idx="38" formatCode="0%">
                  <c:v>0.30820063975494716</c:v>
                </c:pt>
                <c:pt idx="39" formatCode="0%">
                  <c:v>0.2886352050260565</c:v>
                </c:pt>
                <c:pt idx="40" formatCode="0%">
                  <c:v>0.32258834016336307</c:v>
                </c:pt>
                <c:pt idx="41" formatCode="0%">
                  <c:v>0.22426146708773187</c:v>
                </c:pt>
                <c:pt idx="43" formatCode="0%">
                  <c:v>0.3591178887226758</c:v>
                </c:pt>
                <c:pt idx="44" formatCode="0%">
                  <c:v>0.22465468831213861</c:v>
                </c:pt>
                <c:pt idx="45" formatCode="0%">
                  <c:v>0.34664498861245419</c:v>
                </c:pt>
                <c:pt idx="46" formatCode="0%">
                  <c:v>0.3052478174244907</c:v>
                </c:pt>
                <c:pt idx="48" formatCode="0%">
                  <c:v>0.37173158824629593</c:v>
                </c:pt>
                <c:pt idx="49" formatCode="0%">
                  <c:v>0.29264344814450027</c:v>
                </c:pt>
                <c:pt idx="50" formatCode="0%">
                  <c:v>0.19349703004119084</c:v>
                </c:pt>
                <c:pt idx="51" formatCode="0%">
                  <c:v>0.3391399667176439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5-5C93-44F0-B9B5-FEAE52EDDE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2856912"/>
        <c:axId val="512858088"/>
      </c:lineChart>
      <c:catAx>
        <c:axId val="5128569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1800" b="0">
                <a:latin typeface="+mj-lt"/>
              </a:defRPr>
            </a:pPr>
            <a:endParaRPr lang="es-AR"/>
          </a:p>
        </c:txPr>
        <c:crossAx val="512858088"/>
        <c:crosses val="autoZero"/>
        <c:auto val="1"/>
        <c:lblAlgn val="ctr"/>
        <c:lblOffset val="100"/>
        <c:noMultiLvlLbl val="0"/>
      </c:catAx>
      <c:valAx>
        <c:axId val="512858088"/>
        <c:scaling>
          <c:orientation val="minMax"/>
          <c:max val="1"/>
          <c:min val="0"/>
        </c:scaling>
        <c:delete val="0"/>
        <c:axPos val="l"/>
        <c:numFmt formatCode="0%" sourceLinked="1"/>
        <c:majorTickMark val="out"/>
        <c:minorTickMark val="none"/>
        <c:tickLblPos val="nextTo"/>
        <c:crossAx val="512856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8.5041498805751639E-2"/>
          <c:y val="6.9976679949991473E-3"/>
          <c:w val="0.80907901923741854"/>
          <c:h val="0.10237790309093056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 algn="just">
            <a:defRPr sz="2200" b="0"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8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5069363344404497E-2"/>
          <c:y val="0.23329260849737293"/>
          <c:w val="0.97084457020997372"/>
          <c:h val="0.55012111842937805"/>
        </c:manualLayout>
      </c:layout>
      <c:lineChart>
        <c:grouping val="standard"/>
        <c:varyColors val="0"/>
        <c:ser>
          <c:idx val="0"/>
          <c:order val="0"/>
          <c:tx>
            <c:strRef>
              <c:f>'Imagen FA'!$B$43</c:f>
              <c:strCache>
                <c:ptCount val="1"/>
                <c:pt idx="0">
                  <c:v>Imagen positiva FA may-24</c:v>
                </c:pt>
              </c:strCache>
            </c:strRef>
          </c:tx>
          <c:spPr>
            <a:ln w="63500">
              <a:noFill/>
            </a:ln>
          </c:spPr>
          <c:marker>
            <c:symbol val="circle"/>
            <c:size val="10"/>
            <c:spPr>
              <a:solidFill>
                <a:srgbClr val="1D73FC">
                  <a:lumMod val="40000"/>
                  <a:lumOff val="60000"/>
                </a:srgbClr>
              </a:solidFill>
              <a:ln>
                <a:solidFill>
                  <a:srgbClr val="000000"/>
                </a:solidFill>
              </a:ln>
            </c:spPr>
          </c:marker>
          <c:cat>
            <c:strRef>
              <c:f>'Imagen FA'!$C$42:$BB$42</c:f>
              <c:strCache>
                <c:ptCount val="52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1er Cordon</c:v>
                </c:pt>
                <c:pt idx="27">
                  <c:v>2do Cordon</c:v>
                </c:pt>
                <c:pt idx="28">
                  <c:v>3er Cordon</c:v>
                </c:pt>
                <c:pt idx="29">
                  <c:v>Resto</c:v>
                </c:pt>
                <c:pt idx="31">
                  <c:v>Ninguna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Javier Milei</c:v>
                </c:pt>
                <c:pt idx="40">
                  <c:v>Sergio Massa</c:v>
                </c:pt>
                <c:pt idx="41">
                  <c:v>En blanco</c:v>
                </c:pt>
                <c:pt idx="43">
                  <c:v>Muy buena</c:v>
                </c:pt>
                <c:pt idx="44">
                  <c:v>Buena</c:v>
                </c:pt>
                <c:pt idx="45">
                  <c:v>Mala</c:v>
                </c:pt>
                <c:pt idx="46">
                  <c:v>Muy mala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</c:strCache>
            </c:strRef>
          </c:cat>
          <c:val>
            <c:numRef>
              <c:f>'Imagen FA'!$C$43:$BB$43</c:f>
              <c:numCache>
                <c:formatCode>General</c:formatCode>
                <c:ptCount val="52"/>
                <c:pt idx="0" formatCode="0%">
                  <c:v>0.11177155751435483</c:v>
                </c:pt>
                <c:pt idx="2" formatCode="0%">
                  <c:v>0.1405349214683777</c:v>
                </c:pt>
                <c:pt idx="3" formatCode="0%">
                  <c:v>8.4540859277243585E-2</c:v>
                </c:pt>
                <c:pt idx="5" formatCode="0%">
                  <c:v>8.5010516173199852E-2</c:v>
                </c:pt>
                <c:pt idx="6" formatCode="0%">
                  <c:v>0.10915552610478858</c:v>
                </c:pt>
                <c:pt idx="7" formatCode="0%">
                  <c:v>0.10678029982405021</c:v>
                </c:pt>
                <c:pt idx="8" formatCode="0%">
                  <c:v>0.14781267050419625</c:v>
                </c:pt>
                <c:pt idx="10" formatCode="0%">
                  <c:v>0.1288106534423995</c:v>
                </c:pt>
                <c:pt idx="11" formatCode="0%">
                  <c:v>0.10613520652304363</c:v>
                </c:pt>
                <c:pt idx="12" formatCode="0%">
                  <c:v>0.10874068372736895</c:v>
                </c:pt>
                <c:pt idx="14" formatCode="0%">
                  <c:v>9.9763044608315976E-2</c:v>
                </c:pt>
                <c:pt idx="15" formatCode="0%">
                  <c:v>0.13253144197483654</c:v>
                </c:pt>
                <c:pt idx="16" formatCode="0%">
                  <c:v>7.7553055289893064E-2</c:v>
                </c:pt>
                <c:pt idx="17" formatCode="0%">
                  <c:v>0.15684793591764962</c:v>
                </c:pt>
                <c:pt idx="19" formatCode="0%">
                  <c:v>0.12838704815982274</c:v>
                </c:pt>
                <c:pt idx="20" formatCode="0%">
                  <c:v>8.3742766312305331E-2</c:v>
                </c:pt>
                <c:pt idx="22" formatCode="0%">
                  <c:v>0.14596095999486061</c:v>
                </c:pt>
                <c:pt idx="23" formatCode="0%">
                  <c:v>0.11462972295253362</c:v>
                </c:pt>
                <c:pt idx="24" formatCode="0%">
                  <c:v>5.8444711305163884E-2</c:v>
                </c:pt>
                <c:pt idx="26" formatCode="0%">
                  <c:v>0.12320339984441683</c:v>
                </c:pt>
                <c:pt idx="27" formatCode="0%">
                  <c:v>0.10759517133842347</c:v>
                </c:pt>
                <c:pt idx="28" formatCode="0%">
                  <c:v>0.11052038163733463</c:v>
                </c:pt>
                <c:pt idx="29" formatCode="0%">
                  <c:v>0.11038864206077442</c:v>
                </c:pt>
                <c:pt idx="31" formatCode="0%">
                  <c:v>8.6204208720988176E-2</c:v>
                </c:pt>
                <c:pt idx="32" formatCode="0%">
                  <c:v>0.19348464976593799</c:v>
                </c:pt>
                <c:pt idx="33" formatCode="0%">
                  <c:v>0.17135422248245635</c:v>
                </c:pt>
                <c:pt idx="34" formatCode="0%">
                  <c:v>0.1179205057772828</c:v>
                </c:pt>
                <c:pt idx="35" formatCode="0%">
                  <c:v>0.19292757938013322</c:v>
                </c:pt>
                <c:pt idx="36" formatCode="0%">
                  <c:v>2.4605094581536372E-2</c:v>
                </c:pt>
                <c:pt idx="38" formatCode="0%">
                  <c:v>0.20546549035195194</c:v>
                </c:pt>
                <c:pt idx="39" formatCode="0%">
                  <c:v>6.8099910184663243E-2</c:v>
                </c:pt>
                <c:pt idx="40" formatCode="0%">
                  <c:v>0.13685400050431976</c:v>
                </c:pt>
                <c:pt idx="41" formatCode="0%">
                  <c:v>0</c:v>
                </c:pt>
                <c:pt idx="43" formatCode="0%">
                  <c:v>4.4621198856462624E-2</c:v>
                </c:pt>
                <c:pt idx="44" formatCode="0%">
                  <c:v>8.5449038005849368E-2</c:v>
                </c:pt>
                <c:pt idx="45" formatCode="0%">
                  <c:v>0.21054326242597665</c:v>
                </c:pt>
                <c:pt idx="46" formatCode="0%">
                  <c:v>0.15261098990939792</c:v>
                </c:pt>
                <c:pt idx="48" formatCode="0%">
                  <c:v>0.24584635229125656</c:v>
                </c:pt>
                <c:pt idx="49" formatCode="0%">
                  <c:v>0.17039407575746493</c:v>
                </c:pt>
                <c:pt idx="50" formatCode="0%">
                  <c:v>5.0877451988094277E-2</c:v>
                </c:pt>
                <c:pt idx="51" formatCode="0%">
                  <c:v>3.8591176204006164E-2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AF5C-44B4-97E5-BAE34F0543CE}"/>
            </c:ext>
          </c:extLst>
        </c:ser>
        <c:ser>
          <c:idx val="1"/>
          <c:order val="1"/>
          <c:tx>
            <c:strRef>
              <c:f>'Imagen FA'!$B$44</c:f>
              <c:strCache>
                <c:ptCount val="1"/>
                <c:pt idx="0">
                  <c:v>Imagen positiva FA ago-24</c:v>
                </c:pt>
              </c:strCache>
            </c:strRef>
          </c:tx>
          <c:spPr>
            <a:ln w="63500">
              <a:noFill/>
            </a:ln>
          </c:spPr>
          <c:marker>
            <c:symbol val="circle"/>
            <c:size val="14"/>
            <c:spPr>
              <a:solidFill>
                <a:srgbClr val="1D73FC"/>
              </a:solidFill>
              <a:ln>
                <a:solidFill>
                  <a:srgbClr val="000000"/>
                </a:solidFill>
              </a:ln>
            </c:spPr>
          </c:marker>
          <c:cat>
            <c:strRef>
              <c:f>'Imagen FA'!$C$42:$BB$42</c:f>
              <c:strCache>
                <c:ptCount val="52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1er Cordon</c:v>
                </c:pt>
                <c:pt idx="27">
                  <c:v>2do Cordon</c:v>
                </c:pt>
                <c:pt idx="28">
                  <c:v>3er Cordon</c:v>
                </c:pt>
                <c:pt idx="29">
                  <c:v>Resto</c:v>
                </c:pt>
                <c:pt idx="31">
                  <c:v>Ninguna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Javier Milei</c:v>
                </c:pt>
                <c:pt idx="40">
                  <c:v>Sergio Massa</c:v>
                </c:pt>
                <c:pt idx="41">
                  <c:v>En blanco</c:v>
                </c:pt>
                <c:pt idx="43">
                  <c:v>Muy buena</c:v>
                </c:pt>
                <c:pt idx="44">
                  <c:v>Buena</c:v>
                </c:pt>
                <c:pt idx="45">
                  <c:v>Mala</c:v>
                </c:pt>
                <c:pt idx="46">
                  <c:v>Muy mala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</c:strCache>
            </c:strRef>
          </c:cat>
          <c:val>
            <c:numRef>
              <c:f>'Imagen FA'!$C$44:$BB$44</c:f>
              <c:numCache>
                <c:formatCode>General</c:formatCode>
                <c:ptCount val="52"/>
                <c:pt idx="0" formatCode="0%">
                  <c:v>0.1032755076582581</c:v>
                </c:pt>
                <c:pt idx="2" formatCode="0%">
                  <c:v>0.12519101855164408</c:v>
                </c:pt>
                <c:pt idx="3" formatCode="0%">
                  <c:v>8.1626028446409177E-2</c:v>
                </c:pt>
                <c:pt idx="5" formatCode="0%">
                  <c:v>0.1220519539978823</c:v>
                </c:pt>
                <c:pt idx="6" formatCode="0%">
                  <c:v>8.3100488264072292E-2</c:v>
                </c:pt>
                <c:pt idx="7" formatCode="0%">
                  <c:v>8.6435872854957144E-2</c:v>
                </c:pt>
                <c:pt idx="8" formatCode="0%">
                  <c:v>0.12353431169466216</c:v>
                </c:pt>
                <c:pt idx="10" formatCode="0%">
                  <c:v>5.2101438674200071E-2</c:v>
                </c:pt>
                <c:pt idx="11" formatCode="0%">
                  <c:v>0.11386676144482769</c:v>
                </c:pt>
                <c:pt idx="12" formatCode="0%">
                  <c:v>0.12280177181509855</c:v>
                </c:pt>
                <c:pt idx="14" formatCode="0%">
                  <c:v>1.3524318027292218E-2</c:v>
                </c:pt>
                <c:pt idx="15" formatCode="0%">
                  <c:v>0.11799058765476318</c:v>
                </c:pt>
                <c:pt idx="16" formatCode="0%">
                  <c:v>0.15963605266432102</c:v>
                </c:pt>
                <c:pt idx="17" formatCode="0%">
                  <c:v>8.91334464825594E-2</c:v>
                </c:pt>
                <c:pt idx="19" formatCode="0%">
                  <c:v>0.11642877166972943</c:v>
                </c:pt>
                <c:pt idx="20" formatCode="0%">
                  <c:v>8.0848889481953956E-2</c:v>
                </c:pt>
                <c:pt idx="22" formatCode="0%">
                  <c:v>0.18676758129803914</c:v>
                </c:pt>
                <c:pt idx="23" formatCode="0%">
                  <c:v>6.7036420907031796E-2</c:v>
                </c:pt>
                <c:pt idx="24" formatCode="0%">
                  <c:v>6.3592883998781921E-2</c:v>
                </c:pt>
                <c:pt idx="26" formatCode="0%">
                  <c:v>0.11476889471416796</c:v>
                </c:pt>
                <c:pt idx="27" formatCode="0%">
                  <c:v>0.11117603503915302</c:v>
                </c:pt>
                <c:pt idx="28" formatCode="0%">
                  <c:v>0.15768697472092233</c:v>
                </c:pt>
                <c:pt idx="29" formatCode="0%">
                  <c:v>8.2340492648035737E-2</c:v>
                </c:pt>
                <c:pt idx="31" formatCode="0%">
                  <c:v>4.3480132546301148E-2</c:v>
                </c:pt>
                <c:pt idx="32" formatCode="0%">
                  <c:v>0.16291404691019848</c:v>
                </c:pt>
                <c:pt idx="33" formatCode="0%">
                  <c:v>0.13803750851252194</c:v>
                </c:pt>
                <c:pt idx="34" formatCode="0%">
                  <c:v>5.6930391743783025E-2</c:v>
                </c:pt>
                <c:pt idx="35" formatCode="0%">
                  <c:v>5.1596793063092145E-2</c:v>
                </c:pt>
                <c:pt idx="36" formatCode="0%">
                  <c:v>0.10998478999279931</c:v>
                </c:pt>
                <c:pt idx="38" formatCode="0%">
                  <c:v>1.2865417134995298E-3</c:v>
                </c:pt>
                <c:pt idx="39" formatCode="0%">
                  <c:v>0.10202832203903663</c:v>
                </c:pt>
                <c:pt idx="40" formatCode="0%">
                  <c:v>0.13969489764423254</c:v>
                </c:pt>
                <c:pt idx="41" formatCode="0%">
                  <c:v>1.7029928666973077E-2</c:v>
                </c:pt>
                <c:pt idx="43" formatCode="0%">
                  <c:v>8.8030762060966883E-2</c:v>
                </c:pt>
                <c:pt idx="44" formatCode="0%">
                  <c:v>6.3514430103546238E-2</c:v>
                </c:pt>
                <c:pt idx="45" formatCode="0%">
                  <c:v>0.13510283798690018</c:v>
                </c:pt>
                <c:pt idx="46" formatCode="0%">
                  <c:v>0.12665753096083351</c:v>
                </c:pt>
                <c:pt idx="48" formatCode="0%">
                  <c:v>0.17645953532039632</c:v>
                </c:pt>
                <c:pt idx="49" formatCode="0%">
                  <c:v>0.1270909325961517</c:v>
                </c:pt>
                <c:pt idx="50" formatCode="0%">
                  <c:v>6.9897274737535015E-2</c:v>
                </c:pt>
                <c:pt idx="51" formatCode="0%">
                  <c:v>6.3439061168388947E-2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1-AF5C-44B4-97E5-BAE34F0543CE}"/>
            </c:ext>
          </c:extLst>
        </c:ser>
        <c:ser>
          <c:idx val="2"/>
          <c:order val="2"/>
          <c:tx>
            <c:strRef>
              <c:f>'Imagen FA'!$B$45</c:f>
              <c:strCache>
                <c:ptCount val="1"/>
                <c:pt idx="0">
                  <c:v>Imagen positiva FA oct-24</c:v>
                </c:pt>
              </c:strCache>
            </c:strRef>
          </c:tx>
          <c:spPr>
            <a:ln w="63500">
              <a:noFill/>
              <a:prstDash val="sysDot"/>
            </a:ln>
          </c:spPr>
          <c:marker>
            <c:symbol val="circle"/>
            <c:size val="18"/>
            <c:spPr>
              <a:solidFill>
                <a:srgbClr val="023D9B"/>
              </a:solidFill>
              <a:ln>
                <a:noFill/>
              </a:ln>
            </c:spPr>
          </c:marker>
          <c:cat>
            <c:strRef>
              <c:f>'Imagen FA'!$C$42:$BB$42</c:f>
              <c:strCache>
                <c:ptCount val="52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1er Cordon</c:v>
                </c:pt>
                <c:pt idx="27">
                  <c:v>2do Cordon</c:v>
                </c:pt>
                <c:pt idx="28">
                  <c:v>3er Cordon</c:v>
                </c:pt>
                <c:pt idx="29">
                  <c:v>Resto</c:v>
                </c:pt>
                <c:pt idx="31">
                  <c:v>Ninguna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Javier Milei</c:v>
                </c:pt>
                <c:pt idx="40">
                  <c:v>Sergio Massa</c:v>
                </c:pt>
                <c:pt idx="41">
                  <c:v>En blanco</c:v>
                </c:pt>
                <c:pt idx="43">
                  <c:v>Muy buena</c:v>
                </c:pt>
                <c:pt idx="44">
                  <c:v>Buena</c:v>
                </c:pt>
                <c:pt idx="45">
                  <c:v>Mala</c:v>
                </c:pt>
                <c:pt idx="46">
                  <c:v>Muy mala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</c:strCache>
            </c:strRef>
          </c:cat>
          <c:val>
            <c:numRef>
              <c:f>'Imagen FA'!$C$45:$BB$45</c:f>
              <c:numCache>
                <c:formatCode>General</c:formatCode>
                <c:ptCount val="52"/>
                <c:pt idx="0" formatCode="0%">
                  <c:v>0.12799378607616993</c:v>
                </c:pt>
                <c:pt idx="2" formatCode="0%">
                  <c:v>0.1242610814704124</c:v>
                </c:pt>
                <c:pt idx="3" formatCode="0%">
                  <c:v>0.13171546969213804</c:v>
                </c:pt>
                <c:pt idx="5" formatCode="0%">
                  <c:v>4.2223140143205662E-2</c:v>
                </c:pt>
                <c:pt idx="6" formatCode="0%">
                  <c:v>0.12794736082807995</c:v>
                </c:pt>
                <c:pt idx="7" formatCode="0%">
                  <c:v>0.18837450519242194</c:v>
                </c:pt>
                <c:pt idx="8" formatCode="0%">
                  <c:v>0.13457184686603862</c:v>
                </c:pt>
                <c:pt idx="10" formatCode="0%">
                  <c:v>0.16926547840111442</c:v>
                </c:pt>
                <c:pt idx="11" formatCode="0%">
                  <c:v>9.8622440625184993E-2</c:v>
                </c:pt>
                <c:pt idx="12" formatCode="0%">
                  <c:v>0.13923651965865247</c:v>
                </c:pt>
                <c:pt idx="14" formatCode="0%">
                  <c:v>0.16907579380986223</c:v>
                </c:pt>
                <c:pt idx="15" formatCode="0%">
                  <c:v>0.15431205165400036</c:v>
                </c:pt>
                <c:pt idx="16" formatCode="0%">
                  <c:v>8.2295485531458379E-2</c:v>
                </c:pt>
                <c:pt idx="17" formatCode="0%">
                  <c:v>4.1157972456082798E-2</c:v>
                </c:pt>
                <c:pt idx="19" formatCode="0%">
                  <c:v>0.12958897843240191</c:v>
                </c:pt>
                <c:pt idx="20" formatCode="0%">
                  <c:v>0.12564845854240353</c:v>
                </c:pt>
                <c:pt idx="22" formatCode="0%">
                  <c:v>0.26515177533266526</c:v>
                </c:pt>
                <c:pt idx="23" formatCode="0%">
                  <c:v>5.2944108556725766E-2</c:v>
                </c:pt>
                <c:pt idx="24" formatCode="0%">
                  <c:v>6.5998083569507468E-2</c:v>
                </c:pt>
                <c:pt idx="26" formatCode="0%">
                  <c:v>0.10389668763378851</c:v>
                </c:pt>
                <c:pt idx="27" formatCode="0%">
                  <c:v>0.1792949155932963</c:v>
                </c:pt>
                <c:pt idx="28" formatCode="0%">
                  <c:v>0.20191323745494</c:v>
                </c:pt>
                <c:pt idx="29" formatCode="0%">
                  <c:v>7.2212978745086032E-2</c:v>
                </c:pt>
                <c:pt idx="31" formatCode="0%">
                  <c:v>0.11625210758952662</c:v>
                </c:pt>
                <c:pt idx="32" formatCode="0%">
                  <c:v>0.22785807325365637</c:v>
                </c:pt>
                <c:pt idx="33" formatCode="0%">
                  <c:v>0.11843331858887579</c:v>
                </c:pt>
                <c:pt idx="34" formatCode="0%">
                  <c:v>0.11668510228135989</c:v>
                </c:pt>
                <c:pt idx="35" formatCode="0%">
                  <c:v>3.1139412671679001E-3</c:v>
                </c:pt>
                <c:pt idx="36" formatCode="0%">
                  <c:v>6.7552195483282063E-2</c:v>
                </c:pt>
                <c:pt idx="38" formatCode="0%">
                  <c:v>0.29365696344952968</c:v>
                </c:pt>
                <c:pt idx="39" formatCode="0%">
                  <c:v>2.7173919621259746E-2</c:v>
                </c:pt>
                <c:pt idx="40" formatCode="0%">
                  <c:v>0.20362056444127433</c:v>
                </c:pt>
                <c:pt idx="43" formatCode="0%">
                  <c:v>0.10116842651191923</c:v>
                </c:pt>
                <c:pt idx="44" formatCode="0%">
                  <c:v>2.7916170256752689E-2</c:v>
                </c:pt>
                <c:pt idx="45" formatCode="0%">
                  <c:v>0.10648074468027111</c:v>
                </c:pt>
                <c:pt idx="46" formatCode="0%">
                  <c:v>0.20006163384419501</c:v>
                </c:pt>
                <c:pt idx="48" formatCode="0%">
                  <c:v>0.27774544217084962</c:v>
                </c:pt>
                <c:pt idx="49" formatCode="0%">
                  <c:v>0.14286611691554202</c:v>
                </c:pt>
                <c:pt idx="50" formatCode="0%">
                  <c:v>1.8938230081263169E-3</c:v>
                </c:pt>
                <c:pt idx="51" formatCode="0%">
                  <c:v>6.2967487080902829E-2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AF5C-44B4-97E5-BAE34F0543CE}"/>
            </c:ext>
          </c:extLst>
        </c:ser>
        <c:ser>
          <c:idx val="3"/>
          <c:order val="3"/>
          <c:tx>
            <c:strRef>
              <c:f>'Imagen FA'!$B$46</c:f>
              <c:strCache>
                <c:ptCount val="1"/>
                <c:pt idx="0">
                  <c:v>Imagen positiva FA dic-24</c:v>
                </c:pt>
              </c:strCache>
            </c:strRef>
          </c:tx>
          <c:spPr>
            <a:ln w="63500">
              <a:noFill/>
              <a:prstDash val="solid"/>
            </a:ln>
          </c:spPr>
          <c:marker>
            <c:symbol val="circle"/>
            <c:size val="22"/>
            <c:spPr>
              <a:solidFill>
                <a:srgbClr val="002060"/>
              </a:solidFill>
              <a:ln>
                <a:noFill/>
              </a:ln>
            </c:spPr>
          </c:marker>
          <c:cat>
            <c:strRef>
              <c:f>'Imagen FA'!$C$42:$BB$42</c:f>
              <c:strCache>
                <c:ptCount val="52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1er Cordon</c:v>
                </c:pt>
                <c:pt idx="27">
                  <c:v>2do Cordon</c:v>
                </c:pt>
                <c:pt idx="28">
                  <c:v>3er Cordon</c:v>
                </c:pt>
                <c:pt idx="29">
                  <c:v>Resto</c:v>
                </c:pt>
                <c:pt idx="31">
                  <c:v>Ninguna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Javier Milei</c:v>
                </c:pt>
                <c:pt idx="40">
                  <c:v>Sergio Massa</c:v>
                </c:pt>
                <c:pt idx="41">
                  <c:v>En blanco</c:v>
                </c:pt>
                <c:pt idx="43">
                  <c:v>Muy buena</c:v>
                </c:pt>
                <c:pt idx="44">
                  <c:v>Buena</c:v>
                </c:pt>
                <c:pt idx="45">
                  <c:v>Mala</c:v>
                </c:pt>
                <c:pt idx="46">
                  <c:v>Muy mala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</c:strCache>
            </c:strRef>
          </c:cat>
          <c:val>
            <c:numRef>
              <c:f>'Imagen FA'!$C$46:$BB$46</c:f>
              <c:numCache>
                <c:formatCode>General</c:formatCode>
                <c:ptCount val="52"/>
                <c:pt idx="0" formatCode="0%">
                  <c:v>0.15</c:v>
                </c:pt>
                <c:pt idx="2" formatCode="0%">
                  <c:v>0.11089280359741142</c:v>
                </c:pt>
                <c:pt idx="3" formatCode="0%">
                  <c:v>0.17698842774499562</c:v>
                </c:pt>
                <c:pt idx="5" formatCode="0%">
                  <c:v>6.3747338594939473E-2</c:v>
                </c:pt>
                <c:pt idx="6" formatCode="0%">
                  <c:v>0.19164946660351792</c:v>
                </c:pt>
                <c:pt idx="7" formatCode="0%">
                  <c:v>0.13943106309625081</c:v>
                </c:pt>
                <c:pt idx="8" formatCode="0%">
                  <c:v>0.14996131681718713</c:v>
                </c:pt>
                <c:pt idx="10" formatCode="0%">
                  <c:v>0.20016422932247968</c:v>
                </c:pt>
                <c:pt idx="11" formatCode="0%">
                  <c:v>0.10238882863327911</c:v>
                </c:pt>
                <c:pt idx="12" formatCode="0%">
                  <c:v>0.15153121521316937</c:v>
                </c:pt>
                <c:pt idx="14" formatCode="0%">
                  <c:v>0.16704044421961972</c:v>
                </c:pt>
                <c:pt idx="15" formatCode="0%">
                  <c:v>0.12236659054246202</c:v>
                </c:pt>
                <c:pt idx="16" formatCode="0%">
                  <c:v>0.12108141150710851</c:v>
                </c:pt>
                <c:pt idx="17" formatCode="0%">
                  <c:v>0.22494654105591033</c:v>
                </c:pt>
                <c:pt idx="19" formatCode="0%">
                  <c:v>0.15856362259187068</c:v>
                </c:pt>
                <c:pt idx="20" formatCode="0%">
                  <c:v>0.11655807888732997</c:v>
                </c:pt>
                <c:pt idx="22" formatCode="0%">
                  <c:v>0.22261311954224258</c:v>
                </c:pt>
                <c:pt idx="23" formatCode="0%">
                  <c:v>9.2730684778636663E-2</c:v>
                </c:pt>
                <c:pt idx="24" formatCode="0%">
                  <c:v>7.0000000000000007E-2</c:v>
                </c:pt>
                <c:pt idx="26" formatCode="0%">
                  <c:v>6.9242955443434714E-2</c:v>
                </c:pt>
                <c:pt idx="27" formatCode="0%">
                  <c:v>0.17541932272894437</c:v>
                </c:pt>
                <c:pt idx="28" formatCode="0%">
                  <c:v>0.30668218248757934</c:v>
                </c:pt>
                <c:pt idx="29" formatCode="0%">
                  <c:v>5.6136967041077832E-2</c:v>
                </c:pt>
                <c:pt idx="31" formatCode="0%">
                  <c:v>6.4040501296455568E-2</c:v>
                </c:pt>
                <c:pt idx="32" formatCode="0%">
                  <c:v>0.28618956041807292</c:v>
                </c:pt>
                <c:pt idx="33" formatCode="0%">
                  <c:v>0.2291911164964712</c:v>
                </c:pt>
                <c:pt idx="34" formatCode="0%">
                  <c:v>0.19140610323613061</c:v>
                </c:pt>
                <c:pt idx="35" formatCode="0%">
                  <c:v>2.8060290131892997E-3</c:v>
                </c:pt>
                <c:pt idx="36" formatCode="0%">
                  <c:v>7.3347339830006908E-2</c:v>
                </c:pt>
                <c:pt idx="38" formatCode="0%">
                  <c:v>4.9328407923865614E-2</c:v>
                </c:pt>
                <c:pt idx="39" formatCode="0%">
                  <c:v>0.12769671451925285</c:v>
                </c:pt>
                <c:pt idx="40" formatCode="0%">
                  <c:v>0.20475514244634932</c:v>
                </c:pt>
                <c:pt idx="43" formatCode="0%">
                  <c:v>9.3382105692499856E-2</c:v>
                </c:pt>
                <c:pt idx="44" formatCode="0%">
                  <c:v>9.1441510832830628E-2</c:v>
                </c:pt>
                <c:pt idx="45" formatCode="0%">
                  <c:v>0.12433332203173726</c:v>
                </c:pt>
                <c:pt idx="46" formatCode="0%">
                  <c:v>0.22341570040820841</c:v>
                </c:pt>
                <c:pt idx="48" formatCode="0%">
                  <c:v>0.31355631738990697</c:v>
                </c:pt>
                <c:pt idx="49" formatCode="0%">
                  <c:v>0.12429468391071608</c:v>
                </c:pt>
                <c:pt idx="50" formatCode="0%">
                  <c:v>6.3142871552093693E-2</c:v>
                </c:pt>
                <c:pt idx="51" formatCode="0%">
                  <c:v>6.623800281546581E-2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3-AF5C-44B4-97E5-BAE34F0543CE}"/>
            </c:ext>
          </c:extLst>
        </c:ser>
        <c:ser>
          <c:idx val="4"/>
          <c:order val="4"/>
          <c:tx>
            <c:strRef>
              <c:f>'Imagen FA'!$B$47</c:f>
              <c:strCache>
                <c:ptCount val="1"/>
                <c:pt idx="0">
                  <c:v>Imagen positiva FA mar-25</c:v>
                </c:pt>
              </c:strCache>
            </c:strRef>
          </c:tx>
          <c:spPr>
            <a:ln w="63500">
              <a:noFill/>
              <a:prstDash val="sysDot"/>
            </a:ln>
          </c:spPr>
          <c:marker>
            <c:symbol val="circle"/>
            <c:size val="40"/>
            <c:spPr>
              <a:solidFill>
                <a:srgbClr val="FF008E"/>
              </a:solidFill>
              <a:ln>
                <a:noFill/>
              </a:ln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'Imagen FA'!$C$42:$BB$42</c:f>
              <c:strCache>
                <c:ptCount val="52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1er Cordon</c:v>
                </c:pt>
                <c:pt idx="27">
                  <c:v>2do Cordon</c:v>
                </c:pt>
                <c:pt idx="28">
                  <c:v>3er Cordon</c:v>
                </c:pt>
                <c:pt idx="29">
                  <c:v>Resto</c:v>
                </c:pt>
                <c:pt idx="31">
                  <c:v>Ninguna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Javier Milei</c:v>
                </c:pt>
                <c:pt idx="40">
                  <c:v>Sergio Massa</c:v>
                </c:pt>
                <c:pt idx="41">
                  <c:v>En blanco</c:v>
                </c:pt>
                <c:pt idx="43">
                  <c:v>Muy buena</c:v>
                </c:pt>
                <c:pt idx="44">
                  <c:v>Buena</c:v>
                </c:pt>
                <c:pt idx="45">
                  <c:v>Mala</c:v>
                </c:pt>
                <c:pt idx="46">
                  <c:v>Muy mala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</c:strCache>
            </c:strRef>
          </c:cat>
          <c:val>
            <c:numRef>
              <c:f>'Imagen FA'!$C$47:$BB$47</c:f>
              <c:numCache>
                <c:formatCode>General</c:formatCode>
                <c:ptCount val="52"/>
                <c:pt idx="0" formatCode="0%">
                  <c:v>0.1771544757257171</c:v>
                </c:pt>
                <c:pt idx="2" formatCode="0%">
                  <c:v>0.18243174657001948</c:v>
                </c:pt>
                <c:pt idx="3" formatCode="0%">
                  <c:v>0.12459309037411873</c:v>
                </c:pt>
                <c:pt idx="5" formatCode="0%">
                  <c:v>0.10156295207153583</c:v>
                </c:pt>
                <c:pt idx="6" formatCode="0%">
                  <c:v>0.12249384880175042</c:v>
                </c:pt>
                <c:pt idx="7" formatCode="0%">
                  <c:v>0.17180973199438879</c:v>
                </c:pt>
                <c:pt idx="8" formatCode="0%">
                  <c:v>0.21672690428661567</c:v>
                </c:pt>
                <c:pt idx="10" formatCode="0%">
                  <c:v>0.22846866317681219</c:v>
                </c:pt>
                <c:pt idx="11" formatCode="0%">
                  <c:v>0.13044676451856352</c:v>
                </c:pt>
                <c:pt idx="12" formatCode="0%">
                  <c:v>0.12202367237255554</c:v>
                </c:pt>
                <c:pt idx="14" formatCode="0%">
                  <c:v>0.14498390681477952</c:v>
                </c:pt>
                <c:pt idx="15" formatCode="0%">
                  <c:v>0.18946570525167805</c:v>
                </c:pt>
                <c:pt idx="16" formatCode="0%">
                  <c:v>0.1139472796016248</c:v>
                </c:pt>
                <c:pt idx="17" formatCode="0%">
                  <c:v>0.15363230817719628</c:v>
                </c:pt>
                <c:pt idx="19" formatCode="0%">
                  <c:v>0.16158691227498331</c:v>
                </c:pt>
                <c:pt idx="20" formatCode="0%">
                  <c:v>0.14326742987160368</c:v>
                </c:pt>
                <c:pt idx="22" formatCode="0%">
                  <c:v>0.19163032514857595</c:v>
                </c:pt>
                <c:pt idx="23" formatCode="0%">
                  <c:v>0.110189805943307</c:v>
                </c:pt>
                <c:pt idx="24" formatCode="0%">
                  <c:v>0.12456939668884155</c:v>
                </c:pt>
                <c:pt idx="26" formatCode="0%">
                  <c:v>0.14469648165385796</c:v>
                </c:pt>
                <c:pt idx="27" formatCode="0%">
                  <c:v>0.16901838453907059</c:v>
                </c:pt>
                <c:pt idx="28" formatCode="0%">
                  <c:v>0.14990445543120204</c:v>
                </c:pt>
                <c:pt idx="29" formatCode="0%">
                  <c:v>0.12693138554499184</c:v>
                </c:pt>
                <c:pt idx="31" formatCode="0%">
                  <c:v>0.11602976398706774</c:v>
                </c:pt>
                <c:pt idx="32" formatCode="0%">
                  <c:v>0.34222560206526809</c:v>
                </c:pt>
                <c:pt idx="33" formatCode="0%">
                  <c:v>0.29027531439245402</c:v>
                </c:pt>
                <c:pt idx="34" formatCode="0%">
                  <c:v>3.3274234508101463E-2</c:v>
                </c:pt>
                <c:pt idx="35" formatCode="0%">
                  <c:v>4.3230192338462488E-2</c:v>
                </c:pt>
                <c:pt idx="36" formatCode="0%">
                  <c:v>3.2563310059561874E-2</c:v>
                </c:pt>
                <c:pt idx="38" formatCode="0%">
                  <c:v>0</c:v>
                </c:pt>
                <c:pt idx="39" formatCode="0%">
                  <c:v>7.7730248486091683E-2</c:v>
                </c:pt>
                <c:pt idx="40" formatCode="0%">
                  <c:v>0.24678795457853306</c:v>
                </c:pt>
                <c:pt idx="41" formatCode="0%">
                  <c:v>0</c:v>
                </c:pt>
                <c:pt idx="43" formatCode="0%">
                  <c:v>5.2366808159782639E-2</c:v>
                </c:pt>
                <c:pt idx="44" formatCode="0%">
                  <c:v>6.0249932609145358E-2</c:v>
                </c:pt>
                <c:pt idx="45" formatCode="0%">
                  <c:v>0.16668965304121411</c:v>
                </c:pt>
                <c:pt idx="46" formatCode="0%">
                  <c:v>0.30795881663472002</c:v>
                </c:pt>
                <c:pt idx="48" formatCode="0%">
                  <c:v>0.36376401557262938</c:v>
                </c:pt>
                <c:pt idx="49" formatCode="0%">
                  <c:v>0.29022560196518304</c:v>
                </c:pt>
                <c:pt idx="50" formatCode="0%">
                  <c:v>4.4707354862993744E-2</c:v>
                </c:pt>
                <c:pt idx="51" formatCode="0%">
                  <c:v>5.3584271751281685E-2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4-AF5C-44B4-97E5-BAE34F0543CE}"/>
            </c:ext>
          </c:extLst>
        </c:ser>
        <c:ser>
          <c:idx val="5"/>
          <c:order val="5"/>
          <c:tx>
            <c:strRef>
              <c:f>'Imagen FA'!$B$48</c:f>
              <c:strCache>
                <c:ptCount val="1"/>
                <c:pt idx="0">
                  <c:v>Promedio</c:v>
                </c:pt>
              </c:strCache>
            </c:strRef>
          </c:tx>
          <c:spPr>
            <a:ln w="63500">
              <a:solidFill>
                <a:srgbClr val="000000"/>
              </a:solidFill>
              <a:prstDash val="sysDot"/>
            </a:ln>
          </c:spPr>
          <c:marker>
            <c:symbol val="none"/>
          </c:marker>
          <c:cat>
            <c:strRef>
              <c:f>'Imagen FA'!$C$42:$BB$42</c:f>
              <c:strCache>
                <c:ptCount val="52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1er Cordon</c:v>
                </c:pt>
                <c:pt idx="27">
                  <c:v>2do Cordon</c:v>
                </c:pt>
                <c:pt idx="28">
                  <c:v>3er Cordon</c:v>
                </c:pt>
                <c:pt idx="29">
                  <c:v>Resto</c:v>
                </c:pt>
                <c:pt idx="31">
                  <c:v>Ninguna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Javier Milei</c:v>
                </c:pt>
                <c:pt idx="40">
                  <c:v>Sergio Massa</c:v>
                </c:pt>
                <c:pt idx="41">
                  <c:v>En blanco</c:v>
                </c:pt>
                <c:pt idx="43">
                  <c:v>Muy buena</c:v>
                </c:pt>
                <c:pt idx="44">
                  <c:v>Buena</c:v>
                </c:pt>
                <c:pt idx="45">
                  <c:v>Mala</c:v>
                </c:pt>
                <c:pt idx="46">
                  <c:v>Muy mala</c:v>
                </c:pt>
                <c:pt idx="48">
                  <c:v>Muy buena</c:v>
                </c:pt>
                <c:pt idx="49">
                  <c:v>Buena</c:v>
                </c:pt>
                <c:pt idx="50">
                  <c:v>Mala</c:v>
                </c:pt>
                <c:pt idx="51">
                  <c:v>Muy mala</c:v>
                </c:pt>
              </c:strCache>
            </c:strRef>
          </c:cat>
          <c:val>
            <c:numRef>
              <c:f>'Imagen FA'!$C$48:$BB$48</c:f>
              <c:numCache>
                <c:formatCode>General</c:formatCode>
                <c:ptCount val="52"/>
                <c:pt idx="0" formatCode="0%">
                  <c:v>0.13403906539489999</c:v>
                </c:pt>
                <c:pt idx="2" formatCode="0%">
                  <c:v>0.136662314331573</c:v>
                </c:pt>
                <c:pt idx="3" formatCode="0%">
                  <c:v>0.11989277510698104</c:v>
                </c:pt>
                <c:pt idx="5" formatCode="0%">
                  <c:v>8.2919180196152617E-2</c:v>
                </c:pt>
                <c:pt idx="6" formatCode="0%">
                  <c:v>0.12686933812044182</c:v>
                </c:pt>
                <c:pt idx="7" formatCode="0%">
                  <c:v>0.13856629459241376</c:v>
                </c:pt>
                <c:pt idx="8" formatCode="0%">
                  <c:v>0.15452141003373995</c:v>
                </c:pt>
                <c:pt idx="10" formatCode="0%">
                  <c:v>0.15576209260340118</c:v>
                </c:pt>
                <c:pt idx="11" formatCode="0%">
                  <c:v>0.11029200034897979</c:v>
                </c:pt>
                <c:pt idx="12" formatCode="0%">
                  <c:v>0.12886677255736895</c:v>
                </c:pt>
                <c:pt idx="14" formatCode="0%">
                  <c:v>0.11887750149597394</c:v>
                </c:pt>
                <c:pt idx="15" formatCode="0%">
                  <c:v>0.14333327541554802</c:v>
                </c:pt>
                <c:pt idx="16" formatCode="0%">
                  <c:v>0.11090265691888115</c:v>
                </c:pt>
                <c:pt idx="17" formatCode="0%">
                  <c:v>0.13314364081787969</c:v>
                </c:pt>
                <c:pt idx="19" formatCode="0%">
                  <c:v>0.13891106662576164</c:v>
                </c:pt>
                <c:pt idx="20" formatCode="0%">
                  <c:v>0.1100131246191193</c:v>
                </c:pt>
                <c:pt idx="22" formatCode="0%">
                  <c:v>0.20242475226327672</c:v>
                </c:pt>
                <c:pt idx="23" formatCode="0%">
                  <c:v>8.7506148627646968E-2</c:v>
                </c:pt>
                <c:pt idx="24" formatCode="0%">
                  <c:v>7.652101511245897E-2</c:v>
                </c:pt>
                <c:pt idx="26" formatCode="0%">
                  <c:v>0.11116168385793319</c:v>
                </c:pt>
                <c:pt idx="27" formatCode="0%">
                  <c:v>0.14850076584777755</c:v>
                </c:pt>
                <c:pt idx="28" formatCode="0%">
                  <c:v>0.18534144634639566</c:v>
                </c:pt>
                <c:pt idx="29" formatCode="0%">
                  <c:v>8.9602093207993172E-2</c:v>
                </c:pt>
                <c:pt idx="31" formatCode="0%">
                  <c:v>8.5201342828067864E-2</c:v>
                </c:pt>
                <c:pt idx="32" formatCode="0%">
                  <c:v>0.24253438648262676</c:v>
                </c:pt>
                <c:pt idx="33" formatCode="0%">
                  <c:v>0.18945829609455586</c:v>
                </c:pt>
                <c:pt idx="34" formatCode="0%">
                  <c:v>0.10324326750933155</c:v>
                </c:pt>
                <c:pt idx="35" formatCode="0%">
                  <c:v>5.8734907012409007E-2</c:v>
                </c:pt>
                <c:pt idx="36" formatCode="0%">
                  <c:v>6.1610545989437306E-2</c:v>
                </c:pt>
                <c:pt idx="38" formatCode="0%">
                  <c:v>0.10994748068776936</c:v>
                </c:pt>
                <c:pt idx="39" formatCode="0%">
                  <c:v>8.0545822970060826E-2</c:v>
                </c:pt>
                <c:pt idx="40" formatCode="0%">
                  <c:v>0.18634251192294179</c:v>
                </c:pt>
                <c:pt idx="41" formatCode="0%">
                  <c:v>5.6766428889910257E-3</c:v>
                </c:pt>
                <c:pt idx="43" formatCode="0%">
                  <c:v>7.5913860256326238E-2</c:v>
                </c:pt>
                <c:pt idx="44" formatCode="0%">
                  <c:v>6.5714216361624861E-2</c:v>
                </c:pt>
                <c:pt idx="45" formatCode="0%">
                  <c:v>0.14862996403321987</c:v>
                </c:pt>
                <c:pt idx="46" formatCode="0%">
                  <c:v>0.20214093435147099</c:v>
                </c:pt>
                <c:pt idx="48" formatCode="0%">
                  <c:v>0.27547433254900777</c:v>
                </c:pt>
                <c:pt idx="49" formatCode="0%">
                  <c:v>0.17097428222901154</c:v>
                </c:pt>
                <c:pt idx="50" formatCode="0%">
                  <c:v>4.610375522976861E-2</c:v>
                </c:pt>
                <c:pt idx="51" formatCode="0%">
                  <c:v>5.6963999804009083E-2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5-AF5C-44B4-97E5-BAE34F0543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12858872"/>
        <c:axId val="384752952"/>
      </c:lineChart>
      <c:catAx>
        <c:axId val="51285887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000000"/>
              </a:solidFill>
              <a:prstDash val="solid"/>
              <a:miter lim="800000"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1800" b="0">
                <a:latin typeface="+mj-lt"/>
              </a:defRPr>
            </a:pPr>
            <a:endParaRPr lang="es-AR"/>
          </a:p>
        </c:txPr>
        <c:crossAx val="384752952"/>
        <c:crosses val="autoZero"/>
        <c:auto val="1"/>
        <c:lblAlgn val="ctr"/>
        <c:lblOffset val="100"/>
        <c:noMultiLvlLbl val="0"/>
      </c:catAx>
      <c:valAx>
        <c:axId val="384752952"/>
        <c:scaling>
          <c:orientation val="minMax"/>
          <c:max val="1"/>
          <c:min val="0"/>
        </c:scaling>
        <c:delete val="0"/>
        <c:axPos val="l"/>
        <c:numFmt formatCode="0%" sourceLinked="1"/>
        <c:majorTickMark val="out"/>
        <c:minorTickMark val="none"/>
        <c:tickLblPos val="nextTo"/>
        <c:crossAx val="5128588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4.1112777568343507E-2"/>
          <c:y val="6.9976679949991473E-3"/>
          <c:w val="0.88454630956835023"/>
          <c:h val="0.10237790309093056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 algn="just">
            <a:defRPr sz="2200" b="0"/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8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2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ES" sz="2400" b="1" dirty="0">
                <a:latin typeface="HelveticaNeue Std"/>
              </a:rPr>
              <a:t>Pensando en las elecciones legislativas del año que viene, ¿a un candidato de qué espacio votaría si las elecciones fueran hoy?</a:t>
            </a:r>
          </a:p>
        </c:rich>
      </c:tx>
      <c:layout>
        <c:manualLayout>
          <c:xMode val="edge"/>
          <c:yMode val="edge"/>
          <c:x val="7.7977227844723447E-3"/>
          <c:y val="1.0523985848691785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5.3914183860177952E-3"/>
          <c:y val="0.10703261901587569"/>
          <c:w val="0.99382976208004514"/>
          <c:h val="0.7229083324923966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29D-4371-8D01-89311E9E9565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29D-4371-8D01-89311E9E9565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329D-4371-8D01-89311E9E9565}"/>
              </c:ext>
            </c:extLst>
          </c:dPt>
          <c:dPt>
            <c:idx val="3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329D-4371-8D01-89311E9E9565}"/>
              </c:ext>
            </c:extLst>
          </c:dPt>
          <c:dPt>
            <c:idx val="4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329D-4371-8D01-89311E9E9565}"/>
              </c:ext>
            </c:extLst>
          </c:dPt>
          <c:dPt>
            <c:idx val="5"/>
            <c:invertIfNegative val="0"/>
            <c:bubble3D val="0"/>
            <c:spPr>
              <a:solidFill>
                <a:srgbClr val="03BD8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329D-4371-8D01-89311E9E9565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329D-4371-8D01-89311E9E9565}"/>
              </c:ext>
            </c:extLst>
          </c:dPt>
          <c:dPt>
            <c:idx val="7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329D-4371-8D01-89311E9E9565}"/>
              </c:ext>
            </c:extLst>
          </c:dPt>
          <c:dPt>
            <c:idx val="8"/>
            <c:invertIfNegative val="0"/>
            <c:bubble3D val="0"/>
            <c:spPr>
              <a:solidFill>
                <a:srgbClr val="02BFA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1-03AD-4B2F-8346-C5D2DA0A1514}"/>
              </c:ext>
            </c:extLst>
          </c:dPt>
          <c:dPt>
            <c:idx val="9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3-03AD-4B2F-8346-C5D2DA0A15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Hoja1!$B$82:$B$89</c:f>
              <c:strCache>
                <c:ptCount val="8"/>
                <c:pt idx="0">
                  <c:v>Un candidato de La Libertad Avanza de Javier Milei</c:v>
                </c:pt>
                <c:pt idx="1">
                  <c:v>Un candidato del peronismo de Cristina Fernández de Kirchner, Axel Kicillof y Sergio Massa</c:v>
                </c:pt>
                <c:pt idx="2">
                  <c:v>Un candidato del PRO de Mauricio Macri</c:v>
                </c:pt>
                <c:pt idx="3">
                  <c:v>Un candidato de la izquierda</c:v>
                </c:pt>
                <c:pt idx="4">
                  <c:v>A un candidato del radicalismo</c:v>
                </c:pt>
                <c:pt idx="5">
                  <c:v>Un candidato del peronismo federal de Miguel Pichetto, Juan Schiaretti y Florencio Randazzo</c:v>
                </c:pt>
                <c:pt idx="6">
                  <c:v>Otro</c:v>
                </c:pt>
                <c:pt idx="7">
                  <c:v>No sabe</c:v>
                </c:pt>
              </c:strCache>
            </c:strRef>
          </c:cat>
          <c:val>
            <c:numRef>
              <c:f>Hoja1!$C$82:$C$89</c:f>
              <c:numCache>
                <c:formatCode>0%</c:formatCode>
                <c:ptCount val="8"/>
                <c:pt idx="0">
                  <c:v>0.32188983641335461</c:v>
                </c:pt>
                <c:pt idx="1">
                  <c:v>0.27568409798706367</c:v>
                </c:pt>
                <c:pt idx="2">
                  <c:v>9.6299237615163041E-2</c:v>
                </c:pt>
                <c:pt idx="3">
                  <c:v>4.7834277043396163E-2</c:v>
                </c:pt>
                <c:pt idx="4">
                  <c:v>3.711750908215667E-2</c:v>
                </c:pt>
                <c:pt idx="5">
                  <c:v>3.1699244948912832E-2</c:v>
                </c:pt>
                <c:pt idx="6">
                  <c:v>3.1596351067123135E-2</c:v>
                </c:pt>
                <c:pt idx="7">
                  <c:v>0.15787944584283106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0-329D-4371-8D01-89311E9E956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27"/>
        <c:axId val="384756872"/>
        <c:axId val="384750992"/>
      </c:barChart>
      <c:catAx>
        <c:axId val="3847568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384750992"/>
        <c:crosses val="autoZero"/>
        <c:auto val="1"/>
        <c:lblAlgn val="ctr"/>
        <c:lblOffset val="100"/>
        <c:noMultiLvlLbl val="0"/>
      </c:catAx>
      <c:valAx>
        <c:axId val="384750992"/>
        <c:scaling>
          <c:orientation val="minMax"/>
          <c:max val="0.45"/>
        </c:scaling>
        <c:delete val="1"/>
        <c:axPos val="l"/>
        <c:numFmt formatCode="0%" sourceLinked="1"/>
        <c:majorTickMark val="out"/>
        <c:minorTickMark val="none"/>
        <c:tickLblPos val="nextTo"/>
        <c:crossAx val="3847568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2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2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ES" sz="2400" b="1" i="0" u="none" strike="noStrike" dirty="0">
                <a:solidFill>
                  <a:srgbClr val="000000"/>
                </a:solidFill>
                <a:effectLst/>
                <a:latin typeface="HelveticaNeue Std"/>
              </a:rPr>
              <a:t>Pensando en las elecciones legislativas del año que viene, ¿a un candidato de qué espacio votaría si las elecciones fueran hoy?</a:t>
            </a:r>
          </a:p>
        </c:rich>
      </c:tx>
      <c:layout>
        <c:manualLayout>
          <c:xMode val="edge"/>
          <c:yMode val="edge"/>
          <c:x val="6.2642807356588055E-4"/>
          <c:y val="1.40319811315890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2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1.1242622748083853E-3"/>
          <c:y val="0.12691125895229347"/>
          <c:w val="0.99887573772519167"/>
          <c:h val="0.708549675054673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'Esc. electoral 2025'!$B$2</c:f>
              <c:strCache>
                <c:ptCount val="1"/>
                <c:pt idx="0">
                  <c:v>jun-24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357B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22C1-433A-B1F0-442C4B0AE08B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2C1-433A-B1F0-442C4B0AE08B}"/>
              </c:ext>
            </c:extLst>
          </c:dPt>
          <c:dPt>
            <c:idx val="2"/>
            <c:invertIfNegative val="0"/>
            <c:bubble3D val="0"/>
            <c:spPr>
              <a:solidFill>
                <a:srgbClr val="B88C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2C1-433A-B1F0-442C4B0AE08B}"/>
              </c:ext>
            </c:extLst>
          </c:dPt>
          <c:dPt>
            <c:idx val="3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22C1-433A-B1F0-442C4B0AE08B}"/>
              </c:ext>
            </c:extLst>
          </c:dPt>
          <c:dPt>
            <c:idx val="4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22C1-433A-B1F0-442C4B0AE08B}"/>
              </c:ext>
            </c:extLst>
          </c:dPt>
          <c:dPt>
            <c:idx val="5"/>
            <c:invertIfNegative val="0"/>
            <c:bubble3D val="0"/>
            <c:spPr>
              <a:solidFill>
                <a:srgbClr val="03BD8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22C1-433A-B1F0-442C4B0AE08B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22C1-433A-B1F0-442C4B0AE08B}"/>
              </c:ext>
            </c:extLst>
          </c:dPt>
          <c:dPt>
            <c:idx val="7"/>
            <c:invertIfNegative val="0"/>
            <c:bubble3D val="0"/>
            <c:spPr>
              <a:solidFill>
                <a:srgbClr val="FFFFFF">
                  <a:lumMod val="8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22C1-433A-B1F0-442C4B0AE08B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1-22C1-433A-B1F0-442C4B0AE0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'Esc. electoral 2025'!$A$3:$A$10</c:f>
              <c:strCache>
                <c:ptCount val="8"/>
                <c:pt idx="0">
                  <c:v>Un candidato de La Libertad Avanza de Javier Milei</c:v>
                </c:pt>
                <c:pt idx="1">
                  <c:v>Un candidato del peronismo de Cristina Fernández de Kirchner, Axel Kicillof y Sergio Massa</c:v>
                </c:pt>
                <c:pt idx="2">
                  <c:v>Un candidato del PRO de Mauricio Macri</c:v>
                </c:pt>
                <c:pt idx="3">
                  <c:v>Un candidato de la izquierda</c:v>
                </c:pt>
                <c:pt idx="4">
                  <c:v>A un candidato del radicalismo</c:v>
                </c:pt>
                <c:pt idx="5">
                  <c:v>Un candidato del peronismo federal de Miguel Pichetto, Juan Schiaretti y Florencio Randazzo</c:v>
                </c:pt>
                <c:pt idx="6">
                  <c:v>Otro</c:v>
                </c:pt>
                <c:pt idx="7">
                  <c:v>No sabe</c:v>
                </c:pt>
              </c:strCache>
            </c:strRef>
          </c:cat>
          <c:val>
            <c:numRef>
              <c:f>'Esc. electoral 2025'!$B$3:$B$10</c:f>
              <c:numCache>
                <c:formatCode>0%</c:formatCode>
                <c:ptCount val="8"/>
                <c:pt idx="0">
                  <c:v>0.31487772515083323</c:v>
                </c:pt>
                <c:pt idx="1">
                  <c:v>0.34905125716907803</c:v>
                </c:pt>
                <c:pt idx="2">
                  <c:v>6.7358252184682763E-2</c:v>
                </c:pt>
                <c:pt idx="3">
                  <c:v>3.5401008675784849E-2</c:v>
                </c:pt>
                <c:pt idx="5">
                  <c:v>7.7039018989533734E-2</c:v>
                </c:pt>
                <c:pt idx="6">
                  <c:v>6.7850935813135019E-2</c:v>
                </c:pt>
                <c:pt idx="7">
                  <c:v>8.8421802016951753E-2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2-22C1-433A-B1F0-442C4B0AE08B}"/>
            </c:ext>
          </c:extLst>
        </c:ser>
        <c:ser>
          <c:idx val="1"/>
          <c:order val="1"/>
          <c:tx>
            <c:strRef>
              <c:f>'Esc. electoral 2025'!$C$2</c:f>
              <c:strCache>
                <c:ptCount val="1"/>
                <c:pt idx="0">
                  <c:v>ago-24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4-22C1-433A-B1F0-442C4B0AE08B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6-22C1-433A-B1F0-442C4B0AE08B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8-22C1-433A-B1F0-442C4B0AE08B}"/>
              </c:ext>
            </c:extLst>
          </c:dPt>
          <c:dPt>
            <c:idx val="3"/>
            <c:invertIfNegative val="0"/>
            <c:bubble3D val="0"/>
            <c:spPr>
              <a:solidFill>
                <a:srgbClr val="FF008E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A-22C1-433A-B1F0-442C4B0AE08B}"/>
              </c:ext>
            </c:extLst>
          </c:dPt>
          <c:dPt>
            <c:idx val="4"/>
            <c:invertIfNegative val="0"/>
            <c:bubble3D val="0"/>
            <c:spPr>
              <a:solidFill>
                <a:srgbClr val="03BD8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C-22C1-433A-B1F0-442C4B0AE08B}"/>
              </c:ext>
            </c:extLst>
          </c:dPt>
          <c:dPt>
            <c:idx val="5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E-22C1-433A-B1F0-442C4B0AE08B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5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0-22C1-433A-B1F0-442C4B0AE08B}"/>
              </c:ext>
            </c:extLst>
          </c:dPt>
          <c:dPt>
            <c:idx val="7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7-5DC0-42FD-9DC1-FE242AF67A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LT Std (Cuerpo)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'Esc. electoral 2025'!$A$3:$A$10</c:f>
              <c:strCache>
                <c:ptCount val="8"/>
                <c:pt idx="0">
                  <c:v>Un candidato de La Libertad Avanza de Javier Milei</c:v>
                </c:pt>
                <c:pt idx="1">
                  <c:v>Un candidato del peronismo de Cristina Fernández de Kirchner, Axel Kicillof y Sergio Massa</c:v>
                </c:pt>
                <c:pt idx="2">
                  <c:v>Un candidato del PRO de Mauricio Macri</c:v>
                </c:pt>
                <c:pt idx="3">
                  <c:v>Un candidato de la izquierda</c:v>
                </c:pt>
                <c:pt idx="4">
                  <c:v>A un candidato del radicalismo</c:v>
                </c:pt>
                <c:pt idx="5">
                  <c:v>Un candidato del peronismo federal de Miguel Pichetto, Juan Schiaretti y Florencio Randazzo</c:v>
                </c:pt>
                <c:pt idx="6">
                  <c:v>Otro</c:v>
                </c:pt>
                <c:pt idx="7">
                  <c:v>No sabe</c:v>
                </c:pt>
              </c:strCache>
            </c:strRef>
          </c:cat>
          <c:val>
            <c:numRef>
              <c:f>'Esc. electoral 2025'!$C$3:$C$10</c:f>
              <c:numCache>
                <c:formatCode>0%</c:formatCode>
                <c:ptCount val="8"/>
                <c:pt idx="0">
                  <c:v>0.24161448920001188</c:v>
                </c:pt>
                <c:pt idx="1">
                  <c:v>0.35176312793592535</c:v>
                </c:pt>
                <c:pt idx="2">
                  <c:v>9.1302436574177928E-2</c:v>
                </c:pt>
                <c:pt idx="3">
                  <c:v>4.846732360686748E-2</c:v>
                </c:pt>
                <c:pt idx="5">
                  <c:v>7.6096435466326551E-2</c:v>
                </c:pt>
                <c:pt idx="6">
                  <c:v>6.2911431296551468E-2</c:v>
                </c:pt>
                <c:pt idx="7">
                  <c:v>0.12784475592013889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21-22C1-433A-B1F0-442C4B0AE08B}"/>
            </c:ext>
          </c:extLst>
        </c:ser>
        <c:ser>
          <c:idx val="2"/>
          <c:order val="2"/>
          <c:tx>
            <c:strRef>
              <c:f>'Esc. electoral 2025'!$D$2</c:f>
              <c:strCache>
                <c:ptCount val="1"/>
                <c:pt idx="0">
                  <c:v>oct-24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357B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3-22C1-433A-B1F0-442C4B0AE08B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4-22C1-433A-B1F0-442C4B0AE08B}"/>
              </c:ext>
            </c:extLst>
          </c:dPt>
          <c:dPt>
            <c:idx val="2"/>
            <c:invertIfNegative val="0"/>
            <c:bubble3D val="0"/>
            <c:spPr>
              <a:solidFill>
                <a:srgbClr val="B88C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5-22C1-433A-B1F0-442C4B0AE08B}"/>
              </c:ext>
            </c:extLst>
          </c:dPt>
          <c:dPt>
            <c:idx val="3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6-22C1-433A-B1F0-442C4B0AE08B}"/>
              </c:ext>
            </c:extLst>
          </c:dPt>
          <c:dPt>
            <c:idx val="4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7-22C1-433A-B1F0-442C4B0AE08B}"/>
              </c:ext>
            </c:extLst>
          </c:dPt>
          <c:dPt>
            <c:idx val="5"/>
            <c:invertIfNegative val="0"/>
            <c:bubble3D val="0"/>
            <c:spPr>
              <a:solidFill>
                <a:srgbClr val="03BD8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8-22C1-433A-B1F0-442C4B0AE08B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9-22C1-433A-B1F0-442C4B0AE08B}"/>
              </c:ext>
            </c:extLst>
          </c:dPt>
          <c:dPt>
            <c:idx val="7"/>
            <c:invertIfNegative val="0"/>
            <c:bubble3D val="0"/>
            <c:spPr>
              <a:solidFill>
                <a:srgbClr val="FFFFFF">
                  <a:lumMod val="8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6-5DC0-42FD-9DC1-FE242AF67A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LT Std (Cuerpo)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'Esc. electoral 2025'!$A$3:$A$10</c:f>
              <c:strCache>
                <c:ptCount val="8"/>
                <c:pt idx="0">
                  <c:v>Un candidato de La Libertad Avanza de Javier Milei</c:v>
                </c:pt>
                <c:pt idx="1">
                  <c:v>Un candidato del peronismo de Cristina Fernández de Kirchner, Axel Kicillof y Sergio Massa</c:v>
                </c:pt>
                <c:pt idx="2">
                  <c:v>Un candidato del PRO de Mauricio Macri</c:v>
                </c:pt>
                <c:pt idx="3">
                  <c:v>Un candidato de la izquierda</c:v>
                </c:pt>
                <c:pt idx="4">
                  <c:v>A un candidato del radicalismo</c:v>
                </c:pt>
                <c:pt idx="5">
                  <c:v>Un candidato del peronismo federal de Miguel Pichetto, Juan Schiaretti y Florencio Randazzo</c:v>
                </c:pt>
                <c:pt idx="6">
                  <c:v>Otro</c:v>
                </c:pt>
                <c:pt idx="7">
                  <c:v>No sabe</c:v>
                </c:pt>
              </c:strCache>
            </c:strRef>
          </c:cat>
          <c:val>
            <c:numRef>
              <c:f>'Esc. electoral 2025'!$D$3:$D$10</c:f>
              <c:numCache>
                <c:formatCode>0%</c:formatCode>
                <c:ptCount val="8"/>
                <c:pt idx="0">
                  <c:v>0.30662379926368855</c:v>
                </c:pt>
                <c:pt idx="1">
                  <c:v>0.37841507616363884</c:v>
                </c:pt>
                <c:pt idx="2">
                  <c:v>9.8600133286303293E-2</c:v>
                </c:pt>
                <c:pt idx="3">
                  <c:v>5.1507321429330274E-2</c:v>
                </c:pt>
                <c:pt idx="5">
                  <c:v>3.0320746542843623E-2</c:v>
                </c:pt>
                <c:pt idx="6">
                  <c:v>4.0126131075844215E-2</c:v>
                </c:pt>
                <c:pt idx="7">
                  <c:v>9.4406792238348719E-2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22-22C1-433A-B1F0-442C4B0AE08B}"/>
            </c:ext>
          </c:extLst>
        </c:ser>
        <c:ser>
          <c:idx val="3"/>
          <c:order val="3"/>
          <c:tx>
            <c:strRef>
              <c:f>'Esc. electoral 2025'!$E$2</c:f>
              <c:strCache>
                <c:ptCount val="1"/>
                <c:pt idx="0">
                  <c:v>dic-24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F-5DC0-42FD-9DC1-FE242AF67A72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0-5DC0-42FD-9DC1-FE242AF67A72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1-5DC0-42FD-9DC1-FE242AF67A72}"/>
              </c:ext>
            </c:extLst>
          </c:dPt>
          <c:dPt>
            <c:idx val="3"/>
            <c:invertIfNegative val="0"/>
            <c:bubble3D val="0"/>
            <c:spPr>
              <a:solidFill>
                <a:srgbClr val="FF66BB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2-5DC0-42FD-9DC1-FE242AF67A72}"/>
              </c:ext>
            </c:extLst>
          </c:dPt>
          <c:dPt>
            <c:idx val="4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3-5DC0-42FD-9DC1-FE242AF67A72}"/>
              </c:ext>
            </c:extLst>
          </c:dPt>
          <c:dPt>
            <c:idx val="5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4-5DC0-42FD-9DC1-FE242AF67A72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5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5-5DC0-42FD-9DC1-FE242AF67A72}"/>
              </c:ext>
            </c:extLst>
          </c:dPt>
          <c:dPt>
            <c:idx val="7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8-5DC0-42FD-9DC1-FE242AF67A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LT Std (Cuerpo)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'Esc. electoral 2025'!$A$3:$A$10</c:f>
              <c:strCache>
                <c:ptCount val="8"/>
                <c:pt idx="0">
                  <c:v>Un candidato de La Libertad Avanza de Javier Milei</c:v>
                </c:pt>
                <c:pt idx="1">
                  <c:v>Un candidato del peronismo de Cristina Fernández de Kirchner, Axel Kicillof y Sergio Massa</c:v>
                </c:pt>
                <c:pt idx="2">
                  <c:v>Un candidato del PRO de Mauricio Macri</c:v>
                </c:pt>
                <c:pt idx="3">
                  <c:v>Un candidato de la izquierda</c:v>
                </c:pt>
                <c:pt idx="4">
                  <c:v>A un candidato del radicalismo</c:v>
                </c:pt>
                <c:pt idx="5">
                  <c:v>Un candidato del peronismo federal de Miguel Pichetto, Juan Schiaretti y Florencio Randazzo</c:v>
                </c:pt>
                <c:pt idx="6">
                  <c:v>Otro</c:v>
                </c:pt>
                <c:pt idx="7">
                  <c:v>No sabe</c:v>
                </c:pt>
              </c:strCache>
            </c:strRef>
          </c:cat>
          <c:val>
            <c:numRef>
              <c:f>'Esc. electoral 2025'!$E$3:$E$10</c:f>
              <c:numCache>
                <c:formatCode>0%</c:formatCode>
                <c:ptCount val="8"/>
                <c:pt idx="0">
                  <c:v>0.33338476979059517</c:v>
                </c:pt>
                <c:pt idx="1">
                  <c:v>0.33170039213976926</c:v>
                </c:pt>
                <c:pt idx="2">
                  <c:v>7.7791784189783414E-2</c:v>
                </c:pt>
                <c:pt idx="3">
                  <c:v>4.7602029343738195E-2</c:v>
                </c:pt>
                <c:pt idx="4">
                  <c:v>4.0402696777781431E-2</c:v>
                </c:pt>
                <c:pt idx="5">
                  <c:v>2.2598138340244826E-2</c:v>
                </c:pt>
                <c:pt idx="6">
                  <c:v>3.2574311922711964E-2</c:v>
                </c:pt>
                <c:pt idx="7">
                  <c:v>0.11394587749537016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2E-5DC0-42FD-9DC1-FE242AF67A72}"/>
            </c:ext>
          </c:extLst>
        </c:ser>
        <c:ser>
          <c:idx val="4"/>
          <c:order val="4"/>
          <c:tx>
            <c:strRef>
              <c:f>'Esc. electoral 2025'!$F$2</c:f>
              <c:strCache>
                <c:ptCount val="1"/>
                <c:pt idx="0">
                  <c:v>mar-25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357B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3-AFE2-44D6-B732-2577BDFADA4E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4-AFE2-44D6-B732-2577BDFADA4E}"/>
              </c:ext>
            </c:extLst>
          </c:dPt>
          <c:dPt>
            <c:idx val="2"/>
            <c:invertIfNegative val="0"/>
            <c:bubble3D val="0"/>
            <c:spPr>
              <a:solidFill>
                <a:srgbClr val="B88C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5-AFE2-44D6-B732-2577BDFADA4E}"/>
              </c:ext>
            </c:extLst>
          </c:dPt>
          <c:dPt>
            <c:idx val="3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6-AFE2-44D6-B732-2577BDFADA4E}"/>
              </c:ext>
            </c:extLst>
          </c:dPt>
          <c:dPt>
            <c:idx val="4"/>
            <c:invertIfNegative val="0"/>
            <c:bubble3D val="0"/>
            <c:spPr>
              <a:solidFill>
                <a:srgbClr val="C1273A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7-AFE2-44D6-B732-2577BDFADA4E}"/>
              </c:ext>
            </c:extLst>
          </c:dPt>
          <c:dPt>
            <c:idx val="5"/>
            <c:invertIfNegative val="0"/>
            <c:bubble3D val="0"/>
            <c:spPr>
              <a:solidFill>
                <a:srgbClr val="03BD8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8-AFE2-44D6-B732-2577BDFADA4E}"/>
              </c:ext>
            </c:extLst>
          </c:dPt>
          <c:dPt>
            <c:idx val="6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9-AFE2-44D6-B732-2577BDFADA4E}"/>
              </c:ext>
            </c:extLst>
          </c:dPt>
          <c:dPt>
            <c:idx val="7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A-AFE2-44D6-B732-2577BDFADA4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LT Std (Cuerpo)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'Esc. electoral 2025'!$A$3:$A$10</c:f>
              <c:strCache>
                <c:ptCount val="8"/>
                <c:pt idx="0">
                  <c:v>Un candidato de La Libertad Avanza de Javier Milei</c:v>
                </c:pt>
                <c:pt idx="1">
                  <c:v>Un candidato del peronismo de Cristina Fernández de Kirchner, Axel Kicillof y Sergio Massa</c:v>
                </c:pt>
                <c:pt idx="2">
                  <c:v>Un candidato del PRO de Mauricio Macri</c:v>
                </c:pt>
                <c:pt idx="3">
                  <c:v>Un candidato de la izquierda</c:v>
                </c:pt>
                <c:pt idx="4">
                  <c:v>A un candidato del radicalismo</c:v>
                </c:pt>
                <c:pt idx="5">
                  <c:v>Un candidato del peronismo federal de Miguel Pichetto, Juan Schiaretti y Florencio Randazzo</c:v>
                </c:pt>
                <c:pt idx="6">
                  <c:v>Otro</c:v>
                </c:pt>
                <c:pt idx="7">
                  <c:v>No sabe</c:v>
                </c:pt>
              </c:strCache>
            </c:strRef>
          </c:cat>
          <c:val>
            <c:numRef>
              <c:f>'Esc. electoral 2025'!$F$3:$F$10</c:f>
              <c:numCache>
                <c:formatCode>0%</c:formatCode>
                <c:ptCount val="8"/>
                <c:pt idx="0">
                  <c:v>0.32188983641335461</c:v>
                </c:pt>
                <c:pt idx="1">
                  <c:v>0.27568409798706367</c:v>
                </c:pt>
                <c:pt idx="2">
                  <c:v>9.6299237615163041E-2</c:v>
                </c:pt>
                <c:pt idx="3">
                  <c:v>4.7834277043396163E-2</c:v>
                </c:pt>
                <c:pt idx="4">
                  <c:v>3.711750908215667E-2</c:v>
                </c:pt>
                <c:pt idx="5">
                  <c:v>3.1699244948912832E-2</c:v>
                </c:pt>
                <c:pt idx="6">
                  <c:v>3.1596351067123135E-2</c:v>
                </c:pt>
                <c:pt idx="7">
                  <c:v>0.15787944584283106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42-AFE2-44D6-B732-2577BDFADA4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384752168"/>
        <c:axId val="384749032"/>
      </c:barChart>
      <c:catAx>
        <c:axId val="384752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384749032"/>
        <c:crosses val="autoZero"/>
        <c:auto val="1"/>
        <c:lblAlgn val="ctr"/>
        <c:lblOffset val="100"/>
        <c:noMultiLvlLbl val="0"/>
      </c:catAx>
      <c:valAx>
        <c:axId val="384749032"/>
        <c:scaling>
          <c:orientation val="minMax"/>
          <c:max val="0.5"/>
        </c:scaling>
        <c:delete val="1"/>
        <c:axPos val="l"/>
        <c:numFmt formatCode="0%" sourceLinked="1"/>
        <c:majorTickMark val="out"/>
        <c:minorTickMark val="none"/>
        <c:tickLblPos val="nextTo"/>
        <c:crossAx val="384752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2.6819839694428526E-3"/>
          <c:y val="8.9453695567146177E-2"/>
          <c:w val="0.32420080926055295"/>
          <c:h val="0.112699642681677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HelveticaNeueLT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4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770310179599911E-2"/>
          <c:y val="0.22641190431406694"/>
          <c:w val="0.97084457020997372"/>
          <c:h val="0.58626925587194467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Sheet1!$B$100</c:f>
              <c:strCache>
                <c:ptCount val="1"/>
                <c:pt idx="0">
                  <c:v>Un candidato de La Libertad Avanza de Javier Milei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Sheet1!$C$99:$BE$99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Sheet1!$C$100:$BE$100</c:f>
              <c:numCache>
                <c:formatCode>General</c:formatCode>
                <c:ptCount val="55"/>
                <c:pt idx="0" formatCode="0%">
                  <c:v>0.32188983641335461</c:v>
                </c:pt>
                <c:pt idx="2" formatCode="0%">
                  <c:v>0.32157481821184641</c:v>
                </c:pt>
                <c:pt idx="3" formatCode="0%">
                  <c:v>0.32209889012150339</c:v>
                </c:pt>
                <c:pt idx="5" formatCode="0%">
                  <c:v>0.24878943603777567</c:v>
                </c:pt>
                <c:pt idx="6" formatCode="0%">
                  <c:v>0.40136934772713007</c:v>
                </c:pt>
                <c:pt idx="7" formatCode="0%">
                  <c:v>0.3881325114846087</c:v>
                </c:pt>
                <c:pt idx="8" formatCode="0%">
                  <c:v>0.23441726123671611</c:v>
                </c:pt>
                <c:pt idx="10" formatCode="0%">
                  <c:v>0.28496017370757948</c:v>
                </c:pt>
                <c:pt idx="11" formatCode="0%">
                  <c:v>0.31296586598600568</c:v>
                </c:pt>
                <c:pt idx="12" formatCode="0%">
                  <c:v>0.36443763574202948</c:v>
                </c:pt>
                <c:pt idx="14" formatCode="0%">
                  <c:v>0.23661074076875047</c:v>
                </c:pt>
                <c:pt idx="15" formatCode="0%">
                  <c:v>0.32974520898426335</c:v>
                </c:pt>
                <c:pt idx="16" formatCode="0%">
                  <c:v>0.38626021937748622</c:v>
                </c:pt>
                <c:pt idx="17" formatCode="0%">
                  <c:v>0.46461911876802153</c:v>
                </c:pt>
                <c:pt idx="19" formatCode="0%">
                  <c:v>0.27792714152264558</c:v>
                </c:pt>
                <c:pt idx="20" formatCode="0%">
                  <c:v>0.39779125103081808</c:v>
                </c:pt>
                <c:pt idx="22" formatCode="0%">
                  <c:v>0.18510091064796355</c:v>
                </c:pt>
                <c:pt idx="23" formatCode="0%">
                  <c:v>0.29177087786630929</c:v>
                </c:pt>
                <c:pt idx="24" formatCode="0%">
                  <c:v>0.42312471692327608</c:v>
                </c:pt>
                <c:pt idx="25" formatCode="0%">
                  <c:v>0.38840441221675581</c:v>
                </c:pt>
                <c:pt idx="27" formatCode="0%">
                  <c:v>0.30254430192518805</c:v>
                </c:pt>
                <c:pt idx="28" formatCode="0%">
                  <c:v>0.3169865109261451</c:v>
                </c:pt>
                <c:pt idx="29" formatCode="0%">
                  <c:v>0.37034040174438138</c:v>
                </c:pt>
                <c:pt idx="31" formatCode="0%">
                  <c:v>0.24806439380165815</c:v>
                </c:pt>
                <c:pt idx="32" formatCode="0%">
                  <c:v>2.950713591184281E-2</c:v>
                </c:pt>
                <c:pt idx="33" formatCode="0%">
                  <c:v>2.8455571502063216E-2</c:v>
                </c:pt>
                <c:pt idx="34" formatCode="0%">
                  <c:v>0.25740638429273432</c:v>
                </c:pt>
                <c:pt idx="35" formatCode="0%">
                  <c:v>8.49191926543654E-2</c:v>
                </c:pt>
                <c:pt idx="36" formatCode="0%">
                  <c:v>0.92586825464203837</c:v>
                </c:pt>
                <c:pt idx="38" formatCode="0%">
                  <c:v>0.188619663721941</c:v>
                </c:pt>
                <c:pt idx="39" formatCode="0%">
                  <c:v>8.6515323776123823E-2</c:v>
                </c:pt>
                <c:pt idx="40" formatCode="0%">
                  <c:v>0.72798763421652335</c:v>
                </c:pt>
                <c:pt idx="41" formatCode="0%">
                  <c:v>0.51054986676458525</c:v>
                </c:pt>
                <c:pt idx="43" formatCode="0%">
                  <c:v>0.63464757392097182</c:v>
                </c:pt>
                <c:pt idx="44" formatCode="0%">
                  <c:v>8.4781526227704698E-2</c:v>
                </c:pt>
                <c:pt idx="46" formatCode="0%">
                  <c:v>0.86116383104306715</c:v>
                </c:pt>
                <c:pt idx="47" formatCode="0%">
                  <c:v>0.4301545483664313</c:v>
                </c:pt>
                <c:pt idx="48" formatCode="0%">
                  <c:v>2.4689876403523058E-2</c:v>
                </c:pt>
                <c:pt idx="49" formatCode="0%">
                  <c:v>1.4219780572593549E-2</c:v>
                </c:pt>
                <c:pt idx="51" formatCode="0%">
                  <c:v>3.8309723068055662E-2</c:v>
                </c:pt>
                <c:pt idx="52" formatCode="0%">
                  <c:v>7.5502301543194754E-3</c:v>
                </c:pt>
                <c:pt idx="53" formatCode="0%">
                  <c:v>0.20942753190769153</c:v>
                </c:pt>
                <c:pt idx="54" formatCode="0%">
                  <c:v>0.62215974640495253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Sheet1!$B$101</c:f>
              <c:strCache>
                <c:ptCount val="1"/>
                <c:pt idx="0">
                  <c:v>Un candidato del peronismo de Cristina Fernández de Kirchner, Axel Kicillof y Sergio Massa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Sheet1!$C$99:$BE$99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Sheet1!$C$101:$BE$101</c:f>
              <c:numCache>
                <c:formatCode>General</c:formatCode>
                <c:ptCount val="55"/>
                <c:pt idx="0" formatCode="0%">
                  <c:v>0.27568409798706367</c:v>
                </c:pt>
                <c:pt idx="2" formatCode="0%">
                  <c:v>0.25770391573002055</c:v>
                </c:pt>
                <c:pt idx="3" formatCode="0%">
                  <c:v>0.29317848991784612</c:v>
                </c:pt>
                <c:pt idx="5" formatCode="0%">
                  <c:v>0.1963242649626831</c:v>
                </c:pt>
                <c:pt idx="6" formatCode="0%">
                  <c:v>0.2311319800289012</c:v>
                </c:pt>
                <c:pt idx="7" formatCode="0%">
                  <c:v>0.30274144527716845</c:v>
                </c:pt>
                <c:pt idx="8" formatCode="0%">
                  <c:v>0.37664032863244051</c:v>
                </c:pt>
                <c:pt idx="10" formatCode="0%">
                  <c:v>0.32056995430494917</c:v>
                </c:pt>
                <c:pt idx="11" formatCode="0%">
                  <c:v>0.25780062610067855</c:v>
                </c:pt>
                <c:pt idx="12" formatCode="0%">
                  <c:v>0.25802599648103502</c:v>
                </c:pt>
                <c:pt idx="14" formatCode="0%">
                  <c:v>0.31070918778897538</c:v>
                </c:pt>
                <c:pt idx="15" formatCode="0%">
                  <c:v>0.3223226685214769</c:v>
                </c:pt>
                <c:pt idx="16" formatCode="0%">
                  <c:v>0.19189943261663203</c:v>
                </c:pt>
                <c:pt idx="17" formatCode="0%">
                  <c:v>0.11675164096515138</c:v>
                </c:pt>
                <c:pt idx="19" formatCode="0%">
                  <c:v>0.30448722425396463</c:v>
                </c:pt>
                <c:pt idx="20" formatCode="0%">
                  <c:v>0.22595561718082258</c:v>
                </c:pt>
                <c:pt idx="22" formatCode="0%">
                  <c:v>0.33344920027883002</c:v>
                </c:pt>
                <c:pt idx="23" formatCode="0%">
                  <c:v>0.30963984707698577</c:v>
                </c:pt>
                <c:pt idx="24" formatCode="0%">
                  <c:v>0.21990745432792977</c:v>
                </c:pt>
                <c:pt idx="25" formatCode="0%">
                  <c:v>0.20362507300924604</c:v>
                </c:pt>
                <c:pt idx="27" formatCode="0%">
                  <c:v>0.27404165857481588</c:v>
                </c:pt>
                <c:pt idx="28" formatCode="0%">
                  <c:v>0.3252008390584008</c:v>
                </c:pt>
                <c:pt idx="29" formatCode="0%">
                  <c:v>0.17364456645537465</c:v>
                </c:pt>
                <c:pt idx="31" formatCode="0%">
                  <c:v>9.6190253027146955E-2</c:v>
                </c:pt>
                <c:pt idx="32" formatCode="0%">
                  <c:v>0.82921757607621915</c:v>
                </c:pt>
                <c:pt idx="33" formatCode="0%">
                  <c:v>0.64452679087655229</c:v>
                </c:pt>
                <c:pt idx="34" formatCode="0%">
                  <c:v>8.3604608752977233E-2</c:v>
                </c:pt>
                <c:pt idx="35" formatCode="0%">
                  <c:v>2.5840187430551036E-2</c:v>
                </c:pt>
                <c:pt idx="36" formatCode="0%">
                  <c:v>1.3126957894666632E-4</c:v>
                </c:pt>
                <c:pt idx="38" formatCode="0%">
                  <c:v>0.28973313903241554</c:v>
                </c:pt>
                <c:pt idx="39" formatCode="0%">
                  <c:v>0.6051244794075531</c:v>
                </c:pt>
                <c:pt idx="40" formatCode="0%">
                  <c:v>7.9343148424062898E-2</c:v>
                </c:pt>
                <c:pt idx="41" formatCode="0%">
                  <c:v>1.0000273162423792E-2</c:v>
                </c:pt>
                <c:pt idx="43" formatCode="0%">
                  <c:v>8.5130508488697854E-2</c:v>
                </c:pt>
                <c:pt idx="44" formatCode="0%">
                  <c:v>0.550195135127723</c:v>
                </c:pt>
                <c:pt idx="46" formatCode="0%">
                  <c:v>1.1944063846789199E-2</c:v>
                </c:pt>
                <c:pt idx="47" formatCode="0%">
                  <c:v>3.9508766287698636E-2</c:v>
                </c:pt>
                <c:pt idx="48" formatCode="0%">
                  <c:v>0.27869682367422977</c:v>
                </c:pt>
                <c:pt idx="49" formatCode="0%">
                  <c:v>0.68302298976282405</c:v>
                </c:pt>
                <c:pt idx="51" formatCode="0%">
                  <c:v>0.76888765931699898</c:v>
                </c:pt>
                <c:pt idx="52" formatCode="0%">
                  <c:v>0.59481309587170395</c:v>
                </c:pt>
                <c:pt idx="53" formatCode="0%">
                  <c:v>0.11201702310488321</c:v>
                </c:pt>
                <c:pt idx="54" formatCode="0%">
                  <c:v>1.4103592112099566E-2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Sheet1!$B$102</c:f>
              <c:strCache>
                <c:ptCount val="1"/>
                <c:pt idx="0">
                  <c:v>Un candidato del PRO de Mauricio Macri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Sheet1!$C$99:$BE$99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Sheet1!$C$102:$BE$102</c:f>
              <c:numCache>
                <c:formatCode>General</c:formatCode>
                <c:ptCount val="55"/>
                <c:pt idx="0" formatCode="0%">
                  <c:v>9.6299237615163041E-2</c:v>
                </c:pt>
                <c:pt idx="2" formatCode="0%">
                  <c:v>7.8355187282921568E-2</c:v>
                </c:pt>
                <c:pt idx="3" formatCode="0%">
                  <c:v>0.11372200974193289</c:v>
                </c:pt>
                <c:pt idx="5" formatCode="0%">
                  <c:v>0.17190995669936945</c:v>
                </c:pt>
                <c:pt idx="6" formatCode="0%">
                  <c:v>7.5955097299078428E-2</c:v>
                </c:pt>
                <c:pt idx="7" formatCode="0%">
                  <c:v>7.8362939856890537E-2</c:v>
                </c:pt>
                <c:pt idx="8" formatCode="0%">
                  <c:v>6.3936440329349045E-2</c:v>
                </c:pt>
                <c:pt idx="10" formatCode="0%">
                  <c:v>0.11331217893147116</c:v>
                </c:pt>
                <c:pt idx="11" formatCode="0%">
                  <c:v>9.4990625640310286E-2</c:v>
                </c:pt>
                <c:pt idx="12" formatCode="0%">
                  <c:v>8.3122618759438341E-2</c:v>
                </c:pt>
                <c:pt idx="14" formatCode="0%">
                  <c:v>0.15077276781823676</c:v>
                </c:pt>
                <c:pt idx="15" formatCode="0%">
                  <c:v>4.2619079135773633E-2</c:v>
                </c:pt>
                <c:pt idx="16" formatCode="0%">
                  <c:v>0.11969471001099503</c:v>
                </c:pt>
                <c:pt idx="17" formatCode="0%">
                  <c:v>0.12679111652239583</c:v>
                </c:pt>
                <c:pt idx="19" formatCode="0%">
                  <c:v>6.2959289401952126E-2</c:v>
                </c:pt>
                <c:pt idx="20" formatCode="0%">
                  <c:v>0.15386052313113577</c:v>
                </c:pt>
                <c:pt idx="22" formatCode="0%">
                  <c:v>5.2569663608954161E-2</c:v>
                </c:pt>
                <c:pt idx="23" formatCode="0%">
                  <c:v>6.629031436064789E-2</c:v>
                </c:pt>
                <c:pt idx="24" formatCode="0%">
                  <c:v>0.26487503503293086</c:v>
                </c:pt>
                <c:pt idx="25" formatCode="0%">
                  <c:v>0.11245417079491155</c:v>
                </c:pt>
                <c:pt idx="27" formatCode="0%">
                  <c:v>7.6449116615291399E-2</c:v>
                </c:pt>
                <c:pt idx="28" formatCode="0%">
                  <c:v>9.6979808658758646E-2</c:v>
                </c:pt>
                <c:pt idx="29" formatCode="0%">
                  <c:v>0.16064969401854406</c:v>
                </c:pt>
                <c:pt idx="31" formatCode="0%">
                  <c:v>6.7336639218481112E-2</c:v>
                </c:pt>
                <c:pt idx="32" formatCode="0%">
                  <c:v>1.7871860192359031E-2</c:v>
                </c:pt>
                <c:pt idx="33" formatCode="0%">
                  <c:v>4.5314464363608122E-2</c:v>
                </c:pt>
                <c:pt idx="34" formatCode="0%">
                  <c:v>0.61596996927104164</c:v>
                </c:pt>
                <c:pt idx="35" formatCode="0%">
                  <c:v>0.35058386846963624</c:v>
                </c:pt>
                <c:pt idx="36" formatCode="0%">
                  <c:v>2.6442181957893215E-2</c:v>
                </c:pt>
                <c:pt idx="38" formatCode="0%">
                  <c:v>0.13960849912516396</c:v>
                </c:pt>
                <c:pt idx="39" formatCode="0%">
                  <c:v>5.7965575413158742E-2</c:v>
                </c:pt>
                <c:pt idx="40" formatCode="0%">
                  <c:v>3.9079754707136712E-2</c:v>
                </c:pt>
                <c:pt idx="41" formatCode="0%">
                  <c:v>0.23568005932846911</c:v>
                </c:pt>
                <c:pt idx="43" formatCode="0%">
                  <c:v>0.1316060153177315</c:v>
                </c:pt>
                <c:pt idx="44" formatCode="0%">
                  <c:v>0.10440591810327896</c:v>
                </c:pt>
                <c:pt idx="46" formatCode="0%">
                  <c:v>9.1883541424926302E-2</c:v>
                </c:pt>
                <c:pt idx="47" formatCode="0%">
                  <c:v>0.18769887513076028</c:v>
                </c:pt>
                <c:pt idx="48" formatCode="0%">
                  <c:v>0.1400782000954035</c:v>
                </c:pt>
                <c:pt idx="49" formatCode="0%">
                  <c:v>2.4848207122125918E-2</c:v>
                </c:pt>
                <c:pt idx="51" formatCode="0%">
                  <c:v>2.1968866592328006E-2</c:v>
                </c:pt>
                <c:pt idx="52" formatCode="0%">
                  <c:v>7.8988579167285855E-2</c:v>
                </c:pt>
                <c:pt idx="53" formatCode="0%">
                  <c:v>7.7460761100159398E-2</c:v>
                </c:pt>
                <c:pt idx="54" formatCode="0%">
                  <c:v>0.13119352092952133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Sheet1!$B$103</c:f>
              <c:strCache>
                <c:ptCount val="1"/>
                <c:pt idx="0">
                  <c:v>Un candidato de la izquierda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Sheet1!$C$99:$BE$99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Sheet1!$C$103:$BE$103</c:f>
              <c:numCache>
                <c:formatCode>General</c:formatCode>
                <c:ptCount val="55"/>
                <c:pt idx="0" formatCode="0%">
                  <c:v>4.7834277043396163E-2</c:v>
                </c:pt>
                <c:pt idx="2" formatCode="0%">
                  <c:v>6.060828131334467E-2</c:v>
                </c:pt>
                <c:pt idx="3" formatCode="0%">
                  <c:v>3.5455105919274948E-2</c:v>
                </c:pt>
                <c:pt idx="5" formatCode="0%">
                  <c:v>0.14342046491180854</c:v>
                </c:pt>
                <c:pt idx="6" formatCode="0%">
                  <c:v>1.5872107355743216E-2</c:v>
                </c:pt>
                <c:pt idx="7" formatCode="0%">
                  <c:v>1.1916793353300042E-2</c:v>
                </c:pt>
                <c:pt idx="8" formatCode="0%">
                  <c:v>2.7686602152032384E-2</c:v>
                </c:pt>
                <c:pt idx="10" formatCode="0%">
                  <c:v>7.2883611077590258E-3</c:v>
                </c:pt>
                <c:pt idx="11" formatCode="0%">
                  <c:v>9.5232348651252602E-2</c:v>
                </c:pt>
                <c:pt idx="12" formatCode="0%">
                  <c:v>2.6749078059832891E-2</c:v>
                </c:pt>
                <c:pt idx="14" formatCode="0%">
                  <c:v>6.9183585402222914E-2</c:v>
                </c:pt>
                <c:pt idx="15" formatCode="0%">
                  <c:v>6.2829231501873889E-2</c:v>
                </c:pt>
                <c:pt idx="16" formatCode="0%">
                  <c:v>7.4651013785593237E-3</c:v>
                </c:pt>
                <c:pt idx="17" formatCode="0%">
                  <c:v>2.4647918670157986E-2</c:v>
                </c:pt>
                <c:pt idx="19" formatCode="0%">
                  <c:v>7.3615777332899618E-2</c:v>
                </c:pt>
                <c:pt idx="20" formatCode="0%">
                  <c:v>3.3226212452564159E-3</c:v>
                </c:pt>
                <c:pt idx="22" formatCode="0%">
                  <c:v>4.4483150333956785E-2</c:v>
                </c:pt>
                <c:pt idx="23" formatCode="0%">
                  <c:v>3.8843032749378004E-2</c:v>
                </c:pt>
                <c:pt idx="24" formatCode="0%">
                  <c:v>3.7328094287140652E-3</c:v>
                </c:pt>
                <c:pt idx="25" formatCode="0%">
                  <c:v>6.1874041511441609E-2</c:v>
                </c:pt>
                <c:pt idx="27" formatCode="0%">
                  <c:v>2.3485075261030375E-2</c:v>
                </c:pt>
                <c:pt idx="28" formatCode="0%">
                  <c:v>3.438585606105754E-2</c:v>
                </c:pt>
                <c:pt idx="29" formatCode="0%">
                  <c:v>7.9015146655556284E-2</c:v>
                </c:pt>
                <c:pt idx="31" formatCode="0%">
                  <c:v>5.9776757696803261E-2</c:v>
                </c:pt>
                <c:pt idx="32" formatCode="0%">
                  <c:v>9.9574627902574597E-2</c:v>
                </c:pt>
                <c:pt idx="33" formatCode="0%">
                  <c:v>2.494142614867462E-2</c:v>
                </c:pt>
                <c:pt idx="34" formatCode="0%">
                  <c:v>5.3050105443208163E-5</c:v>
                </c:pt>
                <c:pt idx="35" formatCode="0%">
                  <c:v>3.1474114938574141E-4</c:v>
                </c:pt>
                <c:pt idx="36" formatCode="0%">
                  <c:v>3.9694665467664425E-3</c:v>
                </c:pt>
                <c:pt idx="38" formatCode="0%">
                  <c:v>6.1509625240255578E-2</c:v>
                </c:pt>
                <c:pt idx="39" formatCode="0%">
                  <c:v>6.8279470943653386E-2</c:v>
                </c:pt>
                <c:pt idx="40" formatCode="0%">
                  <c:v>2.2386818216956112E-2</c:v>
                </c:pt>
                <c:pt idx="41" formatCode="0%">
                  <c:v>5.7665471308056683E-4</c:v>
                </c:pt>
                <c:pt idx="43" formatCode="0%">
                  <c:v>8.632901552807876E-3</c:v>
                </c:pt>
                <c:pt idx="44" formatCode="0%">
                  <c:v>7.4436145177249724E-2</c:v>
                </c:pt>
                <c:pt idx="46" formatCode="0%">
                  <c:v>2.3977739821851639E-9</c:v>
                </c:pt>
                <c:pt idx="47" formatCode="0%">
                  <c:v>4.5174044530672713E-5</c:v>
                </c:pt>
                <c:pt idx="48" formatCode="0%">
                  <c:v>0.18498369111745736</c:v>
                </c:pt>
                <c:pt idx="49" formatCode="0%">
                  <c:v>4.1873089891984849E-2</c:v>
                </c:pt>
                <c:pt idx="51" formatCode="0%">
                  <c:v>7.8904840580750354E-2</c:v>
                </c:pt>
                <c:pt idx="52" formatCode="0%">
                  <c:v>0.12855830659091697</c:v>
                </c:pt>
                <c:pt idx="53" formatCode="0%">
                  <c:v>5.2902293025748205E-2</c:v>
                </c:pt>
                <c:pt idx="54" formatCode="0%">
                  <c:v>3.9911903237229779E-5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Sheet1!$B$104</c:f>
              <c:strCache>
                <c:ptCount val="1"/>
                <c:pt idx="0">
                  <c:v>A un candidato del radicalismo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Sheet1!$C$99:$BE$99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Sheet1!$C$104:$BE$104</c:f>
              <c:numCache>
                <c:formatCode>General</c:formatCode>
                <c:ptCount val="55"/>
                <c:pt idx="0" formatCode="0%">
                  <c:v>3.711750908215667E-2</c:v>
                </c:pt>
                <c:pt idx="2" formatCode="0%">
                  <c:v>3.2517299480598408E-2</c:v>
                </c:pt>
                <c:pt idx="3" formatCode="0%">
                  <c:v>4.1586621108753864E-2</c:v>
                </c:pt>
                <c:pt idx="5" formatCode="0%">
                  <c:v>5.3577716200054075E-2</c:v>
                </c:pt>
                <c:pt idx="6" formatCode="0%">
                  <c:v>6.5561805207737703E-2</c:v>
                </c:pt>
                <c:pt idx="7" formatCode="0%">
                  <c:v>7.4161355261720659E-3</c:v>
                </c:pt>
                <c:pt idx="8" formatCode="0%">
                  <c:v>1.8962701713631298E-2</c:v>
                </c:pt>
                <c:pt idx="10" formatCode="0%">
                  <c:v>5.2855746263093658E-3</c:v>
                </c:pt>
                <c:pt idx="11" formatCode="0%">
                  <c:v>2.2297262861066602E-2</c:v>
                </c:pt>
                <c:pt idx="12" formatCode="0%">
                  <c:v>8.2241666711851666E-2</c:v>
                </c:pt>
                <c:pt idx="14" formatCode="0%">
                  <c:v>1.9888052792907767E-2</c:v>
                </c:pt>
                <c:pt idx="15" formatCode="0%">
                  <c:v>1.5277718013502424E-2</c:v>
                </c:pt>
                <c:pt idx="16" formatCode="0%">
                  <c:v>6.6680164705359715E-2</c:v>
                </c:pt>
                <c:pt idx="17" formatCode="0%">
                  <c:v>0.18567745589710158</c:v>
                </c:pt>
                <c:pt idx="19" formatCode="0%">
                  <c:v>4.1685968017120899E-2</c:v>
                </c:pt>
                <c:pt idx="20" formatCode="0%">
                  <c:v>2.9230083239687132E-2</c:v>
                </c:pt>
                <c:pt idx="22" formatCode="0%">
                  <c:v>0.10606445614133037</c:v>
                </c:pt>
                <c:pt idx="23" formatCode="0%">
                  <c:v>2.1214794431212099E-2</c:v>
                </c:pt>
                <c:pt idx="24" formatCode="0%">
                  <c:v>7.0816585860323416E-4</c:v>
                </c:pt>
                <c:pt idx="25" formatCode="0%">
                  <c:v>4.5559516791674526E-2</c:v>
                </c:pt>
                <c:pt idx="27" formatCode="0%">
                  <c:v>6.6859962743446327E-2</c:v>
                </c:pt>
                <c:pt idx="28" formatCode="0%">
                  <c:v>1.9824297083462044E-2</c:v>
                </c:pt>
                <c:pt idx="29" formatCode="0%">
                  <c:v>4.0306763518422745E-2</c:v>
                </c:pt>
                <c:pt idx="31" formatCode="0%">
                  <c:v>1.5827908853072226E-2</c:v>
                </c:pt>
                <c:pt idx="32" formatCode="0%">
                  <c:v>3.8634664518065809E-9</c:v>
                </c:pt>
                <c:pt idx="33" formatCode="0%">
                  <c:v>3.2227181063849884E-2</c:v>
                </c:pt>
                <c:pt idx="34" formatCode="0%">
                  <c:v>1.3402117362108059E-2</c:v>
                </c:pt>
                <c:pt idx="35" formatCode="0%">
                  <c:v>0.52492006426757687</c:v>
                </c:pt>
                <c:pt idx="36" formatCode="0%">
                  <c:v>3.8685028412281795E-2</c:v>
                </c:pt>
                <c:pt idx="38" formatCode="0%">
                  <c:v>1.4287108403993189E-2</c:v>
                </c:pt>
                <c:pt idx="39" formatCode="0%">
                  <c:v>1.8250884189465209E-2</c:v>
                </c:pt>
                <c:pt idx="40" formatCode="0%">
                  <c:v>4.4835874133035247E-2</c:v>
                </c:pt>
                <c:pt idx="41" formatCode="0%">
                  <c:v>0.11901893320144982</c:v>
                </c:pt>
                <c:pt idx="43" formatCode="0%">
                  <c:v>6.0340529885401242E-2</c:v>
                </c:pt>
                <c:pt idx="44" formatCode="0%">
                  <c:v>2.580152066262948E-2</c:v>
                </c:pt>
                <c:pt idx="46" formatCode="0%">
                  <c:v>5.6094536765752103E-3</c:v>
                </c:pt>
                <c:pt idx="47" formatCode="0%">
                  <c:v>8.1846670667792137E-2</c:v>
                </c:pt>
                <c:pt idx="48" formatCode="0%">
                  <c:v>4.2037494187258703E-2</c:v>
                </c:pt>
                <c:pt idx="49" formatCode="0%">
                  <c:v>3.1947603341796263E-2</c:v>
                </c:pt>
                <c:pt idx="51" formatCode="0%">
                  <c:v>1.5277676478542558E-2</c:v>
                </c:pt>
                <c:pt idx="52" formatCode="0%">
                  <c:v>1.265709466129738E-2</c:v>
                </c:pt>
                <c:pt idx="53" formatCode="0%">
                  <c:v>9.9376199558453143E-2</c:v>
                </c:pt>
                <c:pt idx="54" formatCode="0%">
                  <c:v>3.8191786292451596E-2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Sheet1!$B$105</c:f>
              <c:strCache>
                <c:ptCount val="1"/>
                <c:pt idx="0">
                  <c:v>Un candidato del peronismo federal de Miguel Pichetto, Juan Schiaretti y Florencio Randazzo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15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Sheet1!$C$99:$BE$99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Sheet1!$C$105:$BE$105</c:f>
              <c:numCache>
                <c:formatCode>General</c:formatCode>
                <c:ptCount val="55"/>
                <c:pt idx="0" formatCode="0%">
                  <c:v>3.1699244948912832E-2</c:v>
                </c:pt>
                <c:pt idx="2" formatCode="0%">
                  <c:v>1.8870175048171643E-2</c:v>
                </c:pt>
                <c:pt idx="3" formatCode="0%">
                  <c:v>4.4148046386861817E-2</c:v>
                </c:pt>
                <c:pt idx="5" formatCode="0%">
                  <c:v>6.4665821300147449E-3</c:v>
                </c:pt>
                <c:pt idx="6" formatCode="0%">
                  <c:v>6.6111880183940014E-2</c:v>
                </c:pt>
                <c:pt idx="7" formatCode="0%">
                  <c:v>2.1941152181890907E-2</c:v>
                </c:pt>
                <c:pt idx="8" formatCode="0%">
                  <c:v>2.7062819340452727E-2</c:v>
                </c:pt>
                <c:pt idx="10" formatCode="0%">
                  <c:v>4.0983541747751658E-2</c:v>
                </c:pt>
                <c:pt idx="11" formatCode="0%">
                  <c:v>2.8793108876713724E-2</c:v>
                </c:pt>
                <c:pt idx="12" formatCode="0%">
                  <c:v>2.7106878483520079E-2</c:v>
                </c:pt>
                <c:pt idx="14" formatCode="0%">
                  <c:v>5.0260325673467318E-2</c:v>
                </c:pt>
                <c:pt idx="15" formatCode="0%">
                  <c:v>2.3800279527778249E-2</c:v>
                </c:pt>
                <c:pt idx="16" formatCode="0%">
                  <c:v>2.3768862087047066E-2</c:v>
                </c:pt>
                <c:pt idx="17" formatCode="0%">
                  <c:v>4.4350238429293851E-2</c:v>
                </c:pt>
                <c:pt idx="19" formatCode="0%">
                  <c:v>3.0964060553733564E-2</c:v>
                </c:pt>
                <c:pt idx="20" formatCode="0%">
                  <c:v>3.2968537828648968E-2</c:v>
                </c:pt>
                <c:pt idx="22" formatCode="0%">
                  <c:v>1.3963048454479677E-2</c:v>
                </c:pt>
                <c:pt idx="23" formatCode="0%">
                  <c:v>2.0015315313630929E-2</c:v>
                </c:pt>
                <c:pt idx="24" formatCode="0%">
                  <c:v>6.8170569555289426E-3</c:v>
                </c:pt>
                <c:pt idx="25" formatCode="0%">
                  <c:v>3.4927401314191864E-2</c:v>
                </c:pt>
                <c:pt idx="27" formatCode="0%">
                  <c:v>4.1142107682608516E-2</c:v>
                </c:pt>
                <c:pt idx="28" formatCode="0%">
                  <c:v>1.649717401838121E-2</c:v>
                </c:pt>
                <c:pt idx="29" formatCode="0%">
                  <c:v>8.0879529586590435E-3</c:v>
                </c:pt>
                <c:pt idx="31" formatCode="0%">
                  <c:v>7.6362446847194232E-2</c:v>
                </c:pt>
                <c:pt idx="32" formatCode="0%">
                  <c:v>7.3657721020066926E-3</c:v>
                </c:pt>
                <c:pt idx="33" formatCode="0%">
                  <c:v>2.3131611652361474E-2</c:v>
                </c:pt>
                <c:pt idx="34" formatCode="0%">
                  <c:v>1.0222207235706347E-2</c:v>
                </c:pt>
                <c:pt idx="35" formatCode="0%">
                  <c:v>6.2782917723147949E-4</c:v>
                </c:pt>
                <c:pt idx="36" formatCode="0%">
                  <c:v>1.6273454278550712E-4</c:v>
                </c:pt>
                <c:pt idx="38" formatCode="0%">
                  <c:v>3.3760554059737914E-2</c:v>
                </c:pt>
                <c:pt idx="39" formatCode="0%">
                  <c:v>5.5257785395141833E-2</c:v>
                </c:pt>
                <c:pt idx="40" formatCode="0%">
                  <c:v>1.4342935280175922E-2</c:v>
                </c:pt>
                <c:pt idx="41" formatCode="0%">
                  <c:v>3.9232052383769726E-3</c:v>
                </c:pt>
                <c:pt idx="43" formatCode="0%">
                  <c:v>8.8653849050577185E-3</c:v>
                </c:pt>
                <c:pt idx="44" formatCode="0%">
                  <c:v>5.8367858519798678E-2</c:v>
                </c:pt>
                <c:pt idx="46" formatCode="0%">
                  <c:v>1.4397117158295969E-2</c:v>
                </c:pt>
                <c:pt idx="47" formatCode="0%">
                  <c:v>6.7659094308735561E-3</c:v>
                </c:pt>
                <c:pt idx="48" formatCode="0%">
                  <c:v>5.6364420802445594E-2</c:v>
                </c:pt>
                <c:pt idx="49" formatCode="0%">
                  <c:v>5.0612079570366154E-2</c:v>
                </c:pt>
                <c:pt idx="51" formatCode="0%">
                  <c:v>4.9872465887086326E-2</c:v>
                </c:pt>
                <c:pt idx="52" formatCode="0%">
                  <c:v>1.8931910880953851E-2</c:v>
                </c:pt>
                <c:pt idx="53" formatCode="0%">
                  <c:v>8.2995009928502853E-2</c:v>
                </c:pt>
                <c:pt idx="54" formatCode="0%">
                  <c:v>1.543276318743534E-2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91A-43F8-9458-B55F3142165C}"/>
            </c:ext>
          </c:extLst>
        </c:ser>
        <c:ser>
          <c:idx val="6"/>
          <c:order val="6"/>
          <c:tx>
            <c:strRef>
              <c:f>Sheet1!$B$106</c:f>
              <c:strCache>
                <c:ptCount val="1"/>
                <c:pt idx="0">
                  <c:v>Otro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15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Sheet1!$C$99:$BE$99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Sheet1!$C$106:$BE$106</c:f>
              <c:numCache>
                <c:formatCode>General</c:formatCode>
                <c:ptCount val="55"/>
                <c:pt idx="0" formatCode="0%">
                  <c:v>3.1596351067123135E-2</c:v>
                </c:pt>
                <c:pt idx="2" formatCode="0%">
                  <c:v>2.4805866051638301E-2</c:v>
                </c:pt>
                <c:pt idx="3" formatCode="0%">
                  <c:v>3.8188584620381903E-2</c:v>
                </c:pt>
                <c:pt idx="5" formatCode="0%">
                  <c:v>2.5773725104593734E-2</c:v>
                </c:pt>
                <c:pt idx="6" formatCode="0%">
                  <c:v>2.1236549517790384E-2</c:v>
                </c:pt>
                <c:pt idx="7" formatCode="0%">
                  <c:v>2.8082997085448057E-2</c:v>
                </c:pt>
                <c:pt idx="8" formatCode="0%">
                  <c:v>5.2775901458280601E-2</c:v>
                </c:pt>
                <c:pt idx="10" formatCode="0%">
                  <c:v>2.5326849145968236E-2</c:v>
                </c:pt>
                <c:pt idx="11" formatCode="0%">
                  <c:v>5.0366447613455261E-2</c:v>
                </c:pt>
                <c:pt idx="12" formatCode="0%">
                  <c:v>1.477389261004209E-2</c:v>
                </c:pt>
                <c:pt idx="14" formatCode="0%">
                  <c:v>1.8993421206493475E-2</c:v>
                </c:pt>
                <c:pt idx="15" formatCode="0%">
                  <c:v>4.3650547610823313E-2</c:v>
                </c:pt>
                <c:pt idx="16" formatCode="0%">
                  <c:v>2.8519641265333844E-2</c:v>
                </c:pt>
                <c:pt idx="17" formatCode="0%">
                  <c:v>2.1333356190900439E-2</c:v>
                </c:pt>
                <c:pt idx="19" formatCode="0%">
                  <c:v>2.598214286313905E-2</c:v>
                </c:pt>
                <c:pt idx="20" formatCode="0%">
                  <c:v>4.1289258785785737E-2</c:v>
                </c:pt>
                <c:pt idx="22" formatCode="0%">
                  <c:v>5.1057267390766874E-2</c:v>
                </c:pt>
                <c:pt idx="23" formatCode="0%">
                  <c:v>9.7195031726014219E-3</c:v>
                </c:pt>
                <c:pt idx="24" formatCode="0%">
                  <c:v>1.9865488743732364E-3</c:v>
                </c:pt>
                <c:pt idx="25" formatCode="0%">
                  <c:v>2.774542512250433E-2</c:v>
                </c:pt>
                <c:pt idx="27" formatCode="0%">
                  <c:v>3.6666800359765328E-3</c:v>
                </c:pt>
                <c:pt idx="28" formatCode="0%">
                  <c:v>4.2988210613702643E-2</c:v>
                </c:pt>
                <c:pt idx="29" formatCode="0%">
                  <c:v>2.450639940412248E-2</c:v>
                </c:pt>
                <c:pt idx="31" formatCode="0%">
                  <c:v>7.5163069805880597E-2</c:v>
                </c:pt>
                <c:pt idx="32" formatCode="0%">
                  <c:v>3.0831525334911663E-5</c:v>
                </c:pt>
                <c:pt idx="33" formatCode="0%">
                  <c:v>1.9142082755748958E-2</c:v>
                </c:pt>
                <c:pt idx="34" formatCode="0%">
                  <c:v>1.5065049646758392E-2</c:v>
                </c:pt>
                <c:pt idx="35" formatCode="0%">
                  <c:v>1.1392474519965931E-3</c:v>
                </c:pt>
                <c:pt idx="36" formatCode="0%">
                  <c:v>9.3409009027831146E-4</c:v>
                </c:pt>
                <c:pt idx="38" formatCode="0%">
                  <c:v>8.8065822828267054E-2</c:v>
                </c:pt>
                <c:pt idx="39" formatCode="0%">
                  <c:v>1.1162262655423843E-2</c:v>
                </c:pt>
                <c:pt idx="40" formatCode="0%">
                  <c:v>9.3136125532960121E-3</c:v>
                </c:pt>
                <c:pt idx="41" formatCode="0%">
                  <c:v>1.4147638858257938E-2</c:v>
                </c:pt>
                <c:pt idx="43" formatCode="0%">
                  <c:v>5.3628452620051335E-3</c:v>
                </c:pt>
                <c:pt idx="44" formatCode="0%">
                  <c:v>2.7041279360118832E-2</c:v>
                </c:pt>
                <c:pt idx="46" formatCode="0%">
                  <c:v>7.4404217378917711E-3</c:v>
                </c:pt>
                <c:pt idx="47" formatCode="0%">
                  <c:v>3.703407637125522E-2</c:v>
                </c:pt>
                <c:pt idx="48" formatCode="0%">
                  <c:v>2.8929023279265196E-2</c:v>
                </c:pt>
                <c:pt idx="49" formatCode="0%">
                  <c:v>3.7791697659156728E-2</c:v>
                </c:pt>
                <c:pt idx="51" formatCode="0%">
                  <c:v>3.9433464962884846E-3</c:v>
                </c:pt>
                <c:pt idx="52" formatCode="0%">
                  <c:v>3.7165178627881393E-2</c:v>
                </c:pt>
                <c:pt idx="53" formatCode="0%">
                  <c:v>7.5663123519796233E-2</c:v>
                </c:pt>
                <c:pt idx="54" formatCode="0%">
                  <c:v>1.7019513393291934E-2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91A-43F8-9458-B55F3142165C}"/>
            </c:ext>
          </c:extLst>
        </c:ser>
        <c:ser>
          <c:idx val="7"/>
          <c:order val="7"/>
          <c:tx>
            <c:strRef>
              <c:f>Sheet1!$B$107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15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Sheet1!$C$99:$BE$99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Sheet1!$C$107:$BE$107</c:f>
              <c:numCache>
                <c:formatCode>General</c:formatCode>
                <c:ptCount val="55"/>
                <c:pt idx="0" formatCode="0%">
                  <c:v>0.15787944584283106</c:v>
                </c:pt>
                <c:pt idx="2" formatCode="0%">
                  <c:v>0.20556445688146013</c:v>
                </c:pt>
                <c:pt idx="3" formatCode="0%">
                  <c:v>0.111622252183443</c:v>
                </c:pt>
                <c:pt idx="5" formatCode="0%">
                  <c:v>0.15373785395370043</c:v>
                </c:pt>
                <c:pt idx="6" formatCode="0%">
                  <c:v>0.12276123267967903</c:v>
                </c:pt>
                <c:pt idx="7" formatCode="0%">
                  <c:v>0.16140602523452025</c:v>
                </c:pt>
                <c:pt idx="8" formatCode="0%">
                  <c:v>0.1985179451370962</c:v>
                </c:pt>
                <c:pt idx="10" formatCode="0%">
                  <c:v>0.20227336642821128</c:v>
                </c:pt>
                <c:pt idx="11" formatCode="0%">
                  <c:v>0.13755371427051649</c:v>
                </c:pt>
                <c:pt idx="12" formatCode="0%">
                  <c:v>0.14354223315224995</c:v>
                </c:pt>
                <c:pt idx="14" formatCode="0%">
                  <c:v>0.1435819185489452</c:v>
                </c:pt>
                <c:pt idx="15" formatCode="0%">
                  <c:v>0.15975526670450757</c:v>
                </c:pt>
                <c:pt idx="16" formatCode="0%">
                  <c:v>0.17571186855858698</c:v>
                </c:pt>
                <c:pt idx="17" formatCode="0%">
                  <c:v>1.5829154556977539E-2</c:v>
                </c:pt>
                <c:pt idx="19" formatCode="0%">
                  <c:v>0.18237839605454542</c:v>
                </c:pt>
                <c:pt idx="20" formatCode="0%">
                  <c:v>0.11558210755784491</c:v>
                </c:pt>
                <c:pt idx="22" formatCode="0%">
                  <c:v>0.21331230314371893</c:v>
                </c:pt>
                <c:pt idx="23" formatCode="0%">
                  <c:v>0.2425063150292345</c:v>
                </c:pt>
                <c:pt idx="24" formatCode="0%">
                  <c:v>7.8848212598643844E-2</c:v>
                </c:pt>
                <c:pt idx="25" formatCode="0%">
                  <c:v>0.1254099592392745</c:v>
                </c:pt>
                <c:pt idx="27" formatCode="0%">
                  <c:v>0.21181109716164259</c:v>
                </c:pt>
                <c:pt idx="28" formatCode="0%">
                  <c:v>0.14713730358009167</c:v>
                </c:pt>
                <c:pt idx="29" formatCode="0%">
                  <c:v>0.1434490752449393</c:v>
                </c:pt>
                <c:pt idx="31" formatCode="0%">
                  <c:v>0.36127853074976374</c:v>
                </c:pt>
                <c:pt idx="32" formatCode="0%">
                  <c:v>1.6432192426196465E-2</c:v>
                </c:pt>
                <c:pt idx="33" formatCode="0%">
                  <c:v>0.18226087163714152</c:v>
                </c:pt>
                <c:pt idx="34" formatCode="0%">
                  <c:v>4.2766133332305485E-3</c:v>
                </c:pt>
                <c:pt idx="35" formatCode="0%">
                  <c:v>1.1654869399256564E-2</c:v>
                </c:pt>
                <c:pt idx="36" formatCode="0%">
                  <c:v>3.8069742290097854E-3</c:v>
                </c:pt>
                <c:pt idx="38" formatCode="0%">
                  <c:v>0.18441558758822624</c:v>
                </c:pt>
                <c:pt idx="39" formatCode="0%">
                  <c:v>9.7444218219480017E-2</c:v>
                </c:pt>
                <c:pt idx="40" formatCode="0%">
                  <c:v>6.271022246881354E-2</c:v>
                </c:pt>
                <c:pt idx="41" formatCode="0%">
                  <c:v>0.10610336873335628</c:v>
                </c:pt>
                <c:pt idx="43" formatCode="0%">
                  <c:v>6.5414240667326304E-2</c:v>
                </c:pt>
                <c:pt idx="44" formatCode="0%">
                  <c:v>7.4970616821497027E-2</c:v>
                </c:pt>
                <c:pt idx="46" formatCode="0%">
                  <c:v>7.5615687146798694E-3</c:v>
                </c:pt>
                <c:pt idx="47" formatCode="0%">
                  <c:v>0.2169459797006584</c:v>
                </c:pt>
                <c:pt idx="48" formatCode="0%">
                  <c:v>0.24422047044041681</c:v>
                </c:pt>
                <c:pt idx="49" formatCode="0%">
                  <c:v>0.11568455207915268</c:v>
                </c:pt>
                <c:pt idx="51" formatCode="0%">
                  <c:v>2.2835421579950176E-2</c:v>
                </c:pt>
                <c:pt idx="52" formatCode="0%">
                  <c:v>0.12133560404564106</c:v>
                </c:pt>
                <c:pt idx="53" formatCode="0%">
                  <c:v>0.29015805785476534</c:v>
                </c:pt>
                <c:pt idx="54" formatCode="0%">
                  <c:v>0.16185916577700987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91A-43F8-9458-B55F314216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4745112"/>
        <c:axId val="384751776"/>
      </c:barChart>
      <c:catAx>
        <c:axId val="384745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4751776"/>
        <c:crosses val="autoZero"/>
        <c:auto val="1"/>
        <c:lblAlgn val="ctr"/>
        <c:lblOffset val="100"/>
        <c:noMultiLvlLbl val="0"/>
      </c:catAx>
      <c:valAx>
        <c:axId val="38475177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4745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5885743418717228E-2"/>
          <c:y val="1.2987896053093547E-2"/>
          <c:w val="0.97454054056385564"/>
          <c:h val="0.11183573909312883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18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2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ES" sz="2400" b="1" dirty="0">
                <a:latin typeface="HelveticaNeue Std"/>
              </a:rPr>
              <a:t>Y si en cambio los espacios fueran estos, ¿a cuál votaría?</a:t>
            </a:r>
          </a:p>
        </c:rich>
      </c:tx>
      <c:layout>
        <c:manualLayout>
          <c:xMode val="edge"/>
          <c:yMode val="edge"/>
          <c:x val="7.7977227844723447E-3"/>
          <c:y val="1.0523985848691785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5.3914183860177952E-3"/>
          <c:y val="0.10703261901587569"/>
          <c:w val="0.99382976208004514"/>
          <c:h val="0.7229083324923966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29D-4371-8D01-89311E9E9565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29D-4371-8D01-89311E9E9565}"/>
              </c:ext>
            </c:extLst>
          </c:dPt>
          <c:dPt>
            <c:idx val="2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329D-4371-8D01-89311E9E9565}"/>
              </c:ext>
            </c:extLst>
          </c:dPt>
          <c:dPt>
            <c:idx val="3"/>
            <c:invertIfNegative val="0"/>
            <c:bubble3D val="0"/>
            <c:spPr>
              <a:solidFill>
                <a:srgbClr val="03BD8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329D-4371-8D01-89311E9E9565}"/>
              </c:ext>
            </c:extLst>
          </c:dPt>
          <c:dPt>
            <c:idx val="4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329D-4371-8D01-89311E9E9565}"/>
              </c:ext>
            </c:extLst>
          </c:dPt>
          <c:dPt>
            <c:idx val="5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329D-4371-8D01-89311E9E9565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329D-4371-8D01-89311E9E9565}"/>
              </c:ext>
            </c:extLst>
          </c:dPt>
          <c:dPt>
            <c:idx val="7"/>
            <c:invertIfNegative val="0"/>
            <c:bubble3D val="0"/>
            <c:spPr>
              <a:solidFill>
                <a:srgbClr val="007F48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329D-4371-8D01-89311E9E9565}"/>
              </c:ext>
            </c:extLst>
          </c:dPt>
          <c:dPt>
            <c:idx val="8"/>
            <c:invertIfNegative val="0"/>
            <c:bubble3D val="0"/>
            <c:spPr>
              <a:solidFill>
                <a:srgbClr val="02BFA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1-03AD-4B2F-8346-C5D2DA0A1514}"/>
              </c:ext>
            </c:extLst>
          </c:dPt>
          <c:dPt>
            <c:idx val="9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3-03AD-4B2F-8346-C5D2DA0A15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Hoja1!$B$91:$B$97</c:f>
              <c:strCache>
                <c:ptCount val="7"/>
                <c:pt idx="0">
                  <c:v>Un candidato de La Libertad Avanza de Javier Milei y el PRO de Mauricio Macri</c:v>
                </c:pt>
                <c:pt idx="1">
                  <c:v>Un candidato del peronismo de Cristina Fernández de Kirchner, Axel Kicillof y Sergio Massa</c:v>
                </c:pt>
                <c:pt idx="2">
                  <c:v>Un candidato de la izquierda</c:v>
                </c:pt>
                <c:pt idx="3">
                  <c:v>Un candidato del peronismo federal de Miguel Pichetto, Juan Schiaretti y Florencio Randazzo</c:v>
                </c:pt>
                <c:pt idx="4">
                  <c:v>A un candidato del radicalismo</c:v>
                </c:pt>
                <c:pt idx="5">
                  <c:v>Otro</c:v>
                </c:pt>
                <c:pt idx="6">
                  <c:v>No sabe</c:v>
                </c:pt>
              </c:strCache>
            </c:strRef>
          </c:cat>
          <c:val>
            <c:numRef>
              <c:f>Hoja1!$C$91:$C$97</c:f>
              <c:numCache>
                <c:formatCode>0%</c:formatCode>
                <c:ptCount val="7"/>
                <c:pt idx="0">
                  <c:v>0.4346630580445216</c:v>
                </c:pt>
                <c:pt idx="1">
                  <c:v>0.29427615463872392</c:v>
                </c:pt>
                <c:pt idx="2">
                  <c:v>4.6312567172080321E-2</c:v>
                </c:pt>
                <c:pt idx="3">
                  <c:v>3.3257991348110916E-2</c:v>
                </c:pt>
                <c:pt idx="4">
                  <c:v>2.1019648139122424E-2</c:v>
                </c:pt>
                <c:pt idx="5">
                  <c:v>5.4313427949105222E-2</c:v>
                </c:pt>
                <c:pt idx="6">
                  <c:v>0.11615715270833744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0-329D-4371-8D01-89311E9E956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27"/>
        <c:axId val="384753736"/>
        <c:axId val="384752560"/>
      </c:barChart>
      <c:catAx>
        <c:axId val="384753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384752560"/>
        <c:crosses val="autoZero"/>
        <c:auto val="1"/>
        <c:lblAlgn val="ctr"/>
        <c:lblOffset val="100"/>
        <c:noMultiLvlLbl val="0"/>
      </c:catAx>
      <c:valAx>
        <c:axId val="384752560"/>
        <c:scaling>
          <c:orientation val="minMax"/>
          <c:max val="0.45"/>
        </c:scaling>
        <c:delete val="1"/>
        <c:axPos val="l"/>
        <c:numFmt formatCode="0%" sourceLinked="1"/>
        <c:majorTickMark val="out"/>
        <c:minorTickMark val="none"/>
        <c:tickLblPos val="nextTo"/>
        <c:crossAx val="3847537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2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2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ES" sz="2400" b="1" i="0" u="none" strike="noStrike" dirty="0">
                <a:solidFill>
                  <a:srgbClr val="000000"/>
                </a:solidFill>
                <a:effectLst/>
                <a:latin typeface="HelveticaNeue Std"/>
              </a:rPr>
              <a:t>Pensando en las elecciones legislativas del año que viene, ¿a un candidato de qué espacio votaría si las elecciones fueran hoy?</a:t>
            </a:r>
          </a:p>
        </c:rich>
      </c:tx>
      <c:layout>
        <c:manualLayout>
          <c:xMode val="edge"/>
          <c:yMode val="edge"/>
          <c:x val="6.2642807356588055E-4"/>
          <c:y val="1.40319811315890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2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1.1242622748083853E-3"/>
          <c:y val="0.12691125895229347"/>
          <c:w val="0.99887573772519167"/>
          <c:h val="0.708549675054673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'Esc. electoral 2025'!$B$12</c:f>
              <c:strCache>
                <c:ptCount val="1"/>
                <c:pt idx="0">
                  <c:v>jun-24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357B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45B-42DE-8222-684584DE0CFA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45B-42DE-8222-684584DE0CFA}"/>
              </c:ext>
            </c:extLst>
          </c:dPt>
          <c:dPt>
            <c:idx val="2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E45B-42DE-8222-684584DE0CFA}"/>
              </c:ext>
            </c:extLst>
          </c:dPt>
          <c:dPt>
            <c:idx val="3"/>
            <c:invertIfNegative val="0"/>
            <c:bubble3D val="0"/>
            <c:spPr>
              <a:solidFill>
                <a:srgbClr val="03BD8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E45B-42DE-8222-684584DE0CFA}"/>
              </c:ext>
            </c:extLst>
          </c:dPt>
          <c:dPt>
            <c:idx val="4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E45B-42DE-8222-684584DE0CFA}"/>
              </c:ext>
            </c:extLst>
          </c:dPt>
          <c:dPt>
            <c:idx val="5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E45B-42DE-8222-684584DE0CFA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E45B-42DE-8222-684584DE0CFA}"/>
              </c:ext>
            </c:extLst>
          </c:dPt>
          <c:dPt>
            <c:idx val="7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E45B-42DE-8222-684584DE0CFA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1-E45B-42DE-8222-684584DE0CF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'Esc. electoral 2025'!$A$13:$A$19</c:f>
              <c:strCache>
                <c:ptCount val="7"/>
                <c:pt idx="0">
                  <c:v>Un candidato de La Libertad Avanza de Javier Milei y el PRO de Mauricio Macri</c:v>
                </c:pt>
                <c:pt idx="1">
                  <c:v>Un candidato del peronismo de Cristina Fernández de Kirchner, Axel Kicillof y Sergio Massa</c:v>
                </c:pt>
                <c:pt idx="2">
                  <c:v>Un candidato de la izquierda</c:v>
                </c:pt>
                <c:pt idx="3">
                  <c:v>Un candidato del peronismo federal de Miguel Pichetto, Juan Schiaretti y Florencio Randazzo</c:v>
                </c:pt>
                <c:pt idx="4">
                  <c:v>A un candidato del radicalismo</c:v>
                </c:pt>
                <c:pt idx="5">
                  <c:v>Otro</c:v>
                </c:pt>
                <c:pt idx="6">
                  <c:v>No sabe</c:v>
                </c:pt>
              </c:strCache>
            </c:strRef>
          </c:cat>
          <c:val>
            <c:numRef>
              <c:f>'Esc. electoral 2025'!$B$13:$B$19</c:f>
              <c:numCache>
                <c:formatCode>0%</c:formatCode>
                <c:ptCount val="7"/>
                <c:pt idx="0">
                  <c:v>0.35277526529648268</c:v>
                </c:pt>
                <c:pt idx="1">
                  <c:v>0.37742376776396791</c:v>
                </c:pt>
                <c:pt idx="2">
                  <c:v>5.4381980682466871E-2</c:v>
                </c:pt>
                <c:pt idx="3">
                  <c:v>5.0038931671991957E-2</c:v>
                </c:pt>
                <c:pt idx="4">
                  <c:v>4.1303279254410921E-2</c:v>
                </c:pt>
                <c:pt idx="5">
                  <c:v>2.9121351062627046E-2</c:v>
                </c:pt>
                <c:pt idx="6">
                  <c:v>9.4955424268052105E-2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2-E45B-42DE-8222-684584DE0CFA}"/>
            </c:ext>
          </c:extLst>
        </c:ser>
        <c:ser>
          <c:idx val="1"/>
          <c:order val="1"/>
          <c:tx>
            <c:strRef>
              <c:f>'Esc. electoral 2025'!$C$12</c:f>
              <c:strCache>
                <c:ptCount val="1"/>
                <c:pt idx="0">
                  <c:v>ago-24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4-E45B-42DE-8222-684584DE0CFA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6-E45B-42DE-8222-684584DE0CFA}"/>
              </c:ext>
            </c:extLst>
          </c:dPt>
          <c:dPt>
            <c:idx val="2"/>
            <c:invertIfNegative val="0"/>
            <c:bubble3D val="0"/>
            <c:spPr>
              <a:solidFill>
                <a:srgbClr val="FF008E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8-E45B-42DE-8222-684584DE0CFA}"/>
              </c:ext>
            </c:extLst>
          </c:dPt>
          <c:dPt>
            <c:idx val="3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A-E45B-42DE-8222-684584DE0CFA}"/>
              </c:ext>
            </c:extLst>
          </c:dPt>
          <c:dPt>
            <c:idx val="4"/>
            <c:invertIfNegative val="0"/>
            <c:bubble3D val="0"/>
            <c:spPr>
              <a:solidFill>
                <a:srgbClr val="C1273A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C-E45B-42DE-8222-684584DE0CFA}"/>
              </c:ext>
            </c:extLst>
          </c:dPt>
          <c:dPt>
            <c:idx val="5"/>
            <c:invertIfNegative val="0"/>
            <c:bubble3D val="0"/>
            <c:spPr>
              <a:solidFill>
                <a:srgbClr val="FFFFFF">
                  <a:lumMod val="5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E-E45B-42DE-8222-684584DE0CFA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8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0-E45B-42DE-8222-684584DE0CF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LT Std (Cuerpo)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'Esc. electoral 2025'!$A$13:$A$19</c:f>
              <c:strCache>
                <c:ptCount val="7"/>
                <c:pt idx="0">
                  <c:v>Un candidato de La Libertad Avanza de Javier Milei y el PRO de Mauricio Macri</c:v>
                </c:pt>
                <c:pt idx="1">
                  <c:v>Un candidato del peronismo de Cristina Fernández de Kirchner, Axel Kicillof y Sergio Massa</c:v>
                </c:pt>
                <c:pt idx="2">
                  <c:v>Un candidato de la izquierda</c:v>
                </c:pt>
                <c:pt idx="3">
                  <c:v>Un candidato del peronismo federal de Miguel Pichetto, Juan Schiaretti y Florencio Randazzo</c:v>
                </c:pt>
                <c:pt idx="4">
                  <c:v>A un candidato del radicalismo</c:v>
                </c:pt>
                <c:pt idx="5">
                  <c:v>Otro</c:v>
                </c:pt>
                <c:pt idx="6">
                  <c:v>No sabe</c:v>
                </c:pt>
              </c:strCache>
            </c:strRef>
          </c:cat>
          <c:val>
            <c:numRef>
              <c:f>'Esc. electoral 2025'!$C$13:$C$19</c:f>
              <c:numCache>
                <c:formatCode>0%</c:formatCode>
                <c:ptCount val="7"/>
                <c:pt idx="0">
                  <c:v>0.28026966880146265</c:v>
                </c:pt>
                <c:pt idx="1">
                  <c:v>0.37405212721810399</c:v>
                </c:pt>
                <c:pt idx="2">
                  <c:v>4.8799121164527358E-2</c:v>
                </c:pt>
                <c:pt idx="3">
                  <c:v>9.6126311841126494E-2</c:v>
                </c:pt>
                <c:pt idx="4">
                  <c:v>3.868613425797747E-2</c:v>
                </c:pt>
                <c:pt idx="5">
                  <c:v>4.5717595431317551E-2</c:v>
                </c:pt>
                <c:pt idx="6">
                  <c:v>0.11634904128548432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21-E45B-42DE-8222-684584DE0CFA}"/>
            </c:ext>
          </c:extLst>
        </c:ser>
        <c:ser>
          <c:idx val="2"/>
          <c:order val="2"/>
          <c:tx>
            <c:strRef>
              <c:f>'Esc. electoral 2025'!$D$12</c:f>
              <c:strCache>
                <c:ptCount val="1"/>
                <c:pt idx="0">
                  <c:v>oct-24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357B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3-E45B-42DE-8222-684584DE0CFA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4-E45B-42DE-8222-684584DE0CFA}"/>
              </c:ext>
            </c:extLst>
          </c:dPt>
          <c:dPt>
            <c:idx val="2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5-E45B-42DE-8222-684584DE0CFA}"/>
              </c:ext>
            </c:extLst>
          </c:dPt>
          <c:dPt>
            <c:idx val="3"/>
            <c:invertIfNegative val="0"/>
            <c:bubble3D val="0"/>
            <c:spPr>
              <a:solidFill>
                <a:srgbClr val="03BD8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6-E45B-42DE-8222-684584DE0CFA}"/>
              </c:ext>
            </c:extLst>
          </c:dPt>
          <c:dPt>
            <c:idx val="4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7-E45B-42DE-8222-684584DE0CFA}"/>
              </c:ext>
            </c:extLst>
          </c:dPt>
          <c:dPt>
            <c:idx val="5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8-E45B-42DE-8222-684584DE0CFA}"/>
              </c:ext>
            </c:extLst>
          </c:dPt>
          <c:dPt>
            <c:idx val="6"/>
            <c:invertIfNegative val="0"/>
            <c:bubble3D val="0"/>
            <c:spPr>
              <a:solidFill>
                <a:srgbClr val="BFBFBF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9-E45B-42DE-8222-684584DE0CF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LT Std (Cuerpo)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'Esc. electoral 2025'!$A$13:$A$19</c:f>
              <c:strCache>
                <c:ptCount val="7"/>
                <c:pt idx="0">
                  <c:v>Un candidato de La Libertad Avanza de Javier Milei y el PRO de Mauricio Macri</c:v>
                </c:pt>
                <c:pt idx="1">
                  <c:v>Un candidato del peronismo de Cristina Fernández de Kirchner, Axel Kicillof y Sergio Massa</c:v>
                </c:pt>
                <c:pt idx="2">
                  <c:v>Un candidato de la izquierda</c:v>
                </c:pt>
                <c:pt idx="3">
                  <c:v>Un candidato del peronismo federal de Miguel Pichetto, Juan Schiaretti y Florencio Randazzo</c:v>
                </c:pt>
                <c:pt idx="4">
                  <c:v>A un candidato del radicalismo</c:v>
                </c:pt>
                <c:pt idx="5">
                  <c:v>Otro</c:v>
                </c:pt>
                <c:pt idx="6">
                  <c:v>No sabe</c:v>
                </c:pt>
              </c:strCache>
            </c:strRef>
          </c:cat>
          <c:val>
            <c:numRef>
              <c:f>'Esc. electoral 2025'!$D$13:$D$19</c:f>
              <c:numCache>
                <c:formatCode>0%</c:formatCode>
                <c:ptCount val="7"/>
                <c:pt idx="0">
                  <c:v>0.3674732426822529</c:v>
                </c:pt>
                <c:pt idx="1">
                  <c:v>0.39441313949283868</c:v>
                </c:pt>
                <c:pt idx="2">
                  <c:v>5.0427855994195324E-2</c:v>
                </c:pt>
                <c:pt idx="3">
                  <c:v>3.8716394965542661E-2</c:v>
                </c:pt>
                <c:pt idx="4">
                  <c:v>2.6431848292045687E-2</c:v>
                </c:pt>
                <c:pt idx="5">
                  <c:v>5.1830039125168162E-2</c:v>
                </c:pt>
                <c:pt idx="6">
                  <c:v>7.0707479447954039E-2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22-E45B-42DE-8222-684584DE0CFA}"/>
            </c:ext>
          </c:extLst>
        </c:ser>
        <c:ser>
          <c:idx val="3"/>
          <c:order val="3"/>
          <c:tx>
            <c:strRef>
              <c:f>'Esc. electoral 2025'!$E$12</c:f>
              <c:strCache>
                <c:ptCount val="1"/>
                <c:pt idx="0">
                  <c:v>dic-24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F-63FB-49CF-BEAC-4A793C6535E5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0-63FB-49CF-BEAC-4A793C6535E5}"/>
              </c:ext>
            </c:extLst>
          </c:dPt>
          <c:dPt>
            <c:idx val="2"/>
            <c:invertIfNegative val="0"/>
            <c:bubble3D val="0"/>
            <c:spPr>
              <a:solidFill>
                <a:srgbClr val="FF008E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1-63FB-49CF-BEAC-4A793C6535E5}"/>
              </c:ext>
            </c:extLst>
          </c:dPt>
          <c:dPt>
            <c:idx val="3"/>
            <c:invertIfNegative val="0"/>
            <c:bubble3D val="0"/>
            <c:spPr>
              <a:solidFill>
                <a:srgbClr val="04967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2-63FB-49CF-BEAC-4A793C6535E5}"/>
              </c:ext>
            </c:extLst>
          </c:dPt>
          <c:dPt>
            <c:idx val="4"/>
            <c:invertIfNegative val="0"/>
            <c:bubble3D val="0"/>
            <c:spPr>
              <a:solidFill>
                <a:srgbClr val="C1273A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3-63FB-49CF-BEAC-4A793C6535E5}"/>
              </c:ext>
            </c:extLst>
          </c:dPt>
          <c:dPt>
            <c:idx val="5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4-63FB-49CF-BEAC-4A793C6535E5}"/>
              </c:ext>
            </c:extLst>
          </c:dPt>
          <c:dPt>
            <c:idx val="6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5-63FB-49CF-BEAC-4A793C6535E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LT Std (Cuerpo)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'Esc. electoral 2025'!$A$13:$A$19</c:f>
              <c:strCache>
                <c:ptCount val="7"/>
                <c:pt idx="0">
                  <c:v>Un candidato de La Libertad Avanza de Javier Milei y el PRO de Mauricio Macri</c:v>
                </c:pt>
                <c:pt idx="1">
                  <c:v>Un candidato del peronismo de Cristina Fernández de Kirchner, Axel Kicillof y Sergio Massa</c:v>
                </c:pt>
                <c:pt idx="2">
                  <c:v>Un candidato de la izquierda</c:v>
                </c:pt>
                <c:pt idx="3">
                  <c:v>Un candidato del peronismo federal de Miguel Pichetto, Juan Schiaretti y Florencio Randazzo</c:v>
                </c:pt>
                <c:pt idx="4">
                  <c:v>A un candidato del radicalismo</c:v>
                </c:pt>
                <c:pt idx="5">
                  <c:v>Otro</c:v>
                </c:pt>
                <c:pt idx="6">
                  <c:v>No sabe</c:v>
                </c:pt>
              </c:strCache>
            </c:strRef>
          </c:cat>
          <c:val>
            <c:numRef>
              <c:f>'Esc. electoral 2025'!$E$13:$E$19</c:f>
              <c:numCache>
                <c:formatCode>0%</c:formatCode>
                <c:ptCount val="7"/>
                <c:pt idx="0">
                  <c:v>0.40062822574561635</c:v>
                </c:pt>
                <c:pt idx="1">
                  <c:v>0.33813929755745309</c:v>
                </c:pt>
                <c:pt idx="2">
                  <c:v>4.8098302229463992E-2</c:v>
                </c:pt>
                <c:pt idx="3">
                  <c:v>2.6169722120967399E-2</c:v>
                </c:pt>
                <c:pt idx="4">
                  <c:v>4.5013292853398869E-2</c:v>
                </c:pt>
                <c:pt idx="5">
                  <c:v>4.4221616064540094E-2</c:v>
                </c:pt>
                <c:pt idx="6">
                  <c:v>9.7729543428554097E-2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2E-63FB-49CF-BEAC-4A793C6535E5}"/>
            </c:ext>
          </c:extLst>
        </c:ser>
        <c:ser>
          <c:idx val="4"/>
          <c:order val="4"/>
          <c:tx>
            <c:strRef>
              <c:f>'Esc. electoral 2025'!$F$12</c:f>
              <c:strCache>
                <c:ptCount val="1"/>
                <c:pt idx="0">
                  <c:v>mar-25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357B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D-1715-44A4-8C33-A3474B6A9D87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E-1715-44A4-8C33-A3474B6A9D87}"/>
              </c:ext>
            </c:extLst>
          </c:dPt>
          <c:dPt>
            <c:idx val="2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F-1715-44A4-8C33-A3474B6A9D87}"/>
              </c:ext>
            </c:extLst>
          </c:dPt>
          <c:dPt>
            <c:idx val="3"/>
            <c:invertIfNegative val="0"/>
            <c:bubble3D val="0"/>
            <c:spPr>
              <a:solidFill>
                <a:srgbClr val="03BD8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0-1715-44A4-8C33-A3474B6A9D87}"/>
              </c:ext>
            </c:extLst>
          </c:dPt>
          <c:dPt>
            <c:idx val="4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1-1715-44A4-8C33-A3474B6A9D87}"/>
              </c:ext>
            </c:extLst>
          </c:dPt>
          <c:dPt>
            <c:idx val="5"/>
            <c:invertIfNegative val="0"/>
            <c:bubble3D val="0"/>
            <c:spPr>
              <a:solidFill>
                <a:srgbClr val="A6A6A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2-1715-44A4-8C33-A3474B6A9D87}"/>
              </c:ext>
            </c:extLst>
          </c:dPt>
          <c:dPt>
            <c:idx val="6"/>
            <c:invertIfNegative val="0"/>
            <c:bubble3D val="0"/>
            <c:spPr>
              <a:solidFill>
                <a:srgbClr val="BFBFBF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3-1715-44A4-8C33-A3474B6A9D8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LT Std (Cuerpo)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'Esc. electoral 2025'!$A$13:$A$19</c:f>
              <c:strCache>
                <c:ptCount val="7"/>
                <c:pt idx="0">
                  <c:v>Un candidato de La Libertad Avanza de Javier Milei y el PRO de Mauricio Macri</c:v>
                </c:pt>
                <c:pt idx="1">
                  <c:v>Un candidato del peronismo de Cristina Fernández de Kirchner, Axel Kicillof y Sergio Massa</c:v>
                </c:pt>
                <c:pt idx="2">
                  <c:v>Un candidato de la izquierda</c:v>
                </c:pt>
                <c:pt idx="3">
                  <c:v>Un candidato del peronismo federal de Miguel Pichetto, Juan Schiaretti y Florencio Randazzo</c:v>
                </c:pt>
                <c:pt idx="4">
                  <c:v>A un candidato del radicalismo</c:v>
                </c:pt>
                <c:pt idx="5">
                  <c:v>Otro</c:v>
                </c:pt>
                <c:pt idx="6">
                  <c:v>No sabe</c:v>
                </c:pt>
              </c:strCache>
            </c:strRef>
          </c:cat>
          <c:val>
            <c:numRef>
              <c:f>'Esc. electoral 2025'!$F$13:$F$19</c:f>
              <c:numCache>
                <c:formatCode>0%</c:formatCode>
                <c:ptCount val="7"/>
                <c:pt idx="0">
                  <c:v>0.4346630580445216</c:v>
                </c:pt>
                <c:pt idx="1">
                  <c:v>0.29427615463872392</c:v>
                </c:pt>
                <c:pt idx="2">
                  <c:v>4.6312567172080321E-2</c:v>
                </c:pt>
                <c:pt idx="3">
                  <c:v>3.3257991348110916E-2</c:v>
                </c:pt>
                <c:pt idx="4">
                  <c:v>2.1019648139122424E-2</c:v>
                </c:pt>
                <c:pt idx="5">
                  <c:v>5.4313427949105222E-2</c:v>
                </c:pt>
                <c:pt idx="6">
                  <c:v>0.11615715270833744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3C-1715-44A4-8C33-A3474B6A9D8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384747464"/>
        <c:axId val="384753344"/>
      </c:barChart>
      <c:catAx>
        <c:axId val="384747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384753344"/>
        <c:crosses val="autoZero"/>
        <c:auto val="1"/>
        <c:lblAlgn val="ctr"/>
        <c:lblOffset val="100"/>
        <c:noMultiLvlLbl val="0"/>
      </c:catAx>
      <c:valAx>
        <c:axId val="384753344"/>
        <c:scaling>
          <c:orientation val="minMax"/>
          <c:max val="0.5"/>
        </c:scaling>
        <c:delete val="1"/>
        <c:axPos val="l"/>
        <c:numFmt formatCode="0%" sourceLinked="1"/>
        <c:majorTickMark val="out"/>
        <c:minorTickMark val="none"/>
        <c:tickLblPos val="nextTo"/>
        <c:crossAx val="384747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2.6819839694428526E-3"/>
          <c:y val="8.4776368523283158E-2"/>
          <c:w val="0.32250955999731179"/>
          <c:h val="0.112699642681677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HelveticaNeueLT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4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770310179599911E-2"/>
          <c:y val="0.22641190431406694"/>
          <c:w val="0.97084457020997372"/>
          <c:h val="0.58510229597980479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Sheet1!$B$110</c:f>
              <c:strCache>
                <c:ptCount val="1"/>
                <c:pt idx="0">
                  <c:v>Un candidato de La Libertad Avanza de Javier Milei y el PRO de Mauricio Macri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Sheet1!$C$109:$BE$109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Sheet1!$C$110:$BE$110</c:f>
              <c:numCache>
                <c:formatCode>General</c:formatCode>
                <c:ptCount val="55"/>
                <c:pt idx="0" formatCode="0%">
                  <c:v>0.4346630580445216</c:v>
                </c:pt>
                <c:pt idx="2" formatCode="0%">
                  <c:v>0.39939646040644577</c:v>
                </c:pt>
                <c:pt idx="3" formatCode="0%">
                  <c:v>0.46882749560254539</c:v>
                </c:pt>
                <c:pt idx="5" formatCode="0%">
                  <c:v>0.39454219724107603</c:v>
                </c:pt>
                <c:pt idx="6" formatCode="0%">
                  <c:v>0.55758303265212605</c:v>
                </c:pt>
                <c:pt idx="7" formatCode="0%">
                  <c:v>0.44603698044238321</c:v>
                </c:pt>
                <c:pt idx="8" formatCode="0%">
                  <c:v>0.32064490364147624</c:v>
                </c:pt>
                <c:pt idx="10" formatCode="0%">
                  <c:v>0.381064013228399</c:v>
                </c:pt>
                <c:pt idx="11" formatCode="0%">
                  <c:v>0.41767685694957324</c:v>
                </c:pt>
                <c:pt idx="12" formatCode="0%">
                  <c:v>0.49974008754196325</c:v>
                </c:pt>
                <c:pt idx="14" formatCode="0%">
                  <c:v>0.41592166213860493</c:v>
                </c:pt>
                <c:pt idx="15" formatCode="0%">
                  <c:v>0.38408140336824315</c:v>
                </c:pt>
                <c:pt idx="16" formatCode="0%">
                  <c:v>0.53361761456002177</c:v>
                </c:pt>
                <c:pt idx="17" formatCode="0%">
                  <c:v>0.5025284708867287</c:v>
                </c:pt>
                <c:pt idx="19" formatCode="0%">
                  <c:v>0.38681743395708323</c:v>
                </c:pt>
                <c:pt idx="20" formatCode="0%">
                  <c:v>0.51652709487705706</c:v>
                </c:pt>
                <c:pt idx="22" formatCode="0%">
                  <c:v>0.36196650720582768</c:v>
                </c:pt>
                <c:pt idx="23" formatCode="0%">
                  <c:v>0.34512854237694024</c:v>
                </c:pt>
                <c:pt idx="24" formatCode="0%">
                  <c:v>0.71432306136301971</c:v>
                </c:pt>
                <c:pt idx="25" formatCode="0%">
                  <c:v>0.44960552782726654</c:v>
                </c:pt>
                <c:pt idx="27" formatCode="0%">
                  <c:v>0.39052035988846467</c:v>
                </c:pt>
                <c:pt idx="28" formatCode="0%">
                  <c:v>0.41431771470890683</c:v>
                </c:pt>
                <c:pt idx="29" formatCode="0%">
                  <c:v>0.52801588200747185</c:v>
                </c:pt>
                <c:pt idx="31" formatCode="0%">
                  <c:v>0.35293379465285546</c:v>
                </c:pt>
                <c:pt idx="32" formatCode="0%">
                  <c:v>0.11086626329980512</c:v>
                </c:pt>
                <c:pt idx="33" formatCode="0%">
                  <c:v>1.8283658104363408E-2</c:v>
                </c:pt>
                <c:pt idx="34" formatCode="0%">
                  <c:v>0.85883398537985367</c:v>
                </c:pt>
                <c:pt idx="35" formatCode="0%">
                  <c:v>0.53927180622398352</c:v>
                </c:pt>
                <c:pt idx="36" formatCode="0%">
                  <c:v>0.92312143825058068</c:v>
                </c:pt>
                <c:pt idx="38" formatCode="0%">
                  <c:v>0.35051433432973356</c:v>
                </c:pt>
                <c:pt idx="39" formatCode="0%">
                  <c:v>0.14777863876318556</c:v>
                </c:pt>
                <c:pt idx="40" formatCode="0%">
                  <c:v>0.77832692934257086</c:v>
                </c:pt>
                <c:pt idx="41" formatCode="0%">
                  <c:v>0.84026027528942782</c:v>
                </c:pt>
                <c:pt idx="43" formatCode="0%">
                  <c:v>0.80628670871555741</c:v>
                </c:pt>
                <c:pt idx="44" formatCode="0%">
                  <c:v>0.16239597725268604</c:v>
                </c:pt>
                <c:pt idx="46" formatCode="0%">
                  <c:v>0.94447720827404813</c:v>
                </c:pt>
                <c:pt idx="47" formatCode="0%">
                  <c:v>0.75161094127381456</c:v>
                </c:pt>
                <c:pt idx="48" formatCode="0%">
                  <c:v>9.0119671237406301E-2</c:v>
                </c:pt>
                <c:pt idx="49" formatCode="0%">
                  <c:v>1.8884505016673235E-2</c:v>
                </c:pt>
                <c:pt idx="51" formatCode="0%">
                  <c:v>4.9836786587744528E-2</c:v>
                </c:pt>
                <c:pt idx="52" formatCode="0%">
                  <c:v>9.4016919850144071E-2</c:v>
                </c:pt>
                <c:pt idx="53" formatCode="0%">
                  <c:v>0.27384040654444286</c:v>
                </c:pt>
                <c:pt idx="54" formatCode="0%">
                  <c:v>0.80086138614939884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Sheet1!$B$111</c:f>
              <c:strCache>
                <c:ptCount val="1"/>
                <c:pt idx="0">
                  <c:v>Un candidato del peronismo de Cristina Fernández de Kirchner, Axel Kicillof y Sergio Massa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Sheet1!$C$109:$BE$109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Sheet1!$C$111:$BE$111</c:f>
              <c:numCache>
                <c:formatCode>General</c:formatCode>
                <c:ptCount val="55"/>
                <c:pt idx="0" formatCode="0%">
                  <c:v>0.29427615463872392</c:v>
                </c:pt>
                <c:pt idx="2" formatCode="0%">
                  <c:v>0.26088460768374738</c:v>
                </c:pt>
                <c:pt idx="3" formatCode="0%">
                  <c:v>0.32676113369346799</c:v>
                </c:pt>
                <c:pt idx="5" formatCode="0%">
                  <c:v>0.22096802167130419</c:v>
                </c:pt>
                <c:pt idx="6" formatCode="0%">
                  <c:v>0.26827600853141081</c:v>
                </c:pt>
                <c:pt idx="7" formatCode="0%">
                  <c:v>0.31921687978174218</c:v>
                </c:pt>
                <c:pt idx="8" formatCode="0%">
                  <c:v>0.37328653833090719</c:v>
                </c:pt>
                <c:pt idx="10" formatCode="0%">
                  <c:v>0.35017593106903383</c:v>
                </c:pt>
                <c:pt idx="11" formatCode="0%">
                  <c:v>0.28801025561294935</c:v>
                </c:pt>
                <c:pt idx="12" formatCode="0%">
                  <c:v>0.25408959553667765</c:v>
                </c:pt>
                <c:pt idx="14" formatCode="0%">
                  <c:v>0.32774566381468545</c:v>
                </c:pt>
                <c:pt idx="15" formatCode="0%">
                  <c:v>0.32092634835611378</c:v>
                </c:pt>
                <c:pt idx="16" formatCode="0%">
                  <c:v>0.23003851611664236</c:v>
                </c:pt>
                <c:pt idx="17" formatCode="0%">
                  <c:v>0.23112390433319768</c:v>
                </c:pt>
                <c:pt idx="19" formatCode="0%">
                  <c:v>0.31737156539439787</c:v>
                </c:pt>
                <c:pt idx="20" formatCode="0%">
                  <c:v>0.25475982283563392</c:v>
                </c:pt>
                <c:pt idx="22" formatCode="0%">
                  <c:v>0.33429558096036727</c:v>
                </c:pt>
                <c:pt idx="23" formatCode="0%">
                  <c:v>0.33838891260454551</c:v>
                </c:pt>
                <c:pt idx="24" formatCode="0%">
                  <c:v>0.21153263703442091</c:v>
                </c:pt>
                <c:pt idx="25" formatCode="0%">
                  <c:v>0.25295119638190477</c:v>
                </c:pt>
                <c:pt idx="27" formatCode="0%">
                  <c:v>0.34982250152172351</c:v>
                </c:pt>
                <c:pt idx="28" formatCode="0%">
                  <c:v>0.33349485299259257</c:v>
                </c:pt>
                <c:pt idx="29" formatCode="0%">
                  <c:v>0.16097316344753498</c:v>
                </c:pt>
                <c:pt idx="31" formatCode="0%">
                  <c:v>0.14419112792774663</c:v>
                </c:pt>
                <c:pt idx="32" formatCode="0%">
                  <c:v>0.76115251443673526</c:v>
                </c:pt>
                <c:pt idx="33" formatCode="0%">
                  <c:v>0.6878183505617842</c:v>
                </c:pt>
                <c:pt idx="34" formatCode="0%">
                  <c:v>4.4519558231840402E-2</c:v>
                </c:pt>
                <c:pt idx="35" formatCode="0%">
                  <c:v>0.34236834497108215</c:v>
                </c:pt>
                <c:pt idx="36" formatCode="0%">
                  <c:v>0</c:v>
                </c:pt>
                <c:pt idx="38" formatCode="0%">
                  <c:v>0.29654869692483837</c:v>
                </c:pt>
                <c:pt idx="39" formatCode="0%">
                  <c:v>0.62498890766836168</c:v>
                </c:pt>
                <c:pt idx="40" formatCode="0%">
                  <c:v>7.1928913318631951E-2</c:v>
                </c:pt>
                <c:pt idx="41" formatCode="0%">
                  <c:v>1.0541700997785002E-2</c:v>
                </c:pt>
                <c:pt idx="43" formatCode="0%">
                  <c:v>7.8389523353711354E-2</c:v>
                </c:pt>
                <c:pt idx="44" formatCode="0%">
                  <c:v>0.6081880199649099</c:v>
                </c:pt>
                <c:pt idx="46" formatCode="0%">
                  <c:v>6.050716428142127E-3</c:v>
                </c:pt>
                <c:pt idx="47" formatCode="0%">
                  <c:v>1.7290774807890149E-2</c:v>
                </c:pt>
                <c:pt idx="48" formatCode="0%">
                  <c:v>0.40911064389551371</c:v>
                </c:pt>
                <c:pt idx="49" formatCode="0%">
                  <c:v>0.70968158832681372</c:v>
                </c:pt>
                <c:pt idx="51" formatCode="0%">
                  <c:v>0.79725266975870179</c:v>
                </c:pt>
                <c:pt idx="52" formatCode="0%">
                  <c:v>0.58700604186881722</c:v>
                </c:pt>
                <c:pt idx="53" formatCode="0%">
                  <c:v>0.19070903473076897</c:v>
                </c:pt>
                <c:pt idx="54" formatCode="0%">
                  <c:v>1.4700926816559622E-2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Sheet1!$B$112</c:f>
              <c:strCache>
                <c:ptCount val="1"/>
                <c:pt idx="0">
                  <c:v>Un candidato de la izquierda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Sheet1!$C$109:$BE$109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Sheet1!$C$112:$BE$112</c:f>
              <c:numCache>
                <c:formatCode>General</c:formatCode>
                <c:ptCount val="55"/>
                <c:pt idx="0" formatCode="0%">
                  <c:v>4.6312567172080321E-2</c:v>
                </c:pt>
                <c:pt idx="2" formatCode="0%">
                  <c:v>5.7154586542861263E-2</c:v>
                </c:pt>
                <c:pt idx="3" formatCode="0%">
                  <c:v>3.5788446464446906E-2</c:v>
                </c:pt>
                <c:pt idx="5" formatCode="0%">
                  <c:v>0.14533492655586111</c:v>
                </c:pt>
                <c:pt idx="6" formatCode="0%">
                  <c:v>8.6937220085725915E-3</c:v>
                </c:pt>
                <c:pt idx="7" formatCode="0%">
                  <c:v>1.7080971697270797E-2</c:v>
                </c:pt>
                <c:pt idx="8" formatCode="0%">
                  <c:v>1.9669212679192107E-2</c:v>
                </c:pt>
                <c:pt idx="10" formatCode="0%">
                  <c:v>8.7408017977007937E-3</c:v>
                </c:pt>
                <c:pt idx="11" formatCode="0%">
                  <c:v>8.8079088729444893E-2</c:v>
                </c:pt>
                <c:pt idx="12" formatCode="0%">
                  <c:v>2.996957426894328E-2</c:v>
                </c:pt>
                <c:pt idx="14" formatCode="0%">
                  <c:v>6.0292929424879654E-2</c:v>
                </c:pt>
                <c:pt idx="15" formatCode="0%">
                  <c:v>5.6444945568398068E-2</c:v>
                </c:pt>
                <c:pt idx="16" formatCode="0%">
                  <c:v>1.8000488391297146E-2</c:v>
                </c:pt>
                <c:pt idx="17" formatCode="0%">
                  <c:v>3.5091800180730797E-4</c:v>
                </c:pt>
                <c:pt idx="19" formatCode="0%">
                  <c:v>7.1667578517457808E-2</c:v>
                </c:pt>
                <c:pt idx="20" formatCode="0%">
                  <c:v>2.9300505416337058E-3</c:v>
                </c:pt>
                <c:pt idx="22" formatCode="0%">
                  <c:v>3.9813047052049522E-2</c:v>
                </c:pt>
                <c:pt idx="23" formatCode="0%">
                  <c:v>3.4035358710720089E-2</c:v>
                </c:pt>
                <c:pt idx="24" formatCode="0%">
                  <c:v>2.0261818852870227E-2</c:v>
                </c:pt>
                <c:pt idx="25" formatCode="0%">
                  <c:v>6.5800132321813878E-2</c:v>
                </c:pt>
                <c:pt idx="27" formatCode="0%">
                  <c:v>2.068401996552087E-2</c:v>
                </c:pt>
                <c:pt idx="28" formatCode="0%">
                  <c:v>3.9890863335488233E-2</c:v>
                </c:pt>
                <c:pt idx="29" formatCode="0%">
                  <c:v>8.1176330227976295E-2</c:v>
                </c:pt>
                <c:pt idx="31" formatCode="0%">
                  <c:v>4.3303882150270513E-2</c:v>
                </c:pt>
                <c:pt idx="32" formatCode="0%">
                  <c:v>0.11441791170144762</c:v>
                </c:pt>
                <c:pt idx="33" formatCode="0%">
                  <c:v>2.5165514199215245E-2</c:v>
                </c:pt>
                <c:pt idx="34" formatCode="0%">
                  <c:v>1.2902624481152354E-3</c:v>
                </c:pt>
                <c:pt idx="35" formatCode="0%">
                  <c:v>6.2593317060444459E-4</c:v>
                </c:pt>
                <c:pt idx="36" formatCode="0%">
                  <c:v>1.1357048821495429E-2</c:v>
                </c:pt>
                <c:pt idx="38" formatCode="0%">
                  <c:v>6.3525536159682178E-2</c:v>
                </c:pt>
                <c:pt idx="39" formatCode="0%">
                  <c:v>7.8869580376464188E-2</c:v>
                </c:pt>
                <c:pt idx="40" formatCode="0%">
                  <c:v>7.4338667767352468E-4</c:v>
                </c:pt>
                <c:pt idx="41" formatCode="0%">
                  <c:v>7.497169819288028E-4</c:v>
                </c:pt>
                <c:pt idx="43" formatCode="0%">
                  <c:v>1.0663534781012785E-3</c:v>
                </c:pt>
                <c:pt idx="44" formatCode="0%">
                  <c:v>8.4872550182253856E-2</c:v>
                </c:pt>
                <c:pt idx="46" formatCode="0%">
                  <c:v>8.4890278603314672E-3</c:v>
                </c:pt>
                <c:pt idx="47" formatCode="0%">
                  <c:v>5.4640826424516759E-4</c:v>
                </c:pt>
                <c:pt idx="48" formatCode="0%">
                  <c:v>0.17759093746414537</c:v>
                </c:pt>
                <c:pt idx="49" formatCode="0%">
                  <c:v>3.7746768050667734E-2</c:v>
                </c:pt>
                <c:pt idx="51" formatCode="0%">
                  <c:v>8.6314928086354478E-2</c:v>
                </c:pt>
                <c:pt idx="52" formatCode="0%">
                  <c:v>0.11345476825547748</c:v>
                </c:pt>
                <c:pt idx="53" formatCode="0%">
                  <c:v>3.7978516642632125E-2</c:v>
                </c:pt>
                <c:pt idx="54" formatCode="0%">
                  <c:v>5.3931576344713487E-3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Sheet1!$B$113</c:f>
              <c:strCache>
                <c:ptCount val="1"/>
                <c:pt idx="0">
                  <c:v>Un candidato del peronismo federal de Miguel Pichetto, Juan Schiaretti y Florencio Randazzo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Sheet1!$C$109:$BE$109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Sheet1!$C$113:$BE$113</c:f>
              <c:numCache>
                <c:formatCode>General</c:formatCode>
                <c:ptCount val="55"/>
                <c:pt idx="0" formatCode="0%">
                  <c:v>3.3257991348110916E-2</c:v>
                </c:pt>
                <c:pt idx="2" formatCode="0%">
                  <c:v>3.7369266920014139E-2</c:v>
                </c:pt>
                <c:pt idx="3" formatCode="0%">
                  <c:v>2.9269871991104889E-2</c:v>
                </c:pt>
                <c:pt idx="5" formatCode="0%">
                  <c:v>8.8540594014487693E-3</c:v>
                </c:pt>
                <c:pt idx="6" formatCode="0%">
                  <c:v>5.0341331483730996E-2</c:v>
                </c:pt>
                <c:pt idx="7" formatCode="0%">
                  <c:v>3.7015326855186485E-2</c:v>
                </c:pt>
                <c:pt idx="8" formatCode="0%">
                  <c:v>3.4257884954527085E-2</c:v>
                </c:pt>
                <c:pt idx="10" formatCode="0%">
                  <c:v>5.3864932148441784E-2</c:v>
                </c:pt>
                <c:pt idx="11" formatCode="0%">
                  <c:v>1.5870023025313162E-2</c:v>
                </c:pt>
                <c:pt idx="12" formatCode="0%">
                  <c:v>3.5849720369045913E-2</c:v>
                </c:pt>
                <c:pt idx="14" formatCode="0%">
                  <c:v>4.1459749348768019E-2</c:v>
                </c:pt>
                <c:pt idx="15" formatCode="0%">
                  <c:v>2.0938900635187874E-2</c:v>
                </c:pt>
                <c:pt idx="16" formatCode="0%">
                  <c:v>4.6709988168025386E-2</c:v>
                </c:pt>
                <c:pt idx="17" formatCode="0%">
                  <c:v>2.0947974949670423E-2</c:v>
                </c:pt>
                <c:pt idx="19" formatCode="0%">
                  <c:v>3.0462354668365756E-2</c:v>
                </c:pt>
                <c:pt idx="20" formatCode="0%">
                  <c:v>3.8041335875142246E-2</c:v>
                </c:pt>
                <c:pt idx="22" formatCode="0%">
                  <c:v>1.6960490463949474E-2</c:v>
                </c:pt>
                <c:pt idx="23" formatCode="0%">
                  <c:v>4.2916921705532518E-2</c:v>
                </c:pt>
                <c:pt idx="24" formatCode="0%">
                  <c:v>1.046960435821088E-3</c:v>
                </c:pt>
                <c:pt idx="25" formatCode="0%">
                  <c:v>4.5756916828147684E-2</c:v>
                </c:pt>
                <c:pt idx="27" formatCode="0%">
                  <c:v>5.4999520595470308E-2</c:v>
                </c:pt>
                <c:pt idx="28" formatCode="0%">
                  <c:v>2.5168154033538514E-2</c:v>
                </c:pt>
                <c:pt idx="29" formatCode="0%">
                  <c:v>1.6661403095021236E-2</c:v>
                </c:pt>
                <c:pt idx="31" formatCode="0%">
                  <c:v>6.312306598700855E-2</c:v>
                </c:pt>
                <c:pt idx="32" formatCode="0%">
                  <c:v>9.4898186434950096E-3</c:v>
                </c:pt>
                <c:pt idx="33" formatCode="0%">
                  <c:v>7.2227452030884071E-2</c:v>
                </c:pt>
                <c:pt idx="34" formatCode="0%">
                  <c:v>1.9560410780926834E-4</c:v>
                </c:pt>
                <c:pt idx="35" formatCode="0%">
                  <c:v>4.2758707510007839E-4</c:v>
                </c:pt>
                <c:pt idx="36" formatCode="0%">
                  <c:v>7.9731268029677397E-3</c:v>
                </c:pt>
                <c:pt idx="38" formatCode="0%">
                  <c:v>4.1409521471757686E-2</c:v>
                </c:pt>
                <c:pt idx="39" formatCode="0%">
                  <c:v>4.9234540977815398E-2</c:v>
                </c:pt>
                <c:pt idx="40" formatCode="0%">
                  <c:v>1.8304664130737495E-2</c:v>
                </c:pt>
                <c:pt idx="41" formatCode="0%">
                  <c:v>1.4714979923960925E-2</c:v>
                </c:pt>
                <c:pt idx="43" formatCode="0%">
                  <c:v>1.0192021674972986E-2</c:v>
                </c:pt>
                <c:pt idx="44" formatCode="0%">
                  <c:v>4.9034971325334971E-2</c:v>
                </c:pt>
                <c:pt idx="46" formatCode="0%">
                  <c:v>1.8399289573959185E-2</c:v>
                </c:pt>
                <c:pt idx="47" formatCode="0%">
                  <c:v>1.1127161163905587E-2</c:v>
                </c:pt>
                <c:pt idx="48" formatCode="0%">
                  <c:v>3.1099340773852902E-2</c:v>
                </c:pt>
                <c:pt idx="49" formatCode="0%">
                  <c:v>6.5398087350048095E-2</c:v>
                </c:pt>
                <c:pt idx="51" formatCode="0%">
                  <c:v>5.0128669556939787E-2</c:v>
                </c:pt>
                <c:pt idx="52" formatCode="0%">
                  <c:v>4.6815575139283007E-2</c:v>
                </c:pt>
                <c:pt idx="53" formatCode="0%">
                  <c:v>6.1093014133398932E-2</c:v>
                </c:pt>
                <c:pt idx="54" formatCode="0%">
                  <c:v>1.4177380413595843E-2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Sheet1!$B$114</c:f>
              <c:strCache>
                <c:ptCount val="1"/>
                <c:pt idx="0">
                  <c:v>A un candidato del radicalismo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Sheet1!$C$109:$BE$109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Sheet1!$C$114:$BE$114</c:f>
              <c:numCache>
                <c:formatCode>General</c:formatCode>
                <c:ptCount val="55"/>
                <c:pt idx="0" formatCode="0%">
                  <c:v>2.1019648139122424E-2</c:v>
                </c:pt>
                <c:pt idx="2" formatCode="0%">
                  <c:v>2.8088006846522125E-2</c:v>
                </c:pt>
                <c:pt idx="3" formatCode="0%">
                  <c:v>1.4157018268188699E-2</c:v>
                </c:pt>
                <c:pt idx="5" formatCode="0%">
                  <c:v>5.3498214322405362E-2</c:v>
                </c:pt>
                <c:pt idx="6" formatCode="0%">
                  <c:v>2.2845300191430113E-3</c:v>
                </c:pt>
                <c:pt idx="7" formatCode="0%">
                  <c:v>1.3135529199887806E-2</c:v>
                </c:pt>
                <c:pt idx="8" formatCode="0%">
                  <c:v>1.7981919961089925E-2</c:v>
                </c:pt>
                <c:pt idx="10" formatCode="0%">
                  <c:v>1.0831589580388802E-2</c:v>
                </c:pt>
                <c:pt idx="11" formatCode="0%">
                  <c:v>2.13975751182017E-2</c:v>
                </c:pt>
                <c:pt idx="12" formatCode="0%">
                  <c:v>2.9225922216110704E-2</c:v>
                </c:pt>
                <c:pt idx="14" formatCode="0%">
                  <c:v>1.2942035519372159E-2</c:v>
                </c:pt>
                <c:pt idx="15" formatCode="0%">
                  <c:v>1.7617923720967529E-2</c:v>
                </c:pt>
                <c:pt idx="16" formatCode="0%">
                  <c:v>9.0343454115985704E-3</c:v>
                </c:pt>
                <c:pt idx="17" formatCode="0%">
                  <c:v>0.19422551812112934</c:v>
                </c:pt>
                <c:pt idx="19" formatCode="0%">
                  <c:v>1.7391480936029474E-2</c:v>
                </c:pt>
                <c:pt idx="20" formatCode="0%">
                  <c:v>2.7227455419591831E-2</c:v>
                </c:pt>
                <c:pt idx="22" formatCode="0%">
                  <c:v>3.398967588338872E-2</c:v>
                </c:pt>
                <c:pt idx="23" formatCode="0%">
                  <c:v>1.4129596329889971E-2</c:v>
                </c:pt>
                <c:pt idx="24" formatCode="0%">
                  <c:v>1.8518126058723458E-3</c:v>
                </c:pt>
                <c:pt idx="25" formatCode="0%">
                  <c:v>3.6582549706944432E-2</c:v>
                </c:pt>
                <c:pt idx="27" formatCode="0%">
                  <c:v>1.2769870799463432E-2</c:v>
                </c:pt>
                <c:pt idx="28" formatCode="0%">
                  <c:v>2.1862260563246857E-2</c:v>
                </c:pt>
                <c:pt idx="29" formatCode="0%">
                  <c:v>4.2119596195022514E-2</c:v>
                </c:pt>
                <c:pt idx="31" formatCode="0%">
                  <c:v>1.4656648837775848E-2</c:v>
                </c:pt>
                <c:pt idx="32" formatCode="0%">
                  <c:v>0</c:v>
                </c:pt>
                <c:pt idx="33" formatCode="0%">
                  <c:v>2.6299580697428018E-3</c:v>
                </c:pt>
                <c:pt idx="34" formatCode="0%">
                  <c:v>3.91925110490495E-2</c:v>
                </c:pt>
                <c:pt idx="35" formatCode="0%">
                  <c:v>0.10738033406591743</c:v>
                </c:pt>
                <c:pt idx="36" formatCode="0%">
                  <c:v>4.5041022597211829E-2</c:v>
                </c:pt>
                <c:pt idx="38" formatCode="0%">
                  <c:v>1.4727388628998894E-2</c:v>
                </c:pt>
                <c:pt idx="39" formatCode="0%">
                  <c:v>9.2809750996091271E-4</c:v>
                </c:pt>
                <c:pt idx="40" formatCode="0%">
                  <c:v>5.8401782251605541E-2</c:v>
                </c:pt>
                <c:pt idx="41" formatCode="0%">
                  <c:v>2.3197499578633887E-2</c:v>
                </c:pt>
                <c:pt idx="43" formatCode="0%">
                  <c:v>3.4476113314952664E-2</c:v>
                </c:pt>
                <c:pt idx="44" formatCode="0%">
                  <c:v>8.4696986480634808E-3</c:v>
                </c:pt>
                <c:pt idx="46" formatCode="0%">
                  <c:v>5.6200225282653504E-3</c:v>
                </c:pt>
                <c:pt idx="47" formatCode="0%">
                  <c:v>1.7519475440425035E-3</c:v>
                </c:pt>
                <c:pt idx="48" formatCode="0%">
                  <c:v>1.941877950129748E-2</c:v>
                </c:pt>
                <c:pt idx="49" formatCode="0%">
                  <c:v>3.6942546917034157E-2</c:v>
                </c:pt>
                <c:pt idx="51" formatCode="0%">
                  <c:v>1.9249347841134251E-4</c:v>
                </c:pt>
                <c:pt idx="52" formatCode="0%">
                  <c:v>5.7582381907295551E-3</c:v>
                </c:pt>
                <c:pt idx="53" formatCode="0%">
                  <c:v>9.7930868684359809E-2</c:v>
                </c:pt>
                <c:pt idx="54" formatCode="0%">
                  <c:v>6.7934571799538115E-3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Sheet1!$B$115</c:f>
              <c:strCache>
                <c:ptCount val="1"/>
                <c:pt idx="0">
                  <c:v>Otro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15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Sheet1!$C$109:$BE$109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Sheet1!$C$115:$BE$115</c:f>
              <c:numCache>
                <c:formatCode>General</c:formatCode>
                <c:ptCount val="55"/>
                <c:pt idx="0" formatCode="0%">
                  <c:v>5.4313427949105222E-2</c:v>
                </c:pt>
                <c:pt idx="2" formatCode="0%">
                  <c:v>8.8842880005885763E-2</c:v>
                </c:pt>
                <c:pt idx="3" formatCode="0%">
                  <c:v>2.078093869784621E-2</c:v>
                </c:pt>
                <c:pt idx="5" formatCode="0%">
                  <c:v>7.9811515845995259E-2</c:v>
                </c:pt>
                <c:pt idx="6" formatCode="0%">
                  <c:v>4.3392424811268523E-2</c:v>
                </c:pt>
                <c:pt idx="7" formatCode="0%">
                  <c:v>3.8052632150602027E-2</c:v>
                </c:pt>
                <c:pt idx="8" formatCode="0%">
                  <c:v>5.7818237852150317E-2</c:v>
                </c:pt>
                <c:pt idx="10" formatCode="0%">
                  <c:v>4.6540788041303821E-2</c:v>
                </c:pt>
                <c:pt idx="11" formatCode="0%">
                  <c:v>5.9824250418253927E-2</c:v>
                </c:pt>
                <c:pt idx="12" formatCode="0%">
                  <c:v>5.4545291007652902E-2</c:v>
                </c:pt>
                <c:pt idx="14" formatCode="0%">
                  <c:v>6.0684209375964429E-2</c:v>
                </c:pt>
                <c:pt idx="15" formatCode="0%">
                  <c:v>6.6739069769879492E-2</c:v>
                </c:pt>
                <c:pt idx="16" formatCode="0%">
                  <c:v>3.2888243425839903E-2</c:v>
                </c:pt>
                <c:pt idx="17" formatCode="0%">
                  <c:v>3.6534041392185426E-2</c:v>
                </c:pt>
                <c:pt idx="19" formatCode="0%">
                  <c:v>6.468641055217525E-2</c:v>
                </c:pt>
                <c:pt idx="20" formatCode="0%">
                  <c:v>3.6565216987761565E-2</c:v>
                </c:pt>
                <c:pt idx="22" formatCode="0%">
                  <c:v>3.4774613005647721E-2</c:v>
                </c:pt>
                <c:pt idx="23" formatCode="0%">
                  <c:v>9.7097618912106595E-2</c:v>
                </c:pt>
                <c:pt idx="24" formatCode="0%">
                  <c:v>1.3396745147187644E-2</c:v>
                </c:pt>
                <c:pt idx="25" formatCode="0%">
                  <c:v>2.8322631549007059E-2</c:v>
                </c:pt>
                <c:pt idx="27" formatCode="0%">
                  <c:v>5.4491912291093562E-2</c:v>
                </c:pt>
                <c:pt idx="28" formatCode="0%">
                  <c:v>5.9644202123517072E-2</c:v>
                </c:pt>
                <c:pt idx="29" formatCode="0%">
                  <c:v>2.570112519065736E-2</c:v>
                </c:pt>
                <c:pt idx="31" formatCode="0%">
                  <c:v>9.7825284987894806E-2</c:v>
                </c:pt>
                <c:pt idx="32" formatCode="0%">
                  <c:v>8.9873572465363513E-6</c:v>
                </c:pt>
                <c:pt idx="33" formatCode="0%">
                  <c:v>0.12218321735916614</c:v>
                </c:pt>
                <c:pt idx="34" formatCode="0%">
                  <c:v>4.5953581022154785E-2</c:v>
                </c:pt>
                <c:pt idx="35" formatCode="0%">
                  <c:v>8.4251709128910723E-4</c:v>
                </c:pt>
                <c:pt idx="36" formatCode="0%">
                  <c:v>4.6164770348339264E-3</c:v>
                </c:pt>
                <c:pt idx="38" formatCode="0%">
                  <c:v>5.2182666837973277E-2</c:v>
                </c:pt>
                <c:pt idx="39" formatCode="0%">
                  <c:v>4.86776954509325E-2</c:v>
                </c:pt>
                <c:pt idx="40" formatCode="0%">
                  <c:v>3.4680313864503362E-2</c:v>
                </c:pt>
                <c:pt idx="41" formatCode="0%">
                  <c:v>4.3257166302098006E-2</c:v>
                </c:pt>
                <c:pt idx="43" formatCode="0%">
                  <c:v>2.1766887637412594E-2</c:v>
                </c:pt>
                <c:pt idx="44" formatCode="0%">
                  <c:v>5.7616901732462325E-2</c:v>
                </c:pt>
                <c:pt idx="46" formatCode="0%">
                  <c:v>9.2488085142872645E-3</c:v>
                </c:pt>
                <c:pt idx="47" formatCode="0%">
                  <c:v>2.1703371954332348E-2</c:v>
                </c:pt>
                <c:pt idx="48" formatCode="0%">
                  <c:v>0.18636711292862754</c:v>
                </c:pt>
                <c:pt idx="49" formatCode="0%">
                  <c:v>4.732348171278164E-2</c:v>
                </c:pt>
                <c:pt idx="51" formatCode="0%">
                  <c:v>4.9145555567322568E-3</c:v>
                </c:pt>
                <c:pt idx="52" formatCode="0%">
                  <c:v>5.3187755991271846E-2</c:v>
                </c:pt>
                <c:pt idx="53" formatCode="0%">
                  <c:v>0.12162491491264912</c:v>
                </c:pt>
                <c:pt idx="54" formatCode="0%">
                  <c:v>4.9139311253747334E-2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924-45D0-9D23-927C5E7A58A2}"/>
            </c:ext>
          </c:extLst>
        </c:ser>
        <c:ser>
          <c:idx val="6"/>
          <c:order val="6"/>
          <c:tx>
            <c:strRef>
              <c:f>Sheet1!$B$116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15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Sheet1!$C$109:$BE$109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Sheet1!$C$116:$BE$116</c:f>
              <c:numCache>
                <c:formatCode>General</c:formatCode>
                <c:ptCount val="55"/>
                <c:pt idx="0" formatCode="0%">
                  <c:v>0.11615715270833744</c:v>
                </c:pt>
                <c:pt idx="2" formatCode="0%">
                  <c:v>0.12826419159452501</c:v>
                </c:pt>
                <c:pt idx="3" formatCode="0%">
                  <c:v>0.10441509528239813</c:v>
                </c:pt>
                <c:pt idx="5" formatCode="0%">
                  <c:v>9.6991064961909068E-2</c:v>
                </c:pt>
                <c:pt idx="6" formatCode="0%">
                  <c:v>6.9428950493747921E-2</c:v>
                </c:pt>
                <c:pt idx="7" formatCode="0%">
                  <c:v>0.12946167987292659</c:v>
                </c:pt>
                <c:pt idx="8" formatCode="0%">
                  <c:v>0.17634130258065589</c:v>
                </c:pt>
                <c:pt idx="10" formatCode="0%">
                  <c:v>0.14878194413473114</c:v>
                </c:pt>
                <c:pt idx="11" formatCode="0%">
                  <c:v>0.10914195014626332</c:v>
                </c:pt>
                <c:pt idx="12" formatCode="0%">
                  <c:v>9.6579809059606211E-2</c:v>
                </c:pt>
                <c:pt idx="14" formatCode="0%">
                  <c:v>8.0953750377724523E-2</c:v>
                </c:pt>
                <c:pt idx="15" formatCode="0%">
                  <c:v>0.13325140858120943</c:v>
                </c:pt>
                <c:pt idx="16" formatCode="0%">
                  <c:v>0.12971080392657508</c:v>
                </c:pt>
                <c:pt idx="17" formatCode="0%">
                  <c:v>1.4289172315281288E-2</c:v>
                </c:pt>
                <c:pt idx="19" formatCode="0%">
                  <c:v>0.11160317597449146</c:v>
                </c:pt>
                <c:pt idx="20" formatCode="0%">
                  <c:v>0.12394902346317924</c:v>
                </c:pt>
                <c:pt idx="22" formatCode="0%">
                  <c:v>0.17820008542876972</c:v>
                </c:pt>
                <c:pt idx="23" formatCode="0%">
                  <c:v>0.12830304936026457</c:v>
                </c:pt>
                <c:pt idx="24" formatCode="0%">
                  <c:v>3.7586964560808074E-2</c:v>
                </c:pt>
                <c:pt idx="25" formatCode="0%">
                  <c:v>0.12098104538491597</c:v>
                </c:pt>
                <c:pt idx="27" formatCode="0%">
                  <c:v>0.11671181493826334</c:v>
                </c:pt>
                <c:pt idx="28" formatCode="0%">
                  <c:v>0.10562195224270944</c:v>
                </c:pt>
                <c:pt idx="29" formatCode="0%">
                  <c:v>0.14535249983631596</c:v>
                </c:pt>
                <c:pt idx="31" formatCode="0%">
                  <c:v>0.28396619545644863</c:v>
                </c:pt>
                <c:pt idx="32" formatCode="0%">
                  <c:v>4.0645045612703488E-3</c:v>
                </c:pt>
                <c:pt idx="33" formatCode="0%">
                  <c:v>7.1691849674843905E-2</c:v>
                </c:pt>
                <c:pt idx="34" formatCode="0%">
                  <c:v>1.0014497761177238E-2</c:v>
                </c:pt>
                <c:pt idx="35" formatCode="0%">
                  <c:v>9.0834774020231608E-3</c:v>
                </c:pt>
                <c:pt idx="36" formatCode="0%">
                  <c:v>7.8908864929107935E-3</c:v>
                </c:pt>
                <c:pt idx="38" formatCode="0%">
                  <c:v>0.18109185564701602</c:v>
                </c:pt>
                <c:pt idx="39" formatCode="0%">
                  <c:v>4.9522539253280033E-2</c:v>
                </c:pt>
                <c:pt idx="40" formatCode="0%">
                  <c:v>3.7614010414277206E-2</c:v>
                </c:pt>
                <c:pt idx="41" formatCode="0%">
                  <c:v>6.7278660926165149E-2</c:v>
                </c:pt>
                <c:pt idx="43" formatCode="0%">
                  <c:v>4.782239182529166E-2</c:v>
                </c:pt>
                <c:pt idx="44" formatCode="0%">
                  <c:v>2.9421880894290119E-2</c:v>
                </c:pt>
                <c:pt idx="46" formatCode="0%">
                  <c:v>7.714926820966442E-3</c:v>
                </c:pt>
                <c:pt idx="47" formatCode="0%">
                  <c:v>0.19596939499176977</c:v>
                </c:pt>
                <c:pt idx="48" formatCode="0%">
                  <c:v>8.6293514199156582E-2</c:v>
                </c:pt>
                <c:pt idx="49" formatCode="0%">
                  <c:v>8.402302262598145E-2</c:v>
                </c:pt>
                <c:pt idx="51" formatCode="0%">
                  <c:v>1.1359896975115844E-2</c:v>
                </c:pt>
                <c:pt idx="52" formatCode="0%">
                  <c:v>9.9760700704276908E-2</c:v>
                </c:pt>
                <c:pt idx="53" formatCode="0%">
                  <c:v>0.21682324435174827</c:v>
                </c:pt>
                <c:pt idx="54" formatCode="0%">
                  <c:v>0.10893438055227277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924-45D0-9D23-927C5E7A58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4754128"/>
        <c:axId val="384746288"/>
      </c:barChart>
      <c:catAx>
        <c:axId val="384754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4746288"/>
        <c:crosses val="autoZero"/>
        <c:auto val="1"/>
        <c:lblAlgn val="ctr"/>
        <c:lblOffset val="100"/>
        <c:noMultiLvlLbl val="0"/>
      </c:catAx>
      <c:valAx>
        <c:axId val="38474628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4754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5885743418717228E-2"/>
          <c:y val="1.2987896053093547E-2"/>
          <c:w val="0.97454054056385564"/>
          <c:h val="0.11183573909312883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18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2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ES" sz="2400" b="1" dirty="0" smtClean="0">
                <a:latin typeface="HelveticaNeue Std"/>
              </a:rPr>
              <a:t>Y si fueran estos los espacios, ¿a cuál votaría?</a:t>
            </a:r>
            <a:endParaRPr lang="es-ES" sz="2400" b="1" dirty="0">
              <a:latin typeface="HelveticaNeue Std"/>
            </a:endParaRPr>
          </a:p>
        </c:rich>
      </c:tx>
      <c:layout>
        <c:manualLayout>
          <c:xMode val="edge"/>
          <c:yMode val="edge"/>
          <c:x val="7.7977227844723447E-3"/>
          <c:y val="1.0523985848691785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5.3914183860177952E-3"/>
          <c:y val="0.10703261901587569"/>
          <c:w val="0.99382976208004514"/>
          <c:h val="0.7229083324923966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29D-4371-8D01-89311E9E9565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29D-4371-8D01-89311E9E9565}"/>
              </c:ext>
            </c:extLst>
          </c:dPt>
          <c:dPt>
            <c:idx val="2"/>
            <c:invertIfNegative val="0"/>
            <c:bubble3D val="0"/>
            <c:spPr>
              <a:solidFill>
                <a:srgbClr val="1D73FC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329D-4371-8D01-89311E9E9565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329D-4371-8D01-89311E9E9565}"/>
              </c:ext>
            </c:extLst>
          </c:dPt>
          <c:dPt>
            <c:idx val="4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329D-4371-8D01-89311E9E9565}"/>
              </c:ext>
            </c:extLst>
          </c:dPt>
          <c:dPt>
            <c:idx val="5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329D-4371-8D01-89311E9E9565}"/>
              </c:ext>
            </c:extLst>
          </c:dPt>
          <c:dPt>
            <c:idx val="6"/>
            <c:invertIfNegative val="0"/>
            <c:bubble3D val="0"/>
            <c:spPr>
              <a:solidFill>
                <a:srgbClr val="03BD85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329D-4371-8D01-89311E9E9565}"/>
              </c:ext>
            </c:extLst>
          </c:dPt>
          <c:dPt>
            <c:idx val="7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329D-4371-8D01-89311E9E9565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1-03AD-4B2F-8346-C5D2DA0A1514}"/>
              </c:ext>
            </c:extLst>
          </c:dPt>
          <c:dPt>
            <c:idx val="9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3-03AD-4B2F-8346-C5D2DA0A15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Hoja1!$B$99:$B$107</c:f>
              <c:strCache>
                <c:ptCount val="9"/>
                <c:pt idx="0">
                  <c:v>Un candidato de La Libertad Avanza de Javier Milei</c:v>
                </c:pt>
                <c:pt idx="1">
                  <c:v>Un candidato del peronismo de Cristina Fernández de Kirchner</c:v>
                </c:pt>
                <c:pt idx="2">
                  <c:v>Un candidato del peronismo de Axel Kicillof</c:v>
                </c:pt>
                <c:pt idx="3">
                  <c:v>Un candidato del PRO de Mauricio Macri</c:v>
                </c:pt>
                <c:pt idx="4">
                  <c:v>Un candidato de la izquierda</c:v>
                </c:pt>
                <c:pt idx="5">
                  <c:v>A un candidato del radicalismo</c:v>
                </c:pt>
                <c:pt idx="6">
                  <c:v>Un candidato del peronismo federal de Miguel Pichetto, Juan Schiaretti y Florencio Randazzo</c:v>
                </c:pt>
                <c:pt idx="7">
                  <c:v>Otro</c:v>
                </c:pt>
                <c:pt idx="8">
                  <c:v>No sabe</c:v>
                </c:pt>
              </c:strCache>
            </c:strRef>
          </c:cat>
          <c:val>
            <c:numRef>
              <c:f>Hoja1!$C$99:$C$107</c:f>
              <c:numCache>
                <c:formatCode>0%</c:formatCode>
                <c:ptCount val="9"/>
                <c:pt idx="0">
                  <c:v>0.34458616497997646</c:v>
                </c:pt>
                <c:pt idx="1">
                  <c:v>0.17583955449341279</c:v>
                </c:pt>
                <c:pt idx="2">
                  <c:v>0.13582495557401303</c:v>
                </c:pt>
                <c:pt idx="3">
                  <c:v>9.6404013183248885E-2</c:v>
                </c:pt>
                <c:pt idx="4">
                  <c:v>4.7490193357274703E-2</c:v>
                </c:pt>
                <c:pt idx="5">
                  <c:v>3.6147278533046626E-2</c:v>
                </c:pt>
                <c:pt idx="6">
                  <c:v>2.8363252204082135E-2</c:v>
                </c:pt>
                <c:pt idx="7">
                  <c:v>2.1108690385630225E-2</c:v>
                </c:pt>
                <c:pt idx="8">
                  <c:v>0.11423589728931677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0-329D-4371-8D01-89311E9E956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27"/>
        <c:axId val="384747856"/>
        <c:axId val="384748248"/>
      </c:barChart>
      <c:catAx>
        <c:axId val="384747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384748248"/>
        <c:crosses val="autoZero"/>
        <c:auto val="1"/>
        <c:lblAlgn val="ctr"/>
        <c:lblOffset val="100"/>
        <c:noMultiLvlLbl val="0"/>
      </c:catAx>
      <c:valAx>
        <c:axId val="384748248"/>
        <c:scaling>
          <c:orientation val="minMax"/>
          <c:max val="0.45"/>
        </c:scaling>
        <c:delete val="1"/>
        <c:axPos val="l"/>
        <c:numFmt formatCode="0%" sourceLinked="1"/>
        <c:majorTickMark val="out"/>
        <c:minorTickMark val="none"/>
        <c:tickLblPos val="nextTo"/>
        <c:crossAx val="384747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2">
    <c:autoUpdate val="0"/>
  </c:externalData>
  <c:userShapes r:id="rId3"/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770310179599911E-2"/>
          <c:y val="0.20774054603982967"/>
          <c:w val="0.97084457020997372"/>
          <c:h val="0.60260669436190217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Sheet1!$B$119</c:f>
              <c:strCache>
                <c:ptCount val="1"/>
                <c:pt idx="0">
                  <c:v>Un candidato de La Libertad Avanza de Javier Milei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Sheet1!$C$118:$BE$118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Sheet1!$C$119:$BE$119</c:f>
              <c:numCache>
                <c:formatCode>General</c:formatCode>
                <c:ptCount val="55"/>
                <c:pt idx="0" formatCode="0%">
                  <c:v>0.34458616497997646</c:v>
                </c:pt>
                <c:pt idx="2" formatCode="0%">
                  <c:v>0.33151871775954972</c:v>
                </c:pt>
                <c:pt idx="3" formatCode="0%">
                  <c:v>0.35758335707097527</c:v>
                </c:pt>
                <c:pt idx="5" formatCode="0%">
                  <c:v>0.24824827086200651</c:v>
                </c:pt>
                <c:pt idx="6" formatCode="0%">
                  <c:v>0.43144015840056243</c:v>
                </c:pt>
                <c:pt idx="7" formatCode="0%">
                  <c:v>0.40030344075951957</c:v>
                </c:pt>
                <c:pt idx="8" formatCode="0%">
                  <c:v>0.2832784254837053</c:v>
                </c:pt>
                <c:pt idx="10" formatCode="0%">
                  <c:v>0.31576097547906368</c:v>
                </c:pt>
                <c:pt idx="11" formatCode="0%">
                  <c:v>0.31346786697465678</c:v>
                </c:pt>
                <c:pt idx="12" formatCode="0%">
                  <c:v>0.40484528788162921</c:v>
                </c:pt>
                <c:pt idx="14" formatCode="0%">
                  <c:v>0.27092926955881097</c:v>
                </c:pt>
                <c:pt idx="15" formatCode="0%">
                  <c:v>0.3365680546592843</c:v>
                </c:pt>
                <c:pt idx="16" formatCode="0%">
                  <c:v>0.41469030327067863</c:v>
                </c:pt>
                <c:pt idx="17" formatCode="0%">
                  <c:v>0.46850277640006466</c:v>
                </c:pt>
                <c:pt idx="19" formatCode="0%">
                  <c:v>0.29056230299427321</c:v>
                </c:pt>
                <c:pt idx="20" formatCode="0%">
                  <c:v>0.43454893973639419</c:v>
                </c:pt>
                <c:pt idx="22" formatCode="0%">
                  <c:v>0.20152516798308104</c:v>
                </c:pt>
                <c:pt idx="23" formatCode="0%">
                  <c:v>0.31391775117793874</c:v>
                </c:pt>
                <c:pt idx="24" formatCode="0%">
                  <c:v>0.44730801892976246</c:v>
                </c:pt>
                <c:pt idx="25" formatCode="0%">
                  <c:v>0.41659183144987305</c:v>
                </c:pt>
                <c:pt idx="27" formatCode="0%">
                  <c:v>0.30954301845785526</c:v>
                </c:pt>
                <c:pt idx="28" formatCode="0%">
                  <c:v>0.36665087327400164</c:v>
                </c:pt>
                <c:pt idx="29" formatCode="0%">
                  <c:v>0.38806621499035993</c:v>
                </c:pt>
                <c:pt idx="31" formatCode="0%">
                  <c:v>0.31022640883257702</c:v>
                </c:pt>
                <c:pt idx="32" formatCode="0%">
                  <c:v>3.6738797527750014E-2</c:v>
                </c:pt>
                <c:pt idx="33" formatCode="0%">
                  <c:v>2.0360211876966766E-3</c:v>
                </c:pt>
                <c:pt idx="34" formatCode="0%">
                  <c:v>0.30911125440794573</c:v>
                </c:pt>
                <c:pt idx="35" formatCode="0%">
                  <c:v>0.12707642897800117</c:v>
                </c:pt>
                <c:pt idx="36" formatCode="0%">
                  <c:v>0.91383497430171989</c:v>
                </c:pt>
                <c:pt idx="38" formatCode="0%">
                  <c:v>0.21440160023478899</c:v>
                </c:pt>
                <c:pt idx="39" formatCode="0%">
                  <c:v>9.6930568825714603E-2</c:v>
                </c:pt>
                <c:pt idx="40" formatCode="0%">
                  <c:v>0.74939972753817974</c:v>
                </c:pt>
                <c:pt idx="41" formatCode="0%">
                  <c:v>0.50652962786024347</c:v>
                </c:pt>
                <c:pt idx="43" formatCode="0%">
                  <c:v>0.64355835768986691</c:v>
                </c:pt>
                <c:pt idx="44" formatCode="0%">
                  <c:v>9.0047527989626536E-2</c:v>
                </c:pt>
                <c:pt idx="46" formatCode="0%">
                  <c:v>0.87744425829692507</c:v>
                </c:pt>
                <c:pt idx="47" formatCode="0%">
                  <c:v>0.45805798370513884</c:v>
                </c:pt>
                <c:pt idx="48" formatCode="0%">
                  <c:v>4.5313955367374356E-2</c:v>
                </c:pt>
                <c:pt idx="49" formatCode="0%">
                  <c:v>6.5082471231098183E-3</c:v>
                </c:pt>
                <c:pt idx="51" formatCode="0%">
                  <c:v>3.1891304600229466E-2</c:v>
                </c:pt>
                <c:pt idx="52" formatCode="0%">
                  <c:v>3.758726577872297E-2</c:v>
                </c:pt>
                <c:pt idx="53" formatCode="0%">
                  <c:v>0.24457267476516428</c:v>
                </c:pt>
                <c:pt idx="54" formatCode="0%">
                  <c:v>0.64356624050613798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Sheet1!$B$120</c:f>
              <c:strCache>
                <c:ptCount val="1"/>
                <c:pt idx="0">
                  <c:v>Un candidato del peronismo de Cristina Fernández de Kirchner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Sheet1!$C$118:$BE$118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Sheet1!$C$120:$BE$120</c:f>
              <c:numCache>
                <c:formatCode>General</c:formatCode>
                <c:ptCount val="55"/>
                <c:pt idx="0" formatCode="0%">
                  <c:v>0.17583955449341279</c:v>
                </c:pt>
                <c:pt idx="2" formatCode="0%">
                  <c:v>0.20348386791650244</c:v>
                </c:pt>
                <c:pt idx="3" formatCode="0%">
                  <c:v>0.14813143728787637</c:v>
                </c:pt>
                <c:pt idx="5" formatCode="0%">
                  <c:v>0.15462985494458398</c:v>
                </c:pt>
                <c:pt idx="6" formatCode="0%">
                  <c:v>0.16858145317759288</c:v>
                </c:pt>
                <c:pt idx="7" formatCode="0%">
                  <c:v>0.21626387111522136</c:v>
                </c:pt>
                <c:pt idx="8" formatCode="0%">
                  <c:v>0.16272010131789291</c:v>
                </c:pt>
                <c:pt idx="10" formatCode="0%">
                  <c:v>0.26322023021657881</c:v>
                </c:pt>
                <c:pt idx="11" formatCode="0%">
                  <c:v>0.18220794505174515</c:v>
                </c:pt>
                <c:pt idx="12" formatCode="0%">
                  <c:v>9.858077730737555E-2</c:v>
                </c:pt>
                <c:pt idx="14" formatCode="0%">
                  <c:v>0.2379722225860339</c:v>
                </c:pt>
                <c:pt idx="15" formatCode="0%">
                  <c:v>0.2327002345800317</c:v>
                </c:pt>
                <c:pt idx="16" formatCode="0%">
                  <c:v>3.6686043386028586E-2</c:v>
                </c:pt>
                <c:pt idx="17" formatCode="0%">
                  <c:v>0.15812356024699808</c:v>
                </c:pt>
                <c:pt idx="19" formatCode="0%">
                  <c:v>0.21026118756367673</c:v>
                </c:pt>
                <c:pt idx="20" formatCode="0%">
                  <c:v>0.11851922401671015</c:v>
                </c:pt>
                <c:pt idx="22" formatCode="0%">
                  <c:v>0.12263821983958298</c:v>
                </c:pt>
                <c:pt idx="23" formatCode="0%">
                  <c:v>0.28212672297614277</c:v>
                </c:pt>
                <c:pt idx="24" formatCode="0%">
                  <c:v>0.14185130800033666</c:v>
                </c:pt>
                <c:pt idx="25" formatCode="0%">
                  <c:v>0.14005230204969435</c:v>
                </c:pt>
                <c:pt idx="27" formatCode="0%">
                  <c:v>0.22529486833663431</c:v>
                </c:pt>
                <c:pt idx="28" formatCode="0%">
                  <c:v>0.19590942072682738</c:v>
                </c:pt>
                <c:pt idx="29" formatCode="0%">
                  <c:v>0.10451655508200561</c:v>
                </c:pt>
                <c:pt idx="31" formatCode="0%">
                  <c:v>9.4530755050372284E-2</c:v>
                </c:pt>
                <c:pt idx="32" formatCode="0%">
                  <c:v>0.46132312674301851</c:v>
                </c:pt>
                <c:pt idx="33" formatCode="0%">
                  <c:v>0.43382702219095715</c:v>
                </c:pt>
                <c:pt idx="34" formatCode="0%">
                  <c:v>2.9858116189003022E-2</c:v>
                </c:pt>
                <c:pt idx="35" formatCode="0%">
                  <c:v>2.1764525050343812E-3</c:v>
                </c:pt>
                <c:pt idx="36" formatCode="0%">
                  <c:v>4.6286186264185483E-3</c:v>
                </c:pt>
                <c:pt idx="38" formatCode="0%">
                  <c:v>0.17429196154394827</c:v>
                </c:pt>
                <c:pt idx="39" formatCode="0%">
                  <c:v>0.39795088816492702</c:v>
                </c:pt>
                <c:pt idx="40" formatCode="0%">
                  <c:v>3.0915551526255722E-2</c:v>
                </c:pt>
                <c:pt idx="41" formatCode="0%">
                  <c:v>9.9546971538130493E-3</c:v>
                </c:pt>
                <c:pt idx="43" formatCode="0%">
                  <c:v>4.8863023289973301E-2</c:v>
                </c:pt>
                <c:pt idx="44" formatCode="0%">
                  <c:v>0.35891938787901517</c:v>
                </c:pt>
                <c:pt idx="46" formatCode="0%">
                  <c:v>9.1717875035815539E-3</c:v>
                </c:pt>
                <c:pt idx="47" formatCode="0%">
                  <c:v>1.1175655037139414E-2</c:v>
                </c:pt>
                <c:pt idx="48" formatCode="0%">
                  <c:v>0.28773384715872929</c:v>
                </c:pt>
                <c:pt idx="49" formatCode="0%">
                  <c:v>0.39653999289543695</c:v>
                </c:pt>
                <c:pt idx="51" formatCode="0%">
                  <c:v>0.47792329203233713</c:v>
                </c:pt>
                <c:pt idx="52" formatCode="0%">
                  <c:v>0.27639031112676155</c:v>
                </c:pt>
                <c:pt idx="53" formatCode="0%">
                  <c:v>0.18534527372720599</c:v>
                </c:pt>
                <c:pt idx="54" formatCode="0%">
                  <c:v>1.6714906961575526E-2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Sheet1!$B$121</c:f>
              <c:strCache>
                <c:ptCount val="1"/>
                <c:pt idx="0">
                  <c:v>Un candidato del peronismo de Axel Kicillof</c:v>
                </c:pt>
              </c:strCache>
            </c:strRef>
          </c:tx>
          <c:spPr>
            <a:solidFill>
              <a:srgbClr val="1D73FC">
                <a:lumMod val="60000"/>
                <a:lumOff val="40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Sheet1!$C$118:$BE$118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Sheet1!$C$121:$BE$121</c:f>
              <c:numCache>
                <c:formatCode>General</c:formatCode>
                <c:ptCount val="55"/>
                <c:pt idx="0" formatCode="0%">
                  <c:v>0.13582495557401303</c:v>
                </c:pt>
                <c:pt idx="2" formatCode="0%">
                  <c:v>0.11659233093937417</c:v>
                </c:pt>
                <c:pt idx="3" formatCode="0%">
                  <c:v>0.15514724189784121</c:v>
                </c:pt>
                <c:pt idx="5" formatCode="0%">
                  <c:v>0.10455928095868455</c:v>
                </c:pt>
                <c:pt idx="6" formatCode="0%">
                  <c:v>6.1407724949364265E-2</c:v>
                </c:pt>
                <c:pt idx="7" formatCode="0%">
                  <c:v>0.16711065322986393</c:v>
                </c:pt>
                <c:pt idx="8" formatCode="0%">
                  <c:v>0.21988347873680036</c:v>
                </c:pt>
                <c:pt idx="10" formatCode="0%">
                  <c:v>0.15942387500126096</c:v>
                </c:pt>
                <c:pt idx="11" formatCode="0%">
                  <c:v>0.10620588070354628</c:v>
                </c:pt>
                <c:pt idx="12" formatCode="0%">
                  <c:v>0.15251456560496771</c:v>
                </c:pt>
                <c:pt idx="14" formatCode="0%">
                  <c:v>0.14920622927926991</c:v>
                </c:pt>
                <c:pt idx="15" formatCode="0%">
                  <c:v>0.13114007806798039</c:v>
                </c:pt>
                <c:pt idx="16" formatCode="0%">
                  <c:v>0.13843384364576353</c:v>
                </c:pt>
                <c:pt idx="17" formatCode="0%">
                  <c:v>7.5982009667542233E-2</c:v>
                </c:pt>
                <c:pt idx="19" formatCode="0%">
                  <c:v>0.15292487014161746</c:v>
                </c:pt>
                <c:pt idx="20" formatCode="0%">
                  <c:v>0.10734946888987804</c:v>
                </c:pt>
                <c:pt idx="22" formatCode="0%">
                  <c:v>0.24978338592532498</c:v>
                </c:pt>
                <c:pt idx="23" formatCode="0%">
                  <c:v>0.11822361252802233</c:v>
                </c:pt>
                <c:pt idx="24" formatCode="0%">
                  <c:v>0.10036786708111994</c:v>
                </c:pt>
                <c:pt idx="25" formatCode="0%">
                  <c:v>0.10386647855076435</c:v>
                </c:pt>
                <c:pt idx="27" formatCode="0%">
                  <c:v>0.15186701481201861</c:v>
                </c:pt>
                <c:pt idx="28" formatCode="0%">
                  <c:v>0.15553568599841311</c:v>
                </c:pt>
                <c:pt idx="29" formatCode="0%">
                  <c:v>9.0003062002576892E-2</c:v>
                </c:pt>
                <c:pt idx="31" formatCode="0%">
                  <c:v>6.8933888526296838E-2</c:v>
                </c:pt>
                <c:pt idx="32" formatCode="0%">
                  <c:v>0.33338673991228002</c:v>
                </c:pt>
                <c:pt idx="33" formatCode="0%">
                  <c:v>0.32718483922720309</c:v>
                </c:pt>
                <c:pt idx="34" formatCode="0%">
                  <c:v>1.1589174729924403E-2</c:v>
                </c:pt>
                <c:pt idx="35" formatCode="0%">
                  <c:v>2.8412750855906402E-2</c:v>
                </c:pt>
                <c:pt idx="36" formatCode="0%">
                  <c:v>1.6379575727069429E-2</c:v>
                </c:pt>
                <c:pt idx="38" formatCode="0%">
                  <c:v>0.15713761045695593</c:v>
                </c:pt>
                <c:pt idx="39" formatCode="0%">
                  <c:v>0.28233348653464835</c:v>
                </c:pt>
                <c:pt idx="40" formatCode="0%">
                  <c:v>4.3850753074990589E-2</c:v>
                </c:pt>
                <c:pt idx="41" formatCode="0%">
                  <c:v>8.5801210401352888E-3</c:v>
                </c:pt>
                <c:pt idx="43" formatCode="0%">
                  <c:v>3.4707340644346663E-2</c:v>
                </c:pt>
                <c:pt idx="44" formatCode="0%">
                  <c:v>0.25704247832255656</c:v>
                </c:pt>
                <c:pt idx="46" formatCode="0%">
                  <c:v>8.302055049021961E-3</c:v>
                </c:pt>
                <c:pt idx="47" formatCode="0%">
                  <c:v>2.2260837744455534E-2</c:v>
                </c:pt>
                <c:pt idx="48" formatCode="0%">
                  <c:v>0.11518235363767798</c:v>
                </c:pt>
                <c:pt idx="49" formatCode="0%">
                  <c:v>0.33679437993337485</c:v>
                </c:pt>
                <c:pt idx="51" formatCode="0%">
                  <c:v>0.28966743172309461</c:v>
                </c:pt>
                <c:pt idx="52" formatCode="0%">
                  <c:v>0.35058581308302711</c:v>
                </c:pt>
                <c:pt idx="53" formatCode="0%">
                  <c:v>5.9197602077656175E-2</c:v>
                </c:pt>
                <c:pt idx="54" formatCode="0%">
                  <c:v>1.1041343718683651E-2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Sheet1!$B$122</c:f>
              <c:strCache>
                <c:ptCount val="1"/>
                <c:pt idx="0">
                  <c:v>Un candidato del PRO de Mauricio Macri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Sheet1!$C$118:$BE$118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Sheet1!$C$122:$BE$122</c:f>
              <c:numCache>
                <c:formatCode>General</c:formatCode>
                <c:ptCount val="55"/>
                <c:pt idx="0" formatCode="0%">
                  <c:v>9.6404013183248885E-2</c:v>
                </c:pt>
                <c:pt idx="2" formatCode="0%">
                  <c:v>8.7657086313007115E-2</c:v>
                </c:pt>
                <c:pt idx="3" formatCode="0%">
                  <c:v>0.10519779805595214</c:v>
                </c:pt>
                <c:pt idx="5" formatCode="0%">
                  <c:v>0.16823150554652921</c:v>
                </c:pt>
                <c:pt idx="6" formatCode="0%">
                  <c:v>8.0252456489948859E-2</c:v>
                </c:pt>
                <c:pt idx="7" formatCode="0%">
                  <c:v>7.1191628936637802E-2</c:v>
                </c:pt>
                <c:pt idx="8" formatCode="0%">
                  <c:v>6.8839089731567202E-2</c:v>
                </c:pt>
                <c:pt idx="10" formatCode="0%">
                  <c:v>9.9475385029596797E-2</c:v>
                </c:pt>
                <c:pt idx="11" formatCode="0%">
                  <c:v>0.104974830807468</c:v>
                </c:pt>
                <c:pt idx="12" formatCode="0%">
                  <c:v>8.36858693946608E-2</c:v>
                </c:pt>
                <c:pt idx="14" formatCode="0%">
                  <c:v>0.16250904116534162</c:v>
                </c:pt>
                <c:pt idx="15" formatCode="0%">
                  <c:v>3.1245399957768774E-2</c:v>
                </c:pt>
                <c:pt idx="16" formatCode="0%">
                  <c:v>0.14216238357607469</c:v>
                </c:pt>
                <c:pt idx="17" formatCode="0%">
                  <c:v>4.0212158915262058E-2</c:v>
                </c:pt>
                <c:pt idx="19" formatCode="0%">
                  <c:v>5.5004873587695735E-2</c:v>
                </c:pt>
                <c:pt idx="20" formatCode="0%">
                  <c:v>0.16534357680663236</c:v>
                </c:pt>
                <c:pt idx="22" formatCode="0%">
                  <c:v>2.961827653423417E-2</c:v>
                </c:pt>
                <c:pt idx="23" formatCode="0%">
                  <c:v>6.2336897040281475E-2</c:v>
                </c:pt>
                <c:pt idx="24" formatCode="0%">
                  <c:v>0.24980434828945541</c:v>
                </c:pt>
                <c:pt idx="25" formatCode="0%">
                  <c:v>0.11539858423148792</c:v>
                </c:pt>
                <c:pt idx="27" formatCode="0%">
                  <c:v>7.2104868754066354E-2</c:v>
                </c:pt>
                <c:pt idx="28" formatCode="0%">
                  <c:v>7.2252989455154043E-2</c:v>
                </c:pt>
                <c:pt idx="29" formatCode="0%">
                  <c:v>0.17505691802623208</c:v>
                </c:pt>
                <c:pt idx="31" formatCode="0%">
                  <c:v>6.6989784617043524E-2</c:v>
                </c:pt>
                <c:pt idx="32" formatCode="0%">
                  <c:v>2.3211430065915011E-3</c:v>
                </c:pt>
                <c:pt idx="33" formatCode="0%">
                  <c:v>8.3987364331068445E-2</c:v>
                </c:pt>
                <c:pt idx="34" formatCode="0%">
                  <c:v>0.59158827564795369</c:v>
                </c:pt>
                <c:pt idx="35" formatCode="0%">
                  <c:v>0.34688404164309394</c:v>
                </c:pt>
                <c:pt idx="36" formatCode="0%">
                  <c:v>1.4180288173686863E-2</c:v>
                </c:pt>
                <c:pt idx="38" formatCode="0%">
                  <c:v>0.15508439732327173</c:v>
                </c:pt>
                <c:pt idx="39" formatCode="0%">
                  <c:v>3.2064618578252095E-2</c:v>
                </c:pt>
                <c:pt idx="40" formatCode="0%">
                  <c:v>5.2363181641125613E-2</c:v>
                </c:pt>
                <c:pt idx="41" formatCode="0%">
                  <c:v>0.25110057488836768</c:v>
                </c:pt>
                <c:pt idx="43" formatCode="0%">
                  <c:v>0.14062021005555633</c:v>
                </c:pt>
                <c:pt idx="44" formatCode="0%">
                  <c:v>9.0050259530277094E-2</c:v>
                </c:pt>
                <c:pt idx="46" formatCode="0%">
                  <c:v>7.5766664535280456E-2</c:v>
                </c:pt>
                <c:pt idx="47" formatCode="0%">
                  <c:v>0.21239341162664377</c:v>
                </c:pt>
                <c:pt idx="48" formatCode="0%">
                  <c:v>0.12911427322183411</c:v>
                </c:pt>
                <c:pt idx="49" formatCode="0%">
                  <c:v>3.0876216667815017E-2</c:v>
                </c:pt>
                <c:pt idx="51" formatCode="0%">
                  <c:v>4.3287831149483182E-2</c:v>
                </c:pt>
                <c:pt idx="52" formatCode="0%">
                  <c:v>9.0264463207361534E-2</c:v>
                </c:pt>
                <c:pt idx="53" formatCode="0%">
                  <c:v>7.9190436726015015E-2</c:v>
                </c:pt>
                <c:pt idx="54" formatCode="0%">
                  <c:v>0.12927201288082671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Sheet1!$B$123</c:f>
              <c:strCache>
                <c:ptCount val="1"/>
                <c:pt idx="0">
                  <c:v>Un candidato de la izquierda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Sheet1!$C$118:$BE$118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Sheet1!$C$123:$BE$123</c:f>
              <c:numCache>
                <c:formatCode>General</c:formatCode>
                <c:ptCount val="55"/>
                <c:pt idx="0" formatCode="0%">
                  <c:v>4.7490193357274703E-2</c:v>
                </c:pt>
                <c:pt idx="2" formatCode="0%">
                  <c:v>6.9413610502337103E-2</c:v>
                </c:pt>
                <c:pt idx="3" formatCode="0%">
                  <c:v>2.5500071153498331E-2</c:v>
                </c:pt>
                <c:pt idx="5" formatCode="0%">
                  <c:v>0.16524644138669436</c:v>
                </c:pt>
                <c:pt idx="6" formatCode="0%">
                  <c:v>1.1830599265165449E-2</c:v>
                </c:pt>
                <c:pt idx="7" formatCode="0%">
                  <c:v>4.8510170983888708E-3</c:v>
                </c:pt>
                <c:pt idx="8" formatCode="0%">
                  <c:v>1.4246192152095287E-2</c:v>
                </c:pt>
                <c:pt idx="10" formatCode="0%">
                  <c:v>1.1796453022500516E-3</c:v>
                </c:pt>
                <c:pt idx="11" formatCode="0%">
                  <c:v>8.8658782772184155E-2</c:v>
                </c:pt>
                <c:pt idx="12" formatCode="0%">
                  <c:v>3.5057516046937229E-2</c:v>
                </c:pt>
                <c:pt idx="14" formatCode="0%">
                  <c:v>7.8133903949882774E-2</c:v>
                </c:pt>
                <c:pt idx="15" formatCode="0%">
                  <c:v>5.690361155306798E-2</c:v>
                </c:pt>
                <c:pt idx="16" formatCode="0%">
                  <c:v>8.5108667984580815E-3</c:v>
                </c:pt>
                <c:pt idx="17" formatCode="0%">
                  <c:v>2.4042141276467553E-2</c:v>
                </c:pt>
                <c:pt idx="19" formatCode="0%">
                  <c:v>7.4710220281651779E-2</c:v>
                </c:pt>
                <c:pt idx="20" formatCode="0%">
                  <c:v>2.1622760064297928E-3</c:v>
                </c:pt>
                <c:pt idx="22" formatCode="0%">
                  <c:v>2.8244187060005393E-2</c:v>
                </c:pt>
                <c:pt idx="23" formatCode="0%">
                  <c:v>4.7449801205995852E-2</c:v>
                </c:pt>
                <c:pt idx="24" formatCode="0%">
                  <c:v>3.7393558466072524E-3</c:v>
                </c:pt>
                <c:pt idx="25" formatCode="0%">
                  <c:v>6.6684022537978352E-2</c:v>
                </c:pt>
                <c:pt idx="27" formatCode="0%">
                  <c:v>2.2043614109232283E-2</c:v>
                </c:pt>
                <c:pt idx="28" formatCode="0%">
                  <c:v>3.5855002171938183E-2</c:v>
                </c:pt>
                <c:pt idx="29" formatCode="0%">
                  <c:v>8.132819153009091E-2</c:v>
                </c:pt>
                <c:pt idx="31" formatCode="0%">
                  <c:v>6.1816318618472275E-2</c:v>
                </c:pt>
                <c:pt idx="32" formatCode="0%">
                  <c:v>0.10262055427138676</c:v>
                </c:pt>
                <c:pt idx="33" formatCode="0%">
                  <c:v>2.3715863580197769E-2</c:v>
                </c:pt>
                <c:pt idx="34" formatCode="0%">
                  <c:v>5.3003990363617484E-5</c:v>
                </c:pt>
                <c:pt idx="35" formatCode="0%">
                  <c:v>2.5191397876764309E-4</c:v>
                </c:pt>
                <c:pt idx="36" formatCode="0%">
                  <c:v>0</c:v>
                </c:pt>
                <c:pt idx="38" formatCode="0%">
                  <c:v>6.5960222990904024E-2</c:v>
                </c:pt>
                <c:pt idx="39" formatCode="0%">
                  <c:v>6.9254746242517373E-2</c:v>
                </c:pt>
                <c:pt idx="40" formatCode="0%">
                  <c:v>4.0598816444442284E-3</c:v>
                </c:pt>
                <c:pt idx="41" formatCode="0%">
                  <c:v>2.1242622016834126E-3</c:v>
                </c:pt>
                <c:pt idx="43" formatCode="0%">
                  <c:v>2.5943010952981043E-3</c:v>
                </c:pt>
                <c:pt idx="44" formatCode="0%">
                  <c:v>7.5124291079127048E-2</c:v>
                </c:pt>
                <c:pt idx="46" formatCode="0%">
                  <c:v>0</c:v>
                </c:pt>
                <c:pt idx="47" formatCode="0%">
                  <c:v>1.9239649389273062E-4</c:v>
                </c:pt>
                <c:pt idx="48" formatCode="0%">
                  <c:v>0.23385221760991584</c:v>
                </c:pt>
                <c:pt idx="49" formatCode="0%">
                  <c:v>3.1469682204789198E-2</c:v>
                </c:pt>
                <c:pt idx="51" formatCode="0%">
                  <c:v>8.423423237050795E-2</c:v>
                </c:pt>
                <c:pt idx="52" formatCode="0%">
                  <c:v>0.11323832346355635</c:v>
                </c:pt>
                <c:pt idx="53" formatCode="0%">
                  <c:v>9.5605276674854637E-3</c:v>
                </c:pt>
                <c:pt idx="54" formatCode="0%">
                  <c:v>1.9379155950522808E-2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Sheet1!$B$124</c:f>
              <c:strCache>
                <c:ptCount val="1"/>
                <c:pt idx="0">
                  <c:v>A un candidato del radicalismo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15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Sheet1!$C$118:$BE$118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Sheet1!$C$124:$BE$124</c:f>
              <c:numCache>
                <c:formatCode>General</c:formatCode>
                <c:ptCount val="55"/>
                <c:pt idx="0" formatCode="0%">
                  <c:v>3.6147278533046626E-2</c:v>
                </c:pt>
                <c:pt idx="2" formatCode="0%">
                  <c:v>3.2086321114322157E-2</c:v>
                </c:pt>
                <c:pt idx="3" formatCode="0%">
                  <c:v>4.0228477447986542E-2</c:v>
                </c:pt>
                <c:pt idx="5" formatCode="0%">
                  <c:v>5.2708088361834028E-2</c:v>
                </c:pt>
                <c:pt idx="6" formatCode="0%">
                  <c:v>6.2518710579721054E-2</c:v>
                </c:pt>
                <c:pt idx="7" formatCode="0%">
                  <c:v>5.8042362812309959E-3</c:v>
                </c:pt>
                <c:pt idx="8" formatCode="0%">
                  <c:v>2.1280605203085196E-2</c:v>
                </c:pt>
                <c:pt idx="10" formatCode="0%">
                  <c:v>1.6822405684075725E-2</c:v>
                </c:pt>
                <c:pt idx="11" formatCode="0%">
                  <c:v>1.0944591032186085E-2</c:v>
                </c:pt>
                <c:pt idx="12" formatCode="0%">
                  <c:v>8.1747356175881927E-2</c:v>
                </c:pt>
                <c:pt idx="14" formatCode="0%">
                  <c:v>2.4621979096079327E-2</c:v>
                </c:pt>
                <c:pt idx="15" formatCode="0%">
                  <c:v>5.5972153397675231E-3</c:v>
                </c:pt>
                <c:pt idx="16" formatCode="0%">
                  <c:v>6.2880413452186784E-2</c:v>
                </c:pt>
                <c:pt idx="17" formatCode="0%">
                  <c:v>0.188554905777676</c:v>
                </c:pt>
                <c:pt idx="19" formatCode="0%">
                  <c:v>3.6438114049085667E-2</c:v>
                </c:pt>
                <c:pt idx="20" formatCode="0%">
                  <c:v>3.5662967173975012E-2</c:v>
                </c:pt>
                <c:pt idx="22" formatCode="0%">
                  <c:v>0.11113828987718383</c:v>
                </c:pt>
                <c:pt idx="23" formatCode="0%">
                  <c:v>7.9906367403324574E-3</c:v>
                </c:pt>
                <c:pt idx="24" formatCode="0%">
                  <c:v>1.3523658989053366E-3</c:v>
                </c:pt>
                <c:pt idx="25" formatCode="0%">
                  <c:v>3.2025541689613975E-2</c:v>
                </c:pt>
                <c:pt idx="27" formatCode="0%">
                  <c:v>6.1187969775049533E-2</c:v>
                </c:pt>
                <c:pt idx="28" formatCode="0%">
                  <c:v>1.3015098110867639E-3</c:v>
                </c:pt>
                <c:pt idx="29" formatCode="0%">
                  <c:v>4.0133700015068267E-2</c:v>
                </c:pt>
                <c:pt idx="31" formatCode="0%">
                  <c:v>2.0878684352517874E-2</c:v>
                </c:pt>
                <c:pt idx="32" formatCode="0%">
                  <c:v>3.9867977324568322E-9</c:v>
                </c:pt>
                <c:pt idx="33" formatCode="0%">
                  <c:v>2.7055600118244942E-3</c:v>
                </c:pt>
                <c:pt idx="34" formatCode="0%">
                  <c:v>0</c:v>
                </c:pt>
                <c:pt idx="35" formatCode="0%">
                  <c:v>0.48315064476140746</c:v>
                </c:pt>
                <c:pt idx="36" formatCode="0%">
                  <c:v>4.056858225858135E-2</c:v>
                </c:pt>
                <c:pt idx="38" formatCode="0%">
                  <c:v>2.1765153945261587E-2</c:v>
                </c:pt>
                <c:pt idx="39" formatCode="0%">
                  <c:v>9.7549506170090106E-4</c:v>
                </c:pt>
                <c:pt idx="40" formatCode="0%">
                  <c:v>3.7878348677800731E-2</c:v>
                </c:pt>
                <c:pt idx="41" formatCode="0%">
                  <c:v>0.12056287608559474</c:v>
                </c:pt>
                <c:pt idx="43" formatCode="0%">
                  <c:v>5.723234915640555E-2</c:v>
                </c:pt>
                <c:pt idx="44" formatCode="0%">
                  <c:v>5.8280516541196091E-3</c:v>
                </c:pt>
                <c:pt idx="46" formatCode="0%">
                  <c:v>5.9288156862023879E-3</c:v>
                </c:pt>
                <c:pt idx="47" formatCode="0%">
                  <c:v>7.2778843962381504E-2</c:v>
                </c:pt>
                <c:pt idx="48" formatCode="0%">
                  <c:v>2.0628704292241302E-2</c:v>
                </c:pt>
                <c:pt idx="49" formatCode="0%">
                  <c:v>4.0525891305872544E-2</c:v>
                </c:pt>
                <c:pt idx="51" formatCode="0%">
                  <c:v>2.0704879606672427E-4</c:v>
                </c:pt>
                <c:pt idx="52" formatCode="0%">
                  <c:v>5.6110776873430487E-3</c:v>
                </c:pt>
                <c:pt idx="53" formatCode="0%">
                  <c:v>0.11080385206140826</c:v>
                </c:pt>
                <c:pt idx="54" formatCode="0%">
                  <c:v>3.7756783796976327E-2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924-45D0-9D23-927C5E7A58A2}"/>
            </c:ext>
          </c:extLst>
        </c:ser>
        <c:ser>
          <c:idx val="6"/>
          <c:order val="6"/>
          <c:tx>
            <c:strRef>
              <c:f>Sheet1!$B$125</c:f>
              <c:strCache>
                <c:ptCount val="1"/>
                <c:pt idx="0">
                  <c:v>Un candidato del peronismo federal de Miguel Pichetto, Juan Schiaretti y Florencio Randazzo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15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Sheet1!$C$118:$BE$118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Sheet1!$C$125:$BE$125</c:f>
              <c:numCache>
                <c:formatCode>General</c:formatCode>
                <c:ptCount val="55"/>
                <c:pt idx="0" formatCode="0%">
                  <c:v>2.8363252204082135E-2</c:v>
                </c:pt>
                <c:pt idx="2" formatCode="0%">
                  <c:v>3.1059988698817188E-2</c:v>
                </c:pt>
                <c:pt idx="3" formatCode="0%">
                  <c:v>2.566226705824827E-2</c:v>
                </c:pt>
                <c:pt idx="5" formatCode="0%">
                  <c:v>9.7085069890130282E-3</c:v>
                </c:pt>
                <c:pt idx="6" formatCode="0%">
                  <c:v>4.302513340365044E-2</c:v>
                </c:pt>
                <c:pt idx="7" formatCode="0%">
                  <c:v>2.1304566805510194E-2</c:v>
                </c:pt>
                <c:pt idx="8" formatCode="0%">
                  <c:v>3.7962485905794215E-2</c:v>
                </c:pt>
                <c:pt idx="10" formatCode="0%">
                  <c:v>1.5071108692984598E-2</c:v>
                </c:pt>
                <c:pt idx="11" formatCode="0%">
                  <c:v>4.0112821856204794E-2</c:v>
                </c:pt>
                <c:pt idx="12" formatCode="0%">
                  <c:v>2.4874753226363476E-2</c:v>
                </c:pt>
                <c:pt idx="14" formatCode="0%">
                  <c:v>1.4178468266773613E-2</c:v>
                </c:pt>
                <c:pt idx="15" formatCode="0%">
                  <c:v>4.5892035991039484E-2</c:v>
                </c:pt>
                <c:pt idx="16" formatCode="0%">
                  <c:v>2.094794364466368E-2</c:v>
                </c:pt>
                <c:pt idx="17" formatCode="0%">
                  <c:v>1.3316459055020668E-3</c:v>
                </c:pt>
                <c:pt idx="19" formatCode="0%">
                  <c:v>3.2510408836758493E-2</c:v>
                </c:pt>
                <c:pt idx="20" formatCode="0%">
                  <c:v>2.145723504218814E-2</c:v>
                </c:pt>
                <c:pt idx="22" formatCode="0%">
                  <c:v>1.8149375720646541E-2</c:v>
                </c:pt>
                <c:pt idx="23" formatCode="0%">
                  <c:v>2.6720774360787888E-2</c:v>
                </c:pt>
                <c:pt idx="24" formatCode="0%">
                  <c:v>1.0436583920333438E-3</c:v>
                </c:pt>
                <c:pt idx="25" formatCode="0%">
                  <c:v>1.0049559434272182E-2</c:v>
                </c:pt>
                <c:pt idx="27" formatCode="0%">
                  <c:v>1.899978604168355E-2</c:v>
                </c:pt>
                <c:pt idx="28" formatCode="0%">
                  <c:v>1.9748306030078745E-2</c:v>
                </c:pt>
                <c:pt idx="29" formatCode="0%">
                  <c:v>5.3376288020546567E-3</c:v>
                </c:pt>
                <c:pt idx="31" formatCode="0%">
                  <c:v>6.1661264291187567E-2</c:v>
                </c:pt>
                <c:pt idx="32" formatCode="0%">
                  <c:v>5.4051126905544722E-3</c:v>
                </c:pt>
                <c:pt idx="33" formatCode="0%">
                  <c:v>5.8420371249941871E-2</c:v>
                </c:pt>
                <c:pt idx="34" formatCode="0%">
                  <c:v>2.2290117855331818E-3</c:v>
                </c:pt>
                <c:pt idx="35" formatCode="0%">
                  <c:v>0</c:v>
                </c:pt>
                <c:pt idx="36" formatCode="0%">
                  <c:v>8.1479558185383475E-4</c:v>
                </c:pt>
                <c:pt idx="38" formatCode="0%">
                  <c:v>2.6096169843228819E-2</c:v>
                </c:pt>
                <c:pt idx="39" formatCode="0%">
                  <c:v>4.2110485006788358E-2</c:v>
                </c:pt>
                <c:pt idx="40" formatCode="0%">
                  <c:v>4.2724153151340013E-3</c:v>
                </c:pt>
                <c:pt idx="41" formatCode="0%">
                  <c:v>5.4127844768137737E-3</c:v>
                </c:pt>
                <c:pt idx="43" formatCode="0%">
                  <c:v>3.6057932378123015E-3</c:v>
                </c:pt>
                <c:pt idx="44" formatCode="0%">
                  <c:v>5.7797624099038526E-2</c:v>
                </c:pt>
                <c:pt idx="46" formatCode="0%">
                  <c:v>1.2355152567988853E-2</c:v>
                </c:pt>
                <c:pt idx="47" formatCode="0%">
                  <c:v>4.322022595604943E-3</c:v>
                </c:pt>
                <c:pt idx="48" formatCode="0%">
                  <c:v>8.3407665679058718E-2</c:v>
                </c:pt>
                <c:pt idx="49" formatCode="0%">
                  <c:v>3.5225891968726129E-2</c:v>
                </c:pt>
                <c:pt idx="51" formatCode="0%">
                  <c:v>2.0492941977261073E-3</c:v>
                </c:pt>
                <c:pt idx="52" formatCode="0%">
                  <c:v>3.9688317908580358E-2</c:v>
                </c:pt>
                <c:pt idx="53" formatCode="0%">
                  <c:v>0.10439169994865516</c:v>
                </c:pt>
                <c:pt idx="54" formatCode="0%">
                  <c:v>1.0256892234255542E-2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924-45D0-9D23-927C5E7A58A2}"/>
            </c:ext>
          </c:extLst>
        </c:ser>
        <c:ser>
          <c:idx val="7"/>
          <c:order val="7"/>
          <c:tx>
            <c:strRef>
              <c:f>Sheet1!$B$126</c:f>
              <c:strCache>
                <c:ptCount val="1"/>
                <c:pt idx="0">
                  <c:v>Otro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Sheet1!$C$118:$BE$118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Sheet1!$C$126:$BE$126</c:f>
              <c:numCache>
                <c:formatCode>General</c:formatCode>
                <c:ptCount val="55"/>
                <c:pt idx="0" formatCode="0%">
                  <c:v>2.1108690385630225E-2</c:v>
                </c:pt>
                <c:pt idx="2" formatCode="0%">
                  <c:v>1.7592901956959388E-2</c:v>
                </c:pt>
                <c:pt idx="3" formatCode="0%">
                  <c:v>2.4640215920796425E-2</c:v>
                </c:pt>
                <c:pt idx="5" formatCode="0%">
                  <c:v>0</c:v>
                </c:pt>
                <c:pt idx="6" formatCode="0%">
                  <c:v>1.5654101121724721E-2</c:v>
                </c:pt>
                <c:pt idx="7" formatCode="0%">
                  <c:v>2.6900208075828432E-2</c:v>
                </c:pt>
                <c:pt idx="8" formatCode="0%">
                  <c:v>4.266323602027134E-2</c:v>
                </c:pt>
                <c:pt idx="10" formatCode="0%">
                  <c:v>2.2929039010332206E-2</c:v>
                </c:pt>
                <c:pt idx="11" formatCode="0%">
                  <c:v>2.5813224696792047E-2</c:v>
                </c:pt>
                <c:pt idx="12" formatCode="0%">
                  <c:v>1.4020534894585735E-2</c:v>
                </c:pt>
                <c:pt idx="14" formatCode="0%">
                  <c:v>1.1758670775515958E-2</c:v>
                </c:pt>
                <c:pt idx="15" formatCode="0%">
                  <c:v>1.715218348090634E-2</c:v>
                </c:pt>
                <c:pt idx="16" formatCode="0%">
                  <c:v>3.3194827563928726E-2</c:v>
                </c:pt>
                <c:pt idx="17" formatCode="0%">
                  <c:v>3.6229140337325043E-2</c:v>
                </c:pt>
                <c:pt idx="19" formatCode="0%">
                  <c:v>1.56764368091672E-2</c:v>
                </c:pt>
                <c:pt idx="20" formatCode="0%">
                  <c:v>3.0154704257212041E-2</c:v>
                </c:pt>
                <c:pt idx="22" formatCode="0%">
                  <c:v>2.1374964202339329E-2</c:v>
                </c:pt>
                <c:pt idx="23" formatCode="0%">
                  <c:v>1.1786028243642966E-2</c:v>
                </c:pt>
                <c:pt idx="24" formatCode="0%">
                  <c:v>1.088810719864391E-2</c:v>
                </c:pt>
                <c:pt idx="25" formatCode="0%">
                  <c:v>2.4221535217470117E-2</c:v>
                </c:pt>
                <c:pt idx="27" formatCode="0%">
                  <c:v>5.9776043898612718E-3</c:v>
                </c:pt>
                <c:pt idx="28" formatCode="0%">
                  <c:v>2.6285105106067425E-2</c:v>
                </c:pt>
                <c:pt idx="29" formatCode="0%">
                  <c:v>2.3744264323165488E-2</c:v>
                </c:pt>
                <c:pt idx="31" formatCode="0%">
                  <c:v>4.9958947572172133E-2</c:v>
                </c:pt>
                <c:pt idx="32" formatCode="0%">
                  <c:v>8.7955471321776225E-5</c:v>
                </c:pt>
                <c:pt idx="33" formatCode="0%">
                  <c:v>1.3638279875510789E-2</c:v>
                </c:pt>
                <c:pt idx="34" formatCode="0%">
                  <c:v>1.4816100686600274E-2</c:v>
                </c:pt>
                <c:pt idx="35" formatCode="0%">
                  <c:v>1.2820763149028227E-5</c:v>
                </c:pt>
                <c:pt idx="36" formatCode="0%">
                  <c:v>0</c:v>
                </c:pt>
                <c:pt idx="38" formatCode="0%">
                  <c:v>2.9419853951337928E-2</c:v>
                </c:pt>
                <c:pt idx="39" formatCode="0%">
                  <c:v>4.1427027035057813E-3</c:v>
                </c:pt>
                <c:pt idx="40" formatCode="0%">
                  <c:v>1.4129459606881178E-2</c:v>
                </c:pt>
                <c:pt idx="41" formatCode="0%">
                  <c:v>1.3861790882750878E-2</c:v>
                </c:pt>
                <c:pt idx="43" formatCode="0%">
                  <c:v>1.107715139092851E-2</c:v>
                </c:pt>
                <c:pt idx="44" formatCode="0%">
                  <c:v>7.8272563149898097E-3</c:v>
                </c:pt>
                <c:pt idx="46" formatCode="0%">
                  <c:v>5.0644369131678021E-3</c:v>
                </c:pt>
                <c:pt idx="47" formatCode="0%">
                  <c:v>3.8589551860734636E-2</c:v>
                </c:pt>
                <c:pt idx="48" formatCode="0%">
                  <c:v>2.9415265627071509E-2</c:v>
                </c:pt>
                <c:pt idx="49" formatCode="0%">
                  <c:v>2.0269270674073591E-2</c:v>
                </c:pt>
                <c:pt idx="51" formatCode="0%">
                  <c:v>2.3113693984851908E-4</c:v>
                </c:pt>
                <c:pt idx="52" formatCode="0%">
                  <c:v>1.7670783390063463E-2</c:v>
                </c:pt>
                <c:pt idx="53" formatCode="0%">
                  <c:v>2.97167788807669E-2</c:v>
                </c:pt>
                <c:pt idx="54" formatCode="0%">
                  <c:v>1.9542949583529156E-2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6E7-47FB-B045-770D00C69544}"/>
            </c:ext>
          </c:extLst>
        </c:ser>
        <c:ser>
          <c:idx val="8"/>
          <c:order val="8"/>
          <c:tx>
            <c:strRef>
              <c:f>Sheet1!$B$127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Sheet1!$C$118:$BE$118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Sheet1!$C$127:$BE$127</c:f>
              <c:numCache>
                <c:formatCode>General</c:formatCode>
                <c:ptCount val="55"/>
                <c:pt idx="0" formatCode="0%">
                  <c:v>0.11423589728931677</c:v>
                </c:pt>
                <c:pt idx="2" formatCode="0%">
                  <c:v>0.11059517479913188</c:v>
                </c:pt>
                <c:pt idx="3" formatCode="0%">
                  <c:v>0.11790913410682315</c:v>
                </c:pt>
                <c:pt idx="5" formatCode="0%">
                  <c:v>9.6668050950654283E-2</c:v>
                </c:pt>
                <c:pt idx="6" formatCode="0%">
                  <c:v>0.12528966261226984</c:v>
                </c:pt>
                <c:pt idx="7" formatCode="0%">
                  <c:v>8.6270377697797843E-2</c:v>
                </c:pt>
                <c:pt idx="8" formatCode="0%">
                  <c:v>0.1491263854487869</c:v>
                </c:pt>
                <c:pt idx="10" formatCode="0%">
                  <c:v>0.10611733558385612</c:v>
                </c:pt>
                <c:pt idx="11" formatCode="0%">
                  <c:v>0.12761405610521623</c:v>
                </c:pt>
                <c:pt idx="12" formatCode="0%">
                  <c:v>0.10467333946759787</c:v>
                </c:pt>
                <c:pt idx="14" formatCode="0%">
                  <c:v>5.069021532229101E-2</c:v>
                </c:pt>
                <c:pt idx="15" formatCode="0%">
                  <c:v>0.14280118637015299</c:v>
                </c:pt>
                <c:pt idx="16" formatCode="0%">
                  <c:v>0.14249337466221743</c:v>
                </c:pt>
                <c:pt idx="17" formatCode="0%">
                  <c:v>7.0216614731625961E-3</c:v>
                </c:pt>
                <c:pt idx="19" formatCode="0%">
                  <c:v>0.13191158573607442</c:v>
                </c:pt>
                <c:pt idx="20" formatCode="0%">
                  <c:v>8.4801608070579834E-2</c:v>
                </c:pt>
                <c:pt idx="22" formatCode="0%">
                  <c:v>0.2175281328576015</c:v>
                </c:pt>
                <c:pt idx="23" formatCode="0%">
                  <c:v>0.12944777572685492</c:v>
                </c:pt>
                <c:pt idx="24" formatCode="0%">
                  <c:v>4.3644970363135333E-2</c:v>
                </c:pt>
                <c:pt idx="25" formatCode="0%">
                  <c:v>9.1110144838846149E-2</c:v>
                </c:pt>
                <c:pt idx="27" formatCode="0%">
                  <c:v>0.1329812553235985</c:v>
                </c:pt>
                <c:pt idx="28" formatCode="0%">
                  <c:v>0.12646110742643188</c:v>
                </c:pt>
                <c:pt idx="29" formatCode="0%">
                  <c:v>9.1813465228446217E-2</c:v>
                </c:pt>
                <c:pt idx="31" formatCode="0%">
                  <c:v>0.2650039481393604</c:v>
                </c:pt>
                <c:pt idx="32" formatCode="0%">
                  <c:v>5.8116566390299502E-2</c:v>
                </c:pt>
                <c:pt idx="33" formatCode="0%">
                  <c:v>5.4484678345599259E-2</c:v>
                </c:pt>
                <c:pt idx="34" formatCode="0%">
                  <c:v>4.0755062562675588E-2</c:v>
                </c:pt>
                <c:pt idx="35" formatCode="0%">
                  <c:v>1.2034946514639848E-2</c:v>
                </c:pt>
                <c:pt idx="36" formatCode="0%">
                  <c:v>9.5931653306702974E-3</c:v>
                </c:pt>
                <c:pt idx="38" formatCode="0%">
                  <c:v>0.15584302971030289</c:v>
                </c:pt>
                <c:pt idx="39" formatCode="0%">
                  <c:v>7.4237008881944788E-2</c:v>
                </c:pt>
                <c:pt idx="40" formatCode="0%">
                  <c:v>6.3130680975187883E-2</c:v>
                </c:pt>
                <c:pt idx="41" formatCode="0%">
                  <c:v>8.1873265410597362E-2</c:v>
                </c:pt>
                <c:pt idx="43" formatCode="0%">
                  <c:v>5.7741473439812147E-2</c:v>
                </c:pt>
                <c:pt idx="44" formatCode="0%">
                  <c:v>5.7363123131249388E-2</c:v>
                </c:pt>
                <c:pt idx="46" formatCode="0%">
                  <c:v>5.9668294478316562E-3</c:v>
                </c:pt>
                <c:pt idx="47" formatCode="0%">
                  <c:v>0.18022929697400852</c:v>
                </c:pt>
                <c:pt idx="48" formatCode="0%">
                  <c:v>5.5351717406096811E-2</c:v>
                </c:pt>
                <c:pt idx="49" formatCode="0%">
                  <c:v>0.10179042722680184</c:v>
                </c:pt>
                <c:pt idx="51" formatCode="0%">
                  <c:v>7.0508428190706199E-2</c:v>
                </c:pt>
                <c:pt idx="52" formatCode="0%">
                  <c:v>6.8963644354583353E-2</c:v>
                </c:pt>
                <c:pt idx="53" formatCode="0%">
                  <c:v>0.17722115414564255</c:v>
                </c:pt>
                <c:pt idx="54" formatCode="0%">
                  <c:v>0.11246971436749195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36E7-47FB-B045-770D00C695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4749424"/>
        <c:axId val="384755696"/>
      </c:barChart>
      <c:catAx>
        <c:axId val="384749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4755696"/>
        <c:crosses val="autoZero"/>
        <c:auto val="1"/>
        <c:lblAlgn val="ctr"/>
        <c:lblOffset val="100"/>
        <c:noMultiLvlLbl val="0"/>
      </c:catAx>
      <c:valAx>
        <c:axId val="3847556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4749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5885743418717228E-2"/>
          <c:y val="1.2987896053093547E-2"/>
          <c:w val="0.97503889483879402"/>
          <c:h val="0.11208006557763274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18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 algn="l">
              <a:defRPr/>
            </a:pPr>
            <a:r>
              <a:rPr lang="es-ES" sz="2400" b="1" i="0" baseline="0" dirty="0">
                <a:effectLst/>
                <a:latin typeface="HelveticaNeue Std"/>
              </a:rPr>
              <a:t>Y pensando en las elecciones legislativas, ¿cuán probable es para usted votar a…?</a:t>
            </a:r>
            <a:endParaRPr lang="es-AR" dirty="0"/>
          </a:p>
        </c:rich>
      </c:tx>
      <c:layout>
        <c:manualLayout>
          <c:xMode val="edge"/>
          <c:yMode val="edge"/>
          <c:x val="2.1464133566404729E-4"/>
          <c:y val="9.3951840989098343E-3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2.9102604169403486E-3"/>
          <c:y val="9.7180880689391957E-2"/>
          <c:w val="0.85408842314588851"/>
          <c:h val="0.728833533335472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Hoja1!$B$110</c:f>
              <c:strCache>
                <c:ptCount val="1"/>
                <c:pt idx="0">
                  <c:v>Muy probable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2400" b="1">
                    <a:solidFill>
                      <a:schemeClr val="bg1"/>
                    </a:solidFill>
                    <a:latin typeface="HelveticaNeue Std (Títulos)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Hoja1!$C$109:$G$109</c:f>
              <c:strCache>
                <c:ptCount val="5"/>
                <c:pt idx="0">
                  <c:v>Un candidato del peronismo de Cristina Fernández de Kirchner, Axel Kicillof y Sergio Massa</c:v>
                </c:pt>
                <c:pt idx="2">
                  <c:v>Un candidato de La Libertad Avanza de Javier Milei</c:v>
                </c:pt>
                <c:pt idx="3">
                  <c:v>Un candidato del PRO de Mauricio Macri</c:v>
                </c:pt>
                <c:pt idx="4">
                  <c:v>Un candidato del PRO de Mauricio Macri junto a La Libertad Avanza de Javier Milei</c:v>
                </c:pt>
              </c:strCache>
            </c:strRef>
          </c:cat>
          <c:val>
            <c:numRef>
              <c:f>Hoja1!$C$110:$G$110</c:f>
              <c:numCache>
                <c:formatCode>General</c:formatCode>
                <c:ptCount val="5"/>
                <c:pt idx="0" formatCode="0%">
                  <c:v>0.27798393891286755</c:v>
                </c:pt>
                <c:pt idx="2" formatCode="0%">
                  <c:v>0.32636321884741221</c:v>
                </c:pt>
                <c:pt idx="3" formatCode="0%">
                  <c:v>0.12555499884390023</c:v>
                </c:pt>
                <c:pt idx="4" formatCode="0%">
                  <c:v>0.29989656816032312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725-4682-998D-3F90B73FE402}"/>
            </c:ext>
          </c:extLst>
        </c:ser>
        <c:ser>
          <c:idx val="1"/>
          <c:order val="1"/>
          <c:tx>
            <c:strRef>
              <c:f>Hoja1!$B$111</c:f>
              <c:strCache>
                <c:ptCount val="1"/>
                <c:pt idx="0">
                  <c:v>Bastante probable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s-AR" sz="2400" b="1" i="0" u="none" strike="noStrike" kern="1200" baseline="0">
                    <a:solidFill>
                      <a:schemeClr val="bg1"/>
                    </a:solidFill>
                    <a:latin typeface="HelveticaNeue Std (Títulos)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Hoja1!$C$109:$G$109</c:f>
              <c:strCache>
                <c:ptCount val="5"/>
                <c:pt idx="0">
                  <c:v>Un candidato del peronismo de Cristina Fernández de Kirchner, Axel Kicillof y Sergio Massa</c:v>
                </c:pt>
                <c:pt idx="2">
                  <c:v>Un candidato de La Libertad Avanza de Javier Milei</c:v>
                </c:pt>
                <c:pt idx="3">
                  <c:v>Un candidato del PRO de Mauricio Macri</c:v>
                </c:pt>
                <c:pt idx="4">
                  <c:v>Un candidato del PRO de Mauricio Macri junto a La Libertad Avanza de Javier Milei</c:v>
                </c:pt>
              </c:strCache>
            </c:strRef>
          </c:cat>
          <c:val>
            <c:numRef>
              <c:f>Hoja1!$C$111:$G$111</c:f>
              <c:numCache>
                <c:formatCode>General</c:formatCode>
                <c:ptCount val="5"/>
                <c:pt idx="0" formatCode="0%">
                  <c:v>9.3148899805476762E-2</c:v>
                </c:pt>
                <c:pt idx="2" formatCode="0%">
                  <c:v>0.14676208950389502</c:v>
                </c:pt>
                <c:pt idx="3" formatCode="0%">
                  <c:v>0.13090501413837111</c:v>
                </c:pt>
                <c:pt idx="4" formatCode="0%">
                  <c:v>0.14871461397293784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F725-4682-998D-3F90B73FE402}"/>
            </c:ext>
          </c:extLst>
        </c:ser>
        <c:ser>
          <c:idx val="2"/>
          <c:order val="2"/>
          <c:tx>
            <c:strRef>
              <c:f>Hoja1!$B$112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s-AR" sz="2400" b="1" i="0" u="none" strike="noStrike" kern="1200" baseline="0">
                    <a:solidFill>
                      <a:schemeClr val="bg1"/>
                    </a:solidFill>
                    <a:latin typeface="HelveticaNeue Std (Títulos)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Hoja1!$C$109:$G$109</c:f>
              <c:strCache>
                <c:ptCount val="5"/>
                <c:pt idx="0">
                  <c:v>Un candidato del peronismo de Cristina Fernández de Kirchner, Axel Kicillof y Sergio Massa</c:v>
                </c:pt>
                <c:pt idx="2">
                  <c:v>Un candidato de La Libertad Avanza de Javier Milei</c:v>
                </c:pt>
                <c:pt idx="3">
                  <c:v>Un candidato del PRO de Mauricio Macri</c:v>
                </c:pt>
                <c:pt idx="4">
                  <c:v>Un candidato del PRO de Mauricio Macri junto a La Libertad Avanza de Javier Milei</c:v>
                </c:pt>
              </c:strCache>
            </c:strRef>
          </c:cat>
          <c:val>
            <c:numRef>
              <c:f>Hoja1!$C$112:$G$112</c:f>
              <c:numCache>
                <c:formatCode>General</c:formatCode>
                <c:ptCount val="5"/>
                <c:pt idx="0" formatCode="0%">
                  <c:v>3.8709300050343697E-2</c:v>
                </c:pt>
                <c:pt idx="2" formatCode="0%">
                  <c:v>6.3342601076729219E-2</c:v>
                </c:pt>
                <c:pt idx="3" formatCode="0%">
                  <c:v>7.1510547633849855E-2</c:v>
                </c:pt>
                <c:pt idx="4" formatCode="0%">
                  <c:v>5.1787972144961801E-2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F725-4682-998D-3F90B73FE402}"/>
            </c:ext>
          </c:extLst>
        </c:ser>
        <c:ser>
          <c:idx val="3"/>
          <c:order val="3"/>
          <c:tx>
            <c:strRef>
              <c:f>Hoja1!$B$113</c:f>
              <c:strCache>
                <c:ptCount val="1"/>
                <c:pt idx="0">
                  <c:v>Poco probable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s-AR" sz="2400" b="1" i="0" u="none" strike="noStrike" kern="1200" baseline="0">
                    <a:solidFill>
                      <a:schemeClr val="bg1"/>
                    </a:solidFill>
                    <a:latin typeface="HelveticaNeue Std (Títulos)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Hoja1!$C$109:$G$109</c:f>
              <c:strCache>
                <c:ptCount val="5"/>
                <c:pt idx="0">
                  <c:v>Un candidato del peronismo de Cristina Fernández de Kirchner, Axel Kicillof y Sergio Massa</c:v>
                </c:pt>
                <c:pt idx="2">
                  <c:v>Un candidato de La Libertad Avanza de Javier Milei</c:v>
                </c:pt>
                <c:pt idx="3">
                  <c:v>Un candidato del PRO de Mauricio Macri</c:v>
                </c:pt>
                <c:pt idx="4">
                  <c:v>Un candidato del PRO de Mauricio Macri junto a La Libertad Avanza de Javier Milei</c:v>
                </c:pt>
              </c:strCache>
            </c:strRef>
          </c:cat>
          <c:val>
            <c:numRef>
              <c:f>Hoja1!$C$113:$G$113</c:f>
              <c:numCache>
                <c:formatCode>General</c:formatCode>
                <c:ptCount val="5"/>
                <c:pt idx="0" formatCode="0%">
                  <c:v>9.2170046438048173E-2</c:v>
                </c:pt>
                <c:pt idx="2" formatCode="0%">
                  <c:v>9.6719285877346864E-2</c:v>
                </c:pt>
                <c:pt idx="3" formatCode="0%">
                  <c:v>0.25161442853348359</c:v>
                </c:pt>
                <c:pt idx="4" formatCode="0%">
                  <c:v>0.11399853603215657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F725-4682-998D-3F90B73FE402}"/>
            </c:ext>
          </c:extLst>
        </c:ser>
        <c:ser>
          <c:idx val="4"/>
          <c:order val="4"/>
          <c:tx>
            <c:strRef>
              <c:f>Hoja1!$B$114</c:f>
              <c:strCache>
                <c:ptCount val="1"/>
                <c:pt idx="0">
                  <c:v>Nunca lo votaría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0"/>
              <a:lstStyle/>
              <a:p>
                <a:pPr algn="ctr">
                  <a:defRPr lang="es-AR" sz="2400" b="1" i="0" u="none" strike="noStrike" kern="1200" baseline="0">
                    <a:solidFill>
                      <a:schemeClr val="bg1"/>
                    </a:solidFill>
                    <a:latin typeface="HelveticaNeue Std (Títulos)"/>
                    <a:ea typeface="+mn-ea"/>
                    <a:cs typeface="+mn-cs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Hoja1!$C$109:$G$109</c:f>
              <c:strCache>
                <c:ptCount val="5"/>
                <c:pt idx="0">
                  <c:v>Un candidato del peronismo de Cristina Fernández de Kirchner, Axel Kicillof y Sergio Massa</c:v>
                </c:pt>
                <c:pt idx="2">
                  <c:v>Un candidato de La Libertad Avanza de Javier Milei</c:v>
                </c:pt>
                <c:pt idx="3">
                  <c:v>Un candidato del PRO de Mauricio Macri</c:v>
                </c:pt>
                <c:pt idx="4">
                  <c:v>Un candidato del PRO de Mauricio Macri junto a La Libertad Avanza de Javier Milei</c:v>
                </c:pt>
              </c:strCache>
            </c:strRef>
          </c:cat>
          <c:val>
            <c:numRef>
              <c:f>Hoja1!$C$114:$G$114</c:f>
              <c:numCache>
                <c:formatCode>General</c:formatCode>
                <c:ptCount val="5"/>
                <c:pt idx="0" formatCode="0%">
                  <c:v>0.49798781479326543</c:v>
                </c:pt>
                <c:pt idx="2" formatCode="0%">
                  <c:v>0.36681280469461824</c:v>
                </c:pt>
                <c:pt idx="3" formatCode="0%">
                  <c:v>0.42041501085039651</c:v>
                </c:pt>
                <c:pt idx="4" formatCode="0%">
                  <c:v>0.3856023096896215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F725-4682-998D-3F90B73FE4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75"/>
        <c:axId val="384748640"/>
        <c:axId val="384749816"/>
      </c:barChart>
      <c:catAx>
        <c:axId val="384748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0" vert="horz" anchor="b" anchorCtr="1"/>
          <a:lstStyle/>
          <a:p>
            <a:pPr>
              <a:defRPr sz="2200" b="0" baseline="0">
                <a:latin typeface="HelveticaNeueLT Std (Cuerpo)"/>
              </a:defRPr>
            </a:pPr>
            <a:endParaRPr lang="es-AR"/>
          </a:p>
        </c:txPr>
        <c:crossAx val="384749816"/>
        <c:crosses val="autoZero"/>
        <c:auto val="0"/>
        <c:lblAlgn val="ctr"/>
        <c:lblOffset val="100"/>
        <c:tickLblSkip val="1"/>
        <c:noMultiLvlLbl val="0"/>
      </c:catAx>
      <c:valAx>
        <c:axId val="38474981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4748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6709795918839927"/>
          <c:y val="0.20156747919905316"/>
          <c:w val="0.1295087483266214"/>
          <c:h val="0.59016505470521641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aseline="0">
              <a:latin typeface="HelveticaNeueLT Std (Cuerpo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solidFill>
      <a:sysClr val="window" lastClr="FFFFFF"/>
    </a:solidFill>
    <a:ln w="12700" cap="flat" cmpd="sng" algn="ctr">
      <a:noFill/>
      <a:prstDash val="solid"/>
      <a:miter lim="800000"/>
    </a:ln>
    <a:effectLst/>
  </c:spPr>
  <c:txPr>
    <a:bodyPr/>
    <a:lstStyle/>
    <a:p>
      <a:pPr>
        <a:defRPr sz="1200">
          <a:solidFill>
            <a:sysClr val="windowText" lastClr="000000"/>
          </a:solidFill>
          <a:latin typeface="+mj-lt"/>
          <a:ea typeface="+mn-ea"/>
          <a:cs typeface="+mn-cs"/>
        </a:defRPr>
      </a:pPr>
      <a:endParaRPr lang="es-AR"/>
    </a:p>
  </c:txPr>
  <c:externalData r:id="rId2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 algn="l" rtl="0">
              <a:defRPr sz="2000" b="1" i="0" u="none" strike="noStrike" kern="1200" baseline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s-ES" sz="2000" b="1" i="0" baseline="0" dirty="0">
                <a:solidFill>
                  <a:schemeClr val="tx1"/>
                </a:solidFill>
                <a:effectLst/>
                <a:latin typeface="Helvetica Neue"/>
              </a:rPr>
              <a:t>¿Y cuán probable es para usted votar a </a:t>
            </a:r>
            <a:r>
              <a:rPr lang="es-ES" sz="2000" b="1" i="0" u="sng" baseline="0" dirty="0">
                <a:solidFill>
                  <a:schemeClr val="tx1"/>
                </a:solidFill>
                <a:effectLst/>
                <a:latin typeface="Helvetica Neue"/>
              </a:rPr>
              <a:t>un candidato del PRO de Mauricio </a:t>
            </a:r>
            <a:r>
              <a:rPr lang="es-ES" sz="2000" b="1" i="0" u="sng" baseline="0" dirty="0" err="1">
                <a:solidFill>
                  <a:schemeClr val="tx1"/>
                </a:solidFill>
                <a:effectLst/>
                <a:latin typeface="Helvetica Neue"/>
              </a:rPr>
              <a:t>Macri</a:t>
            </a:r>
            <a:r>
              <a:rPr lang="es-ES" sz="2000" b="1" i="0" baseline="0" dirty="0">
                <a:solidFill>
                  <a:schemeClr val="tx1"/>
                </a:solidFill>
                <a:effectLst/>
                <a:latin typeface="Helvetica Neue"/>
              </a:rPr>
              <a:t>?</a:t>
            </a:r>
            <a:endParaRPr lang="es-AR" sz="2000" dirty="0">
              <a:solidFill>
                <a:schemeClr val="tx1"/>
              </a:solidFill>
              <a:effectLst/>
              <a:latin typeface="Helvetica Neue"/>
            </a:endParaRPr>
          </a:p>
        </c:rich>
      </c:tx>
      <c:layout>
        <c:manualLayout>
          <c:xMode val="edge"/>
          <c:yMode val="edge"/>
          <c:x val="5.9103553735846536E-3"/>
          <c:y val="1.1115242504920613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.23287001101721996"/>
          <c:w val="0.98658649722349723"/>
          <c:h val="0.70545198798238173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'PyTE 2025'!$A$17</c:f>
              <c:strCache>
                <c:ptCount val="1"/>
                <c:pt idx="0">
                  <c:v>Muy probable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'PyTE 2025'!$B$16:$F$16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2025'!$B$17:$F$17</c:f>
              <c:numCache>
                <c:formatCode>0%</c:formatCode>
                <c:ptCount val="5"/>
                <c:pt idx="0">
                  <c:v>0.10202092346737171</c:v>
                </c:pt>
                <c:pt idx="1">
                  <c:v>9.6650641840956605E-2</c:v>
                </c:pt>
                <c:pt idx="2">
                  <c:v>0.10746133881247312</c:v>
                </c:pt>
                <c:pt idx="3">
                  <c:v>0.12008979290747109</c:v>
                </c:pt>
                <c:pt idx="4">
                  <c:v>0.12555499884390023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FFA7-4175-869C-D579EE941F63}"/>
            </c:ext>
          </c:extLst>
        </c:ser>
        <c:ser>
          <c:idx val="1"/>
          <c:order val="1"/>
          <c:tx>
            <c:strRef>
              <c:f>'PyTE 2025'!$A$18</c:f>
              <c:strCache>
                <c:ptCount val="1"/>
                <c:pt idx="0">
                  <c:v>Bastante probable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>
                    <a:solidFill>
                      <a:schemeClr val="bg1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'PyTE 2025'!$B$16:$F$16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2025'!$B$18:$F$18</c:f>
              <c:numCache>
                <c:formatCode>0%</c:formatCode>
                <c:ptCount val="5"/>
                <c:pt idx="0">
                  <c:v>0.1203743459097784</c:v>
                </c:pt>
                <c:pt idx="1">
                  <c:v>9.6141652456668628E-2</c:v>
                </c:pt>
                <c:pt idx="2">
                  <c:v>9.641688016462592E-2</c:v>
                </c:pt>
                <c:pt idx="3">
                  <c:v>0.14481894789982366</c:v>
                </c:pt>
                <c:pt idx="4">
                  <c:v>0.13090501413837111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FFA7-4175-869C-D579EE941F63}"/>
            </c:ext>
          </c:extLst>
        </c:ser>
        <c:ser>
          <c:idx val="2"/>
          <c:order val="2"/>
          <c:tx>
            <c:strRef>
              <c:f>'PyTE 2025'!$A$19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'PyTE 2025'!$B$16:$F$16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2025'!$B$19:$F$19</c:f>
              <c:numCache>
                <c:formatCode>0%</c:formatCode>
                <c:ptCount val="5"/>
                <c:pt idx="0">
                  <c:v>6.9765883828007386E-2</c:v>
                </c:pt>
                <c:pt idx="1">
                  <c:v>0.10733025443826567</c:v>
                </c:pt>
                <c:pt idx="2">
                  <c:v>7.6783092782917214E-2</c:v>
                </c:pt>
                <c:pt idx="3">
                  <c:v>7.3234496106961963E-2</c:v>
                </c:pt>
                <c:pt idx="4">
                  <c:v>7.1510547633849855E-2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FFA7-4175-869C-D579EE941F63}"/>
            </c:ext>
          </c:extLst>
        </c:ser>
        <c:ser>
          <c:idx val="3"/>
          <c:order val="3"/>
          <c:tx>
            <c:strRef>
              <c:f>'PyTE 2025'!$A$20</c:f>
              <c:strCache>
                <c:ptCount val="1"/>
                <c:pt idx="0">
                  <c:v>Poco probable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 rtl="0">
                  <a:defRPr lang="es-AR" sz="2000" b="1" i="0" u="none" strike="noStrike" kern="1200" baseline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'PyTE 2025'!$B$16:$F$16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2025'!$B$20:$F$20</c:f>
              <c:numCache>
                <c:formatCode>0%</c:formatCode>
                <c:ptCount val="5"/>
                <c:pt idx="0">
                  <c:v>0.2214968253206098</c:v>
                </c:pt>
                <c:pt idx="1">
                  <c:v>0.22904743926311619</c:v>
                </c:pt>
                <c:pt idx="2">
                  <c:v>0.21150922776568573</c:v>
                </c:pt>
                <c:pt idx="3">
                  <c:v>0.20521326814967317</c:v>
                </c:pt>
                <c:pt idx="4">
                  <c:v>0.25161442853348359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FFA7-4175-869C-D579EE941F63}"/>
            </c:ext>
          </c:extLst>
        </c:ser>
        <c:ser>
          <c:idx val="4"/>
          <c:order val="4"/>
          <c:tx>
            <c:strRef>
              <c:f>'PyTE 2025'!$A$21</c:f>
              <c:strCache>
                <c:ptCount val="1"/>
                <c:pt idx="0">
                  <c:v>Nunca lo votaría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'PyTE 2025'!$B$16:$F$16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2025'!$B$21:$F$21</c:f>
              <c:numCache>
                <c:formatCode>0%</c:formatCode>
                <c:ptCount val="5"/>
                <c:pt idx="0">
                  <c:v>0.48634202147423217</c:v>
                </c:pt>
                <c:pt idx="1">
                  <c:v>0.47083001200099245</c:v>
                </c:pt>
                <c:pt idx="2">
                  <c:v>0.50782946047429567</c:v>
                </c:pt>
                <c:pt idx="3">
                  <c:v>0.45664349493606404</c:v>
                </c:pt>
                <c:pt idx="4">
                  <c:v>0.42041501085039651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FFA7-4175-869C-D579EE941F6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384763928"/>
        <c:axId val="384757656"/>
      </c:barChart>
      <c:catAx>
        <c:axId val="38476392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0" vert="horz"/>
          <a:lstStyle/>
          <a:p>
            <a:pPr>
              <a:defRPr sz="2000" b="0" baseline="0">
                <a:solidFill>
                  <a:schemeClr val="tx1"/>
                </a:solidFill>
                <a:latin typeface="HelveticaNeue Std (Títulos)"/>
              </a:defRPr>
            </a:pPr>
            <a:endParaRPr lang="es-AR"/>
          </a:p>
        </c:txPr>
        <c:crossAx val="384757656"/>
        <c:crosses val="autoZero"/>
        <c:auto val="0"/>
        <c:lblAlgn val="ctr"/>
        <c:lblOffset val="100"/>
        <c:noMultiLvlLbl val="1"/>
      </c:catAx>
      <c:valAx>
        <c:axId val="38475765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4763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"/>
          <c:y val="0.10133274892704748"/>
          <c:w val="1"/>
          <c:h val="0.10284902649130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000" b="0" baseline="0">
              <a:solidFill>
                <a:schemeClr val="tx1"/>
              </a:solidFill>
              <a:latin typeface="HelveticaNeue Std (Títulos)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 algn="l" rtl="0">
              <a:defRPr sz="2000" b="1" i="0" u="none" strike="noStrike" kern="1200" baseline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s-ES" sz="2000" b="1" i="0" u="none" strike="noStrike" kern="1200" baseline="0" dirty="0">
                <a:solidFill>
                  <a:schemeClr val="tx1"/>
                </a:solidFill>
                <a:latin typeface="HelveticaNeue Std"/>
                <a:ea typeface="Roboto" panose="02000000000000000000" pitchFamily="2" charset="0"/>
                <a:cs typeface="Roboto" panose="02000000000000000000" pitchFamily="2" charset="0"/>
              </a:rPr>
              <a:t>¿Y cuán probable es para usted votar a </a:t>
            </a:r>
            <a:r>
              <a:rPr lang="es-ES" sz="2000" b="1" i="0" u="sng" strike="noStrike" kern="1200" baseline="0" dirty="0">
                <a:solidFill>
                  <a:schemeClr val="tx1"/>
                </a:solidFill>
                <a:latin typeface="HelveticaNeue Std"/>
                <a:ea typeface="Roboto" panose="02000000000000000000" pitchFamily="2" charset="0"/>
                <a:cs typeface="Roboto" panose="02000000000000000000" pitchFamily="2" charset="0"/>
              </a:rPr>
              <a:t>un candidato del peronismo/kirchnerismo de Cristina Fernández de Kirchner y Sergio Massa</a:t>
            </a:r>
            <a:r>
              <a:rPr lang="es-ES" sz="2000" b="1" i="0" u="none" strike="noStrike" kern="1200" baseline="0" dirty="0">
                <a:solidFill>
                  <a:schemeClr val="tx1"/>
                </a:solidFill>
                <a:latin typeface="HelveticaNeue Std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c:rich>
      </c:tx>
      <c:layout>
        <c:manualLayout>
          <c:xMode val="edge"/>
          <c:yMode val="edge"/>
          <c:x val="9.9426269104174606E-4"/>
          <c:y val="1.7989749354807205E-3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.23287001101721996"/>
          <c:w val="0.9767541936039128"/>
          <c:h val="0.70545198798238173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'PyTE 2025'!$A$10</c:f>
              <c:strCache>
                <c:ptCount val="1"/>
                <c:pt idx="0">
                  <c:v>Muy probable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'PyTE 2025'!$B$9:$F$9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2025'!$B$10:$F$10</c:f>
              <c:numCache>
                <c:formatCode>0%</c:formatCode>
                <c:ptCount val="5"/>
                <c:pt idx="0">
                  <c:v>0.23502556671428693</c:v>
                </c:pt>
                <c:pt idx="1">
                  <c:v>0.30149007131670308</c:v>
                </c:pt>
                <c:pt idx="2">
                  <c:v>0.31250635368103624</c:v>
                </c:pt>
                <c:pt idx="3">
                  <c:v>0.29525039861993296</c:v>
                </c:pt>
                <c:pt idx="4">
                  <c:v>0.27798393891286755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944-4324-8CE6-EE34198837FE}"/>
            </c:ext>
          </c:extLst>
        </c:ser>
        <c:ser>
          <c:idx val="1"/>
          <c:order val="1"/>
          <c:tx>
            <c:strRef>
              <c:f>'PyTE 2025'!$A$11</c:f>
              <c:strCache>
                <c:ptCount val="1"/>
                <c:pt idx="0">
                  <c:v>Bastante probable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>
                    <a:solidFill>
                      <a:schemeClr val="bg1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'PyTE 2025'!$B$9:$F$9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2025'!$B$11:$F$11</c:f>
              <c:numCache>
                <c:formatCode>0%</c:formatCode>
                <c:ptCount val="5"/>
                <c:pt idx="0">
                  <c:v>0.16804061496777922</c:v>
                </c:pt>
                <c:pt idx="1">
                  <c:v>0.15304752312050099</c:v>
                </c:pt>
                <c:pt idx="2">
                  <c:v>0.14389408956379995</c:v>
                </c:pt>
                <c:pt idx="3">
                  <c:v>0.10716183983238375</c:v>
                </c:pt>
                <c:pt idx="4">
                  <c:v>9.3148899805476762E-2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944-4324-8CE6-EE34198837FE}"/>
            </c:ext>
          </c:extLst>
        </c:ser>
        <c:ser>
          <c:idx val="2"/>
          <c:order val="2"/>
          <c:tx>
            <c:strRef>
              <c:f>'PyTE 2025'!$A$12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'PyTE 2025'!$B$9:$F$9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2025'!$B$12:$F$12</c:f>
              <c:numCache>
                <c:formatCode>0%</c:formatCode>
                <c:ptCount val="5"/>
                <c:pt idx="0">
                  <c:v>8.7921232419514161E-2</c:v>
                </c:pt>
                <c:pt idx="1">
                  <c:v>8.0998768411549835E-2</c:v>
                </c:pt>
                <c:pt idx="2">
                  <c:v>5.2894802440475515E-2</c:v>
                </c:pt>
                <c:pt idx="3">
                  <c:v>5.0309121010912568E-2</c:v>
                </c:pt>
                <c:pt idx="4">
                  <c:v>3.8709300050343697E-2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8944-4324-8CE6-EE34198837FE}"/>
            </c:ext>
          </c:extLst>
        </c:ser>
        <c:ser>
          <c:idx val="3"/>
          <c:order val="3"/>
          <c:tx>
            <c:strRef>
              <c:f>'PyTE 2025'!$A$13</c:f>
              <c:strCache>
                <c:ptCount val="1"/>
                <c:pt idx="0">
                  <c:v>Poco probable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 rtl="0">
                  <a:defRPr lang="es-AR" sz="2000" b="1" i="0" u="none" strike="noStrike" kern="1200" baseline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'PyTE 2025'!$B$9:$F$9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2025'!$B$13:$F$13</c:f>
              <c:numCache>
                <c:formatCode>0%</c:formatCode>
                <c:ptCount val="5"/>
                <c:pt idx="0">
                  <c:v>7.880361353972222E-2</c:v>
                </c:pt>
                <c:pt idx="1">
                  <c:v>9.7555159543383715E-2</c:v>
                </c:pt>
                <c:pt idx="2">
                  <c:v>5.0770412070168393E-2</c:v>
                </c:pt>
                <c:pt idx="3">
                  <c:v>4.9905359322141664E-2</c:v>
                </c:pt>
                <c:pt idx="4">
                  <c:v>9.2170046438048173E-2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8944-4324-8CE6-EE34198837FE}"/>
            </c:ext>
          </c:extLst>
        </c:ser>
        <c:ser>
          <c:idx val="4"/>
          <c:order val="4"/>
          <c:tx>
            <c:strRef>
              <c:f>'PyTE 2025'!$A$14</c:f>
              <c:strCache>
                <c:ptCount val="1"/>
                <c:pt idx="0">
                  <c:v>Nunca lo votaría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'PyTE 2025'!$B$9:$F$9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2025'!$B$14:$F$14</c:f>
              <c:numCache>
                <c:formatCode>0%</c:formatCode>
                <c:ptCount val="5"/>
                <c:pt idx="0">
                  <c:v>0.43020897235869687</c:v>
                </c:pt>
                <c:pt idx="1">
                  <c:v>0.36690847760786194</c:v>
                </c:pt>
                <c:pt idx="2">
                  <c:v>0.43993434224451877</c:v>
                </c:pt>
                <c:pt idx="3">
                  <c:v>0.49737328121462471</c:v>
                </c:pt>
                <c:pt idx="4">
                  <c:v>0.49798781479326543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8944-4324-8CE6-EE34198837F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384763144"/>
        <c:axId val="384758832"/>
      </c:barChart>
      <c:catAx>
        <c:axId val="38476314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0" vert="horz"/>
          <a:lstStyle/>
          <a:p>
            <a:pPr>
              <a:defRPr sz="2000" b="0" baseline="0">
                <a:solidFill>
                  <a:schemeClr val="tx1"/>
                </a:solidFill>
                <a:latin typeface="HelveticaNeue Std (Títulos)"/>
              </a:defRPr>
            </a:pPr>
            <a:endParaRPr lang="es-AR"/>
          </a:p>
        </c:txPr>
        <c:crossAx val="384758832"/>
        <c:crosses val="autoZero"/>
        <c:auto val="0"/>
        <c:lblAlgn val="ctr"/>
        <c:lblOffset val="100"/>
        <c:noMultiLvlLbl val="1"/>
      </c:catAx>
      <c:valAx>
        <c:axId val="38475883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4763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"/>
          <c:y val="0.10133274892704748"/>
          <c:w val="1"/>
          <c:h val="0.10284902649130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000" b="0" baseline="0">
              <a:solidFill>
                <a:schemeClr val="tx1"/>
              </a:solidFill>
              <a:latin typeface="HelveticaNeue Std (Títulos)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 algn="l" rtl="0">
              <a:defRPr sz="2000" b="1" i="0" u="none" strike="noStrike" kern="1200" baseline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s-ES" sz="2000" b="1" i="0" u="none" strike="noStrike" kern="1200" baseline="0" dirty="0">
                <a:solidFill>
                  <a:schemeClr val="tx1"/>
                </a:solidFill>
                <a:latin typeface="HelveticaNeue Std"/>
                <a:ea typeface="Roboto" panose="02000000000000000000" pitchFamily="2" charset="0"/>
                <a:cs typeface="Roboto" panose="02000000000000000000" pitchFamily="2" charset="0"/>
              </a:rPr>
              <a:t>Y pensando en las elecciones legislativas en 2025, ¿cuán probable es para usted votar a </a:t>
            </a:r>
            <a:r>
              <a:rPr lang="es-ES" sz="2000" b="1" i="0" u="sng" strike="noStrike" kern="1200" baseline="0" dirty="0">
                <a:solidFill>
                  <a:schemeClr val="tx1"/>
                </a:solidFill>
                <a:latin typeface="HelveticaNeue Std"/>
                <a:ea typeface="Roboto" panose="02000000000000000000" pitchFamily="2" charset="0"/>
                <a:cs typeface="Roboto" panose="02000000000000000000" pitchFamily="2" charset="0"/>
              </a:rPr>
              <a:t>un candidato de La Libertad Avanza de Javier Milei</a:t>
            </a:r>
            <a:r>
              <a:rPr lang="es-ES" sz="2000" b="1" i="0" u="none" strike="noStrike" kern="1200" baseline="0" dirty="0">
                <a:solidFill>
                  <a:schemeClr val="tx1"/>
                </a:solidFill>
                <a:latin typeface="HelveticaNeue Std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c:rich>
      </c:tx>
      <c:layout>
        <c:manualLayout>
          <c:xMode val="edge"/>
          <c:yMode val="edge"/>
          <c:x val="9.9426269104174606E-4"/>
          <c:y val="1.7989749354807205E-3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"/>
          <c:y val="0.23287001101721996"/>
          <c:w val="0.95975949167049202"/>
          <c:h val="0.70545198798238173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'PyTE 2025'!$A$3</c:f>
              <c:strCache>
                <c:ptCount val="1"/>
                <c:pt idx="0">
                  <c:v>Muy probable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'PyTE 2025'!$B$2:$F$2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2025'!$B$3:$F$3</c:f>
              <c:numCache>
                <c:formatCode>0%</c:formatCode>
                <c:ptCount val="5"/>
                <c:pt idx="0">
                  <c:v>0.31108421799140262</c:v>
                </c:pt>
                <c:pt idx="1">
                  <c:v>0.22880866034013658</c:v>
                </c:pt>
                <c:pt idx="2">
                  <c:v>0.27001914010758704</c:v>
                </c:pt>
                <c:pt idx="3">
                  <c:v>0.31708009222008343</c:v>
                </c:pt>
                <c:pt idx="4">
                  <c:v>0.32636321884741221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697-4D7B-A90F-36B78760928A}"/>
            </c:ext>
          </c:extLst>
        </c:ser>
        <c:ser>
          <c:idx val="1"/>
          <c:order val="1"/>
          <c:tx>
            <c:strRef>
              <c:f>'PyTE 2025'!$A$4</c:f>
              <c:strCache>
                <c:ptCount val="1"/>
                <c:pt idx="0">
                  <c:v>Bastante probable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>
                    <a:solidFill>
                      <a:schemeClr val="bg1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'PyTE 2025'!$B$2:$F$2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2025'!$B$4:$F$4</c:f>
              <c:numCache>
                <c:formatCode>0%</c:formatCode>
                <c:ptCount val="5"/>
                <c:pt idx="0">
                  <c:v>9.7466296099334035E-2</c:v>
                </c:pt>
                <c:pt idx="1">
                  <c:v>0.12079990368189844</c:v>
                </c:pt>
                <c:pt idx="2">
                  <c:v>0.11348620622378368</c:v>
                </c:pt>
                <c:pt idx="3">
                  <c:v>0.10857594100760716</c:v>
                </c:pt>
                <c:pt idx="4">
                  <c:v>0.14676208950389502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697-4D7B-A90F-36B78760928A}"/>
            </c:ext>
          </c:extLst>
        </c:ser>
        <c:ser>
          <c:idx val="2"/>
          <c:order val="2"/>
          <c:tx>
            <c:strRef>
              <c:f>'PyTE 2025'!$A$5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'PyTE 2025'!$B$2:$F$2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2025'!$B$5:$F$5</c:f>
              <c:numCache>
                <c:formatCode>0%</c:formatCode>
                <c:ptCount val="5"/>
                <c:pt idx="0">
                  <c:v>8.514228562959246E-2</c:v>
                </c:pt>
                <c:pt idx="1">
                  <c:v>0.10830209757054689</c:v>
                </c:pt>
                <c:pt idx="2">
                  <c:v>4.9503878745843582E-2</c:v>
                </c:pt>
                <c:pt idx="3">
                  <c:v>5.7465644233960902E-2</c:v>
                </c:pt>
                <c:pt idx="4">
                  <c:v>6.3342601076729219E-2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697-4D7B-A90F-36B78760928A}"/>
            </c:ext>
          </c:extLst>
        </c:ser>
        <c:ser>
          <c:idx val="3"/>
          <c:order val="3"/>
          <c:tx>
            <c:strRef>
              <c:f>'PyTE 2025'!$A$6</c:f>
              <c:strCache>
                <c:ptCount val="1"/>
                <c:pt idx="0">
                  <c:v>Poco probable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 rtl="0">
                  <a:defRPr lang="es-AR" sz="2000" b="1" i="0" u="none" strike="noStrike" kern="1200" baseline="0">
                    <a:solidFill>
                      <a:prstClr val="white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'PyTE 2025'!$B$2:$F$2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2025'!$B$6:$F$6</c:f>
              <c:numCache>
                <c:formatCode>0%</c:formatCode>
                <c:ptCount val="5"/>
                <c:pt idx="0">
                  <c:v>9.8920817879262046E-2</c:v>
                </c:pt>
                <c:pt idx="1">
                  <c:v>0.11014085892193881</c:v>
                </c:pt>
                <c:pt idx="2">
                  <c:v>6.9911878042013154E-2</c:v>
                </c:pt>
                <c:pt idx="3">
                  <c:v>6.3371578264328793E-2</c:v>
                </c:pt>
                <c:pt idx="4">
                  <c:v>9.6719285877346864E-2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697-4D7B-A90F-36B78760928A}"/>
            </c:ext>
          </c:extLst>
        </c:ser>
        <c:ser>
          <c:idx val="4"/>
          <c:order val="4"/>
          <c:tx>
            <c:strRef>
              <c:f>'PyTE 2025'!$A$7</c:f>
              <c:strCache>
                <c:ptCount val="1"/>
                <c:pt idx="0">
                  <c:v>Nunca lo votaría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'PyTE 2025'!$B$2:$F$2</c:f>
              <c:numCache>
                <c:formatCode>mmm\-yy</c:formatCode>
                <c:ptCount val="5"/>
                <c:pt idx="0">
                  <c:v>45444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'PyTE 2025'!$B$7:$F$7</c:f>
              <c:numCache>
                <c:formatCode>0%</c:formatCode>
                <c:ptCount val="5"/>
                <c:pt idx="0">
                  <c:v>0.40738638240040825</c:v>
                </c:pt>
                <c:pt idx="1">
                  <c:v>0.43194847948547904</c:v>
                </c:pt>
                <c:pt idx="2">
                  <c:v>0.49707889688076923</c:v>
                </c:pt>
                <c:pt idx="3">
                  <c:v>0.45350674427401289</c:v>
                </c:pt>
                <c:pt idx="4">
                  <c:v>0.36681280469461824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697-4D7B-A90F-36B78760928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384760400"/>
        <c:axId val="384758440"/>
      </c:barChart>
      <c:catAx>
        <c:axId val="384760400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0" vert="horz"/>
          <a:lstStyle/>
          <a:p>
            <a:pPr>
              <a:defRPr sz="2000" b="0" baseline="0">
                <a:solidFill>
                  <a:schemeClr val="tx1"/>
                </a:solidFill>
                <a:latin typeface="HelveticaNeue Std (Títulos)"/>
              </a:defRPr>
            </a:pPr>
            <a:endParaRPr lang="es-AR"/>
          </a:p>
        </c:txPr>
        <c:crossAx val="384758440"/>
        <c:crosses val="autoZero"/>
        <c:auto val="0"/>
        <c:lblAlgn val="ctr"/>
        <c:lblOffset val="100"/>
        <c:noMultiLvlLbl val="1"/>
      </c:catAx>
      <c:valAx>
        <c:axId val="38475844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4760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"/>
          <c:y val="0.10133274892704748"/>
          <c:w val="1"/>
          <c:h val="0.10284902649130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000" b="0" baseline="0">
              <a:solidFill>
                <a:schemeClr val="tx1"/>
              </a:solidFill>
              <a:latin typeface="HelveticaNeue Std (Títulos)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lang="es-ES" sz="2400" b="1" i="0" u="none" strike="noStrike" kern="1200" spc="0" baseline="0" dirty="0" smtClean="0">
                <a:solidFill>
                  <a:srgbClr val="000000"/>
                </a:solidFill>
                <a:effectLst/>
                <a:latin typeface="HelveticaNeue Std"/>
                <a:ea typeface="+mn-ea"/>
                <a:cs typeface="+mn-cs"/>
              </a:defRPr>
            </a:pPr>
            <a:r>
              <a:rPr lang="es-ES" sz="2400" b="1" i="0" u="none" strike="noStrike" kern="1200" spc="0" baseline="0" dirty="0">
                <a:solidFill>
                  <a:srgbClr val="000000"/>
                </a:solidFill>
                <a:effectLst/>
                <a:latin typeface="HelveticaNeue Std"/>
                <a:ea typeface="+mn-ea"/>
                <a:cs typeface="+mn-cs"/>
              </a:rPr>
              <a:t>¿Cómo cree que es el rumbo del gobierno nacional de Javier </a:t>
            </a:r>
            <a:r>
              <a:rPr lang="es-ES" sz="2400" b="1" i="0" u="none" strike="noStrike" kern="1200" spc="0" baseline="0" dirty="0" err="1">
                <a:solidFill>
                  <a:srgbClr val="000000"/>
                </a:solidFill>
                <a:effectLst/>
                <a:latin typeface="HelveticaNeue Std"/>
                <a:ea typeface="+mn-ea"/>
                <a:cs typeface="+mn-cs"/>
              </a:rPr>
              <a:t>Milei</a:t>
            </a:r>
            <a:r>
              <a:rPr lang="es-ES" sz="2400" b="1" i="0" u="none" strike="noStrike" kern="1200" spc="0" baseline="0" dirty="0">
                <a:solidFill>
                  <a:srgbClr val="000000"/>
                </a:solidFill>
                <a:effectLst/>
                <a:latin typeface="HelveticaNeue Std"/>
                <a:ea typeface="+mn-ea"/>
                <a:cs typeface="+mn-cs"/>
              </a:rPr>
              <a:t>?</a:t>
            </a:r>
          </a:p>
        </c:rich>
      </c:tx>
      <c:layout>
        <c:manualLayout>
          <c:xMode val="edge"/>
          <c:yMode val="edge"/>
          <c:x val="1.4796892828794995E-2"/>
          <c:y val="1.75399764144863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lang="es-ES" sz="2400" b="1" i="0" u="none" strike="noStrike" kern="1200" spc="0" baseline="0" dirty="0" smtClean="0">
              <a:solidFill>
                <a:srgbClr val="000000"/>
              </a:solidFill>
              <a:effectLst/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1.1243034472276517E-3"/>
          <c:y val="0.23448978096114284"/>
          <c:w val="0.99887573772519167"/>
          <c:h val="0.7644398661474219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C1B8-435D-A805-D925B20E9D93}"/>
              </c:ext>
            </c:extLst>
          </c:dPt>
          <c:dPt>
            <c:idx val="1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C1B8-435D-A805-D925B20E9D93}"/>
              </c:ext>
            </c:extLst>
          </c:dPt>
          <c:dPt>
            <c:idx val="2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C1B8-435D-A805-D925B20E9D93}"/>
              </c:ext>
            </c:extLst>
          </c:dPt>
          <c:dPt>
            <c:idx val="3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C1B8-435D-A805-D925B20E9D93}"/>
              </c:ext>
            </c:extLst>
          </c:dPt>
          <c:dPt>
            <c:idx val="4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C1B8-435D-A805-D925B20E9D93}"/>
              </c:ext>
            </c:extLst>
          </c:dPt>
          <c:dPt>
            <c:idx val="5"/>
            <c:invertIfNegative val="0"/>
            <c:bubble3D val="0"/>
            <c:spPr>
              <a:solidFill>
                <a:srgbClr val="B31C59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C1B8-435D-A805-D925B20E9D93}"/>
              </c:ext>
            </c:extLst>
          </c:dPt>
          <c:dPt>
            <c:idx val="6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C1B8-435D-A805-D925B20E9D93}"/>
              </c:ext>
            </c:extLst>
          </c:dPt>
          <c:dPt>
            <c:idx val="7"/>
            <c:invertIfNegative val="0"/>
            <c:bubble3D val="0"/>
            <c:spPr>
              <a:solidFill>
                <a:srgbClr val="007F48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C1B8-435D-A805-D925B20E9D93}"/>
              </c:ext>
            </c:extLst>
          </c:dPt>
          <c:dPt>
            <c:idx val="8"/>
            <c:invertIfNegative val="0"/>
            <c:bubble3D val="0"/>
            <c:spPr>
              <a:solidFill>
                <a:srgbClr val="03BD85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1-C1B8-435D-A805-D925B20E9D93}"/>
              </c:ext>
            </c:extLst>
          </c:dPt>
          <c:dPt>
            <c:idx val="9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3-C1B8-435D-A805-D925B20E9D9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Hoja1!$B$272:$B$274</c:f>
              <c:strCache>
                <c:ptCount val="3"/>
                <c:pt idx="0">
                  <c:v>Está en el rumbo correcto</c:v>
                </c:pt>
                <c:pt idx="1">
                  <c:v>Está en el rumbo incorrecto</c:v>
                </c:pt>
                <c:pt idx="2">
                  <c:v>No sabe</c:v>
                </c:pt>
              </c:strCache>
            </c:strRef>
          </c:cat>
          <c:val>
            <c:numRef>
              <c:f>Hoja1!$C$272:$C$274</c:f>
              <c:numCache>
                <c:formatCode>0%</c:formatCode>
                <c:ptCount val="3"/>
                <c:pt idx="0">
                  <c:v>0.44311591830038288</c:v>
                </c:pt>
                <c:pt idx="1">
                  <c:v>0.45524550397031432</c:v>
                </c:pt>
                <c:pt idx="2">
                  <c:v>0.10163857772930317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4-C1B8-435D-A805-D925B20E9D9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27"/>
        <c:axId val="384760792"/>
        <c:axId val="384759224"/>
      </c:barChart>
      <c:catAx>
        <c:axId val="384760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384759224"/>
        <c:crosses val="autoZero"/>
        <c:auto val="1"/>
        <c:lblAlgn val="ctr"/>
        <c:lblOffset val="100"/>
        <c:noMultiLvlLbl val="0"/>
      </c:catAx>
      <c:valAx>
        <c:axId val="384759224"/>
        <c:scaling>
          <c:orientation val="minMax"/>
          <c:max val="0.55000000000000004"/>
        </c:scaling>
        <c:delete val="1"/>
        <c:axPos val="l"/>
        <c:numFmt formatCode="0%" sourceLinked="1"/>
        <c:majorTickMark val="out"/>
        <c:minorTickMark val="none"/>
        <c:tickLblPos val="nextTo"/>
        <c:crossAx val="384760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4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 algn="l" rtl="0">
              <a:defRPr sz="2400" b="1" i="0" u="none" strike="noStrike" kern="1200" baseline="0">
                <a:solidFill>
                  <a:prstClr val="white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s-ES" sz="2400" b="1" i="0" u="none" strike="noStrike" kern="1200" spc="0" baseline="0" dirty="0">
                <a:solidFill>
                  <a:srgbClr val="000000"/>
                </a:solidFill>
                <a:effectLst/>
                <a:latin typeface="HelveticaNeue Std"/>
              </a:rPr>
              <a:t>¿Cómo cree que es el rumbo del gobierno nacional de Javier Milei?</a:t>
            </a:r>
          </a:p>
        </c:rich>
      </c:tx>
      <c:layout>
        <c:manualLayout>
          <c:xMode val="edge"/>
          <c:yMode val="edge"/>
          <c:x val="0"/>
          <c:y val="3.3241377982340357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1.3018157630684691E-2"/>
          <c:y val="0.13737826843046105"/>
          <c:w val="0.67764315946703257"/>
          <c:h val="0.8009437305691404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'Medidas, opo, ajuste'!$A$10</c:f>
              <c:strCache>
                <c:ptCount val="1"/>
                <c:pt idx="0">
                  <c:v>Está en el rumbo correcto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'Medidas, opo, ajuste'!$B$9:$E$9</c:f>
              <c:numCache>
                <c:formatCode>mmm\-yy</c:formatCode>
                <c:ptCount val="4"/>
                <c:pt idx="0">
                  <c:v>45505</c:v>
                </c:pt>
                <c:pt idx="1">
                  <c:v>45566</c:v>
                </c:pt>
                <c:pt idx="2">
                  <c:v>45627</c:v>
                </c:pt>
                <c:pt idx="3">
                  <c:v>45717</c:v>
                </c:pt>
              </c:numCache>
            </c:numRef>
          </c:cat>
          <c:val>
            <c:numRef>
              <c:f>'Medidas, opo, ajuste'!$B$10:$E$10</c:f>
              <c:numCache>
                <c:formatCode>0%</c:formatCode>
                <c:ptCount val="4"/>
                <c:pt idx="0">
                  <c:v>0.36259029969008078</c:v>
                </c:pt>
                <c:pt idx="1">
                  <c:v>0.33286766773573556</c:v>
                </c:pt>
                <c:pt idx="2">
                  <c:v>0.44458404215597569</c:v>
                </c:pt>
                <c:pt idx="3">
                  <c:v>0.44311591830038288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220-49FC-9178-9EA0742E5D93}"/>
            </c:ext>
          </c:extLst>
        </c:ser>
        <c:ser>
          <c:idx val="1"/>
          <c:order val="1"/>
          <c:tx>
            <c:strRef>
              <c:f>'Medidas, opo, ajuste'!$A$11</c:f>
              <c:strCache>
                <c:ptCount val="1"/>
                <c:pt idx="0">
                  <c:v>Está en el rumbo incorrecto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>
                    <a:solidFill>
                      <a:schemeClr val="bg1"/>
                    </a:solidFill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'Medidas, opo, ajuste'!$B$9:$E$9</c:f>
              <c:numCache>
                <c:formatCode>mmm\-yy</c:formatCode>
                <c:ptCount val="4"/>
                <c:pt idx="0">
                  <c:v>45505</c:v>
                </c:pt>
                <c:pt idx="1">
                  <c:v>45566</c:v>
                </c:pt>
                <c:pt idx="2">
                  <c:v>45627</c:v>
                </c:pt>
                <c:pt idx="3">
                  <c:v>45717</c:v>
                </c:pt>
              </c:numCache>
            </c:numRef>
          </c:cat>
          <c:val>
            <c:numRef>
              <c:f>'Medidas, opo, ajuste'!$B$11:$E$11</c:f>
              <c:numCache>
                <c:formatCode>0%</c:formatCode>
                <c:ptCount val="4"/>
                <c:pt idx="0">
                  <c:v>0.42935364092575495</c:v>
                </c:pt>
                <c:pt idx="1">
                  <c:v>0.49381817539672129</c:v>
                </c:pt>
                <c:pt idx="2">
                  <c:v>0.44222951430994295</c:v>
                </c:pt>
                <c:pt idx="3">
                  <c:v>0.45524550397031432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220-49FC-9178-9EA0742E5D93}"/>
            </c:ext>
          </c:extLst>
        </c:ser>
        <c:ser>
          <c:idx val="2"/>
          <c:order val="2"/>
          <c:tx>
            <c:strRef>
              <c:f>'Medidas, opo, ajuste'!$A$12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2000"/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'Medidas, opo, ajuste'!$B$9:$E$9</c:f>
              <c:numCache>
                <c:formatCode>mmm\-yy</c:formatCode>
                <c:ptCount val="4"/>
                <c:pt idx="0">
                  <c:v>45505</c:v>
                </c:pt>
                <c:pt idx="1">
                  <c:v>45566</c:v>
                </c:pt>
                <c:pt idx="2">
                  <c:v>45627</c:v>
                </c:pt>
                <c:pt idx="3">
                  <c:v>45717</c:v>
                </c:pt>
              </c:numCache>
            </c:numRef>
          </c:cat>
          <c:val>
            <c:numRef>
              <c:f>'Medidas, opo, ajuste'!$B$12:$E$12</c:f>
              <c:numCache>
                <c:formatCode>0%</c:formatCode>
                <c:ptCount val="4"/>
                <c:pt idx="0">
                  <c:v>0.2080560593841646</c:v>
                </c:pt>
                <c:pt idx="1">
                  <c:v>0.17331415686754209</c:v>
                </c:pt>
                <c:pt idx="2">
                  <c:v>0.11318644353407704</c:v>
                </c:pt>
                <c:pt idx="3">
                  <c:v>0.10163857772930317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7220-49FC-9178-9EA0742E5D9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384759616"/>
        <c:axId val="384761968"/>
      </c:barChart>
      <c:catAx>
        <c:axId val="384759616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0" vert="horz"/>
          <a:lstStyle/>
          <a:p>
            <a:pPr>
              <a:defRPr sz="2000" b="0" baseline="0">
                <a:solidFill>
                  <a:schemeClr val="tx1"/>
                </a:solidFill>
                <a:latin typeface="HelveticaNeue Std (Títulos)"/>
              </a:defRPr>
            </a:pPr>
            <a:endParaRPr lang="es-AR"/>
          </a:p>
        </c:txPr>
        <c:crossAx val="384761968"/>
        <c:crosses val="autoZero"/>
        <c:auto val="0"/>
        <c:lblAlgn val="ctr"/>
        <c:lblOffset val="100"/>
        <c:noMultiLvlLbl val="1"/>
      </c:catAx>
      <c:valAx>
        <c:axId val="38476196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4759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1253947983765709"/>
          <c:y val="8.1535680341987715E-2"/>
          <c:w val="0.24897327826798543"/>
          <c:h val="0.83534056413851343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 (Títulos)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770310179599911E-2"/>
          <c:y val="0.22641190431406694"/>
          <c:w val="0.97084457020997372"/>
          <c:h val="0.5909370954405038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Sheet1!$B$335</c:f>
              <c:strCache>
                <c:ptCount val="1"/>
                <c:pt idx="0">
                  <c:v>Está en el rumbo correcto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Sheet1!$C$334:$BE$334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Sheet1!$C$335:$BE$335</c:f>
              <c:numCache>
                <c:formatCode>General</c:formatCode>
                <c:ptCount val="55"/>
                <c:pt idx="0" formatCode="0%">
                  <c:v>0.44311591830038288</c:v>
                </c:pt>
                <c:pt idx="2" formatCode="0%">
                  <c:v>0.39017967841579365</c:v>
                </c:pt>
                <c:pt idx="3" formatCode="0%">
                  <c:v>0.49549091673594753</c:v>
                </c:pt>
                <c:pt idx="5" formatCode="0%">
                  <c:v>0.3972413113433329</c:v>
                </c:pt>
                <c:pt idx="6" formatCode="0%">
                  <c:v>0.48211668455410395</c:v>
                </c:pt>
                <c:pt idx="7" formatCode="0%">
                  <c:v>0.49885144329194597</c:v>
                </c:pt>
                <c:pt idx="8" formatCode="0%">
                  <c:v>0.38278607039393853</c:v>
                </c:pt>
                <c:pt idx="10" formatCode="0%">
                  <c:v>0.42177609038403197</c:v>
                </c:pt>
                <c:pt idx="11" formatCode="0%">
                  <c:v>0.44111186537643937</c:v>
                </c:pt>
                <c:pt idx="12" formatCode="0%">
                  <c:v>0.46219563159017485</c:v>
                </c:pt>
                <c:pt idx="14" formatCode="0%">
                  <c:v>0.50368876085774827</c:v>
                </c:pt>
                <c:pt idx="15" formatCode="0%">
                  <c:v>0.36179251346573116</c:v>
                </c:pt>
                <c:pt idx="16" formatCode="0%">
                  <c:v>0.50194696149381557</c:v>
                </c:pt>
                <c:pt idx="17" formatCode="0%">
                  <c:v>0.46740298992791052</c:v>
                </c:pt>
                <c:pt idx="19" formatCode="0%">
                  <c:v>0.38902097652764733</c:v>
                </c:pt>
                <c:pt idx="20" formatCode="0%">
                  <c:v>0.52653649607517949</c:v>
                </c:pt>
                <c:pt idx="22" formatCode="0%">
                  <c:v>0.28593135724565133</c:v>
                </c:pt>
                <c:pt idx="23" formatCode="0%">
                  <c:v>0.44520661769533731</c:v>
                </c:pt>
                <c:pt idx="24" formatCode="0%">
                  <c:v>0.65883077532014767</c:v>
                </c:pt>
                <c:pt idx="25" formatCode="0%">
                  <c:v>0.44946641218488348</c:v>
                </c:pt>
                <c:pt idx="27" formatCode="0%">
                  <c:v>0.3767818287640563</c:v>
                </c:pt>
                <c:pt idx="28" formatCode="0%">
                  <c:v>0.45273517344593128</c:v>
                </c:pt>
                <c:pt idx="29" formatCode="0%">
                  <c:v>0.53287471936064157</c:v>
                </c:pt>
                <c:pt idx="31" formatCode="0%">
                  <c:v>0.49095066732322584</c:v>
                </c:pt>
                <c:pt idx="32" formatCode="0%">
                  <c:v>9.9131296484548121E-3</c:v>
                </c:pt>
                <c:pt idx="33" formatCode="0%">
                  <c:v>2.9540255150760163E-2</c:v>
                </c:pt>
                <c:pt idx="34" formatCode="0%">
                  <c:v>0.83961324754828714</c:v>
                </c:pt>
                <c:pt idx="35" formatCode="0%">
                  <c:v>0.10713874784921894</c:v>
                </c:pt>
                <c:pt idx="36" formatCode="0%">
                  <c:v>0.93615730152366172</c:v>
                </c:pt>
                <c:pt idx="38" formatCode="0%">
                  <c:v>0.48356400982328263</c:v>
                </c:pt>
                <c:pt idx="39" formatCode="0%">
                  <c:v>8.2840426849538087E-2</c:v>
                </c:pt>
                <c:pt idx="40" formatCode="0%">
                  <c:v>0.77922334193714538</c:v>
                </c:pt>
                <c:pt idx="41" formatCode="0%">
                  <c:v>0.78070904010516595</c:v>
                </c:pt>
                <c:pt idx="43" formatCode="0%">
                  <c:v>0.76049256177273605</c:v>
                </c:pt>
                <c:pt idx="44" formatCode="0%">
                  <c:v>0.14132606982530196</c:v>
                </c:pt>
                <c:pt idx="46" formatCode="0%">
                  <c:v>0.9560858191047017</c:v>
                </c:pt>
                <c:pt idx="47" formatCode="0%">
                  <c:v>0.71536148612978012</c:v>
                </c:pt>
                <c:pt idx="48" formatCode="0%">
                  <c:v>0.11219702087097472</c:v>
                </c:pt>
                <c:pt idx="49" formatCode="0%">
                  <c:v>4.5288463199828627E-3</c:v>
                </c:pt>
                <c:pt idx="51" formatCode="0%">
                  <c:v>8.1187290824796074E-2</c:v>
                </c:pt>
                <c:pt idx="52" formatCode="0%">
                  <c:v>2.9845348239503907E-2</c:v>
                </c:pt>
                <c:pt idx="53" formatCode="0%">
                  <c:v>0.3189219882126092</c:v>
                </c:pt>
                <c:pt idx="54" formatCode="0%">
                  <c:v>0.79866866936705894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Sheet1!$B$336</c:f>
              <c:strCache>
                <c:ptCount val="1"/>
                <c:pt idx="0">
                  <c:v>Está en el rumbo incorrecto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Sheet1!$C$334:$BE$334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Sheet1!$C$336:$BE$336</c:f>
              <c:numCache>
                <c:formatCode>General</c:formatCode>
                <c:ptCount val="55"/>
                <c:pt idx="0" formatCode="0%">
                  <c:v>0.45524550397031432</c:v>
                </c:pt>
                <c:pt idx="2" formatCode="0%">
                  <c:v>0.5060026466074079</c:v>
                </c:pt>
                <c:pt idx="3" formatCode="0%">
                  <c:v>0.40502651973154463</c:v>
                </c:pt>
                <c:pt idx="5" formatCode="0%">
                  <c:v>0.47280972895235851</c:v>
                </c:pt>
                <c:pt idx="6" formatCode="0%">
                  <c:v>0.3631458721895276</c:v>
                </c:pt>
                <c:pt idx="7" formatCode="0%">
                  <c:v>0.43809622208570659</c:v>
                </c:pt>
                <c:pt idx="8" formatCode="0%">
                  <c:v>0.56080423317916717</c:v>
                </c:pt>
                <c:pt idx="10" formatCode="0%">
                  <c:v>0.48871850464985578</c:v>
                </c:pt>
                <c:pt idx="11" formatCode="0%">
                  <c:v>0.4236472204588268</c:v>
                </c:pt>
                <c:pt idx="12" formatCode="0%">
                  <c:v>0.46536490635150657</c:v>
                </c:pt>
                <c:pt idx="14" formatCode="0%">
                  <c:v>0.4205690807189299</c:v>
                </c:pt>
                <c:pt idx="15" formatCode="0%">
                  <c:v>0.48944970030283869</c:v>
                </c:pt>
                <c:pt idx="16" formatCode="0%">
                  <c:v>0.42901669476035775</c:v>
                </c:pt>
                <c:pt idx="17" formatCode="0%">
                  <c:v>0.49376447795247302</c:v>
                </c:pt>
                <c:pt idx="19" formatCode="0%">
                  <c:v>0.47810993770776322</c:v>
                </c:pt>
                <c:pt idx="20" formatCode="0%">
                  <c:v>0.41998593606312068</c:v>
                </c:pt>
                <c:pt idx="22" formatCode="0%">
                  <c:v>0.55814127297982274</c:v>
                </c:pt>
                <c:pt idx="23" formatCode="0%">
                  <c:v>0.42706785152919463</c:v>
                </c:pt>
                <c:pt idx="24" formatCode="0%">
                  <c:v>0.22387643426407108</c:v>
                </c:pt>
                <c:pt idx="25" formatCode="0%">
                  <c:v>0.5139853345410349</c:v>
                </c:pt>
                <c:pt idx="27" formatCode="0%">
                  <c:v>0.48361119974424055</c:v>
                </c:pt>
                <c:pt idx="28" formatCode="0%">
                  <c:v>0.44402415093261821</c:v>
                </c:pt>
                <c:pt idx="29" formatCode="0%">
                  <c:v>0.4289317656849419</c:v>
                </c:pt>
                <c:pt idx="31" formatCode="0%">
                  <c:v>0.28446085013957512</c:v>
                </c:pt>
                <c:pt idx="32" formatCode="0%">
                  <c:v>0.95143261344369012</c:v>
                </c:pt>
                <c:pt idx="33" formatCode="0%">
                  <c:v>0.93547359467534075</c:v>
                </c:pt>
                <c:pt idx="34" formatCode="0%">
                  <c:v>6.6446121274638503E-2</c:v>
                </c:pt>
                <c:pt idx="35" formatCode="0%">
                  <c:v>0.84378334116082754</c:v>
                </c:pt>
                <c:pt idx="36" formatCode="0%">
                  <c:v>6.0466039797222114E-2</c:v>
                </c:pt>
                <c:pt idx="38" formatCode="0%">
                  <c:v>0.38670922275081809</c:v>
                </c:pt>
                <c:pt idx="39" formatCode="0%">
                  <c:v>0.81221377247594806</c:v>
                </c:pt>
                <c:pt idx="40" formatCode="0%">
                  <c:v>0.17641866725673261</c:v>
                </c:pt>
                <c:pt idx="41" formatCode="0%">
                  <c:v>0.17146444244494569</c:v>
                </c:pt>
                <c:pt idx="43" formatCode="0%">
                  <c:v>0.17174773803753532</c:v>
                </c:pt>
                <c:pt idx="44" formatCode="0%">
                  <c:v>0.78578671934683841</c:v>
                </c:pt>
                <c:pt idx="46" formatCode="0%">
                  <c:v>3.4246073243522142E-2</c:v>
                </c:pt>
                <c:pt idx="47" formatCode="0%">
                  <c:v>0.11734701386958245</c:v>
                </c:pt>
                <c:pt idx="48" formatCode="0%">
                  <c:v>0.75132880967664251</c:v>
                </c:pt>
                <c:pt idx="49" formatCode="0%">
                  <c:v>0.9443022710482506</c:v>
                </c:pt>
                <c:pt idx="51" formatCode="0%">
                  <c:v>0.86142465769000454</c:v>
                </c:pt>
                <c:pt idx="52" formatCode="0%">
                  <c:v>0.93134682595412077</c:v>
                </c:pt>
                <c:pt idx="53" formatCode="0%">
                  <c:v>0.41243914149445871</c:v>
                </c:pt>
                <c:pt idx="54" formatCode="0%">
                  <c:v>0.11252871329052289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Sheet1!$B$337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Sheet1!$C$334:$BE$334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Sheet1!$C$337:$BE$337</c:f>
              <c:numCache>
                <c:formatCode>General</c:formatCode>
                <c:ptCount val="55"/>
                <c:pt idx="0" formatCode="0%">
                  <c:v>0.10163857772930317</c:v>
                </c:pt>
                <c:pt idx="2" formatCode="0%">
                  <c:v>0.1038176749767996</c:v>
                </c:pt>
                <c:pt idx="3" formatCode="0%">
                  <c:v>9.9482563532506743E-2</c:v>
                </c:pt>
                <c:pt idx="5" formatCode="0%">
                  <c:v>0.12994895970430867</c:v>
                </c:pt>
                <c:pt idx="6" formatCode="0%">
                  <c:v>0.15473744325636812</c:v>
                </c:pt>
                <c:pt idx="7" formatCode="0%">
                  <c:v>6.3052334622346662E-2</c:v>
                </c:pt>
                <c:pt idx="8" formatCode="0%">
                  <c:v>5.6409696426892871E-2</c:v>
                </c:pt>
                <c:pt idx="10" formatCode="0%">
                  <c:v>8.9505404966111382E-2</c:v>
                </c:pt>
                <c:pt idx="11" formatCode="0%">
                  <c:v>0.13524091416473344</c:v>
                </c:pt>
                <c:pt idx="12" formatCode="0%">
                  <c:v>7.2439462058318138E-2</c:v>
                </c:pt>
                <c:pt idx="14" formatCode="0%">
                  <c:v>7.5742158423320896E-2</c:v>
                </c:pt>
                <c:pt idx="15" formatCode="0%">
                  <c:v>0.14875778623142913</c:v>
                </c:pt>
                <c:pt idx="16" formatCode="0%">
                  <c:v>6.903634374582647E-2</c:v>
                </c:pt>
                <c:pt idx="17" formatCode="0%">
                  <c:v>3.8832532119616361E-2</c:v>
                </c:pt>
                <c:pt idx="19" formatCode="0%">
                  <c:v>0.13286908576459122</c:v>
                </c:pt>
                <c:pt idx="20" formatCode="0%">
                  <c:v>5.3477567861699563E-2</c:v>
                </c:pt>
                <c:pt idx="22" formatCode="0%">
                  <c:v>0.15592736977452565</c:v>
                </c:pt>
                <c:pt idx="23" formatCode="0%">
                  <c:v>0.12772553077546756</c:v>
                </c:pt>
                <c:pt idx="24" formatCode="0%">
                  <c:v>0.11729279041578106</c:v>
                </c:pt>
                <c:pt idx="25" formatCode="0%">
                  <c:v>3.6548253274081219E-2</c:v>
                </c:pt>
                <c:pt idx="27" formatCode="0%">
                  <c:v>0.13960697149170279</c:v>
                </c:pt>
                <c:pt idx="28" formatCode="0%">
                  <c:v>0.10324067562144962</c:v>
                </c:pt>
                <c:pt idx="29" formatCode="0%">
                  <c:v>3.8193514954416398E-2</c:v>
                </c:pt>
                <c:pt idx="31" formatCode="0%">
                  <c:v>0.22458848253719896</c:v>
                </c:pt>
                <c:pt idx="32" formatCode="0%">
                  <c:v>3.8654256907855157E-2</c:v>
                </c:pt>
                <c:pt idx="33" formatCode="0%">
                  <c:v>3.4986150173899021E-2</c:v>
                </c:pt>
                <c:pt idx="34" formatCode="0%">
                  <c:v>9.3940631177074449E-2</c:v>
                </c:pt>
                <c:pt idx="35" formatCode="0%">
                  <c:v>4.9077910989953427E-2</c:v>
                </c:pt>
                <c:pt idx="36" formatCode="0%">
                  <c:v>3.3766586791162383E-3</c:v>
                </c:pt>
                <c:pt idx="38" formatCode="0%">
                  <c:v>0.12972676742589898</c:v>
                </c:pt>
                <c:pt idx="39" formatCode="0%">
                  <c:v>0.10494580067451405</c:v>
                </c:pt>
                <c:pt idx="40" formatCode="0%">
                  <c:v>4.4357990806121579E-2</c:v>
                </c:pt>
                <c:pt idx="41" formatCode="0%">
                  <c:v>4.7826517449887869E-2</c:v>
                </c:pt>
                <c:pt idx="43" formatCode="0%">
                  <c:v>6.7759700189728725E-2</c:v>
                </c:pt>
                <c:pt idx="44" formatCode="0%">
                  <c:v>7.288721082786051E-2</c:v>
                </c:pt>
                <c:pt idx="46" formatCode="0%">
                  <c:v>9.6681076517763677E-3</c:v>
                </c:pt>
                <c:pt idx="47" formatCode="0%">
                  <c:v>0.16729150000063747</c:v>
                </c:pt>
                <c:pt idx="48" formatCode="0%">
                  <c:v>0.13647416945238272</c:v>
                </c:pt>
                <c:pt idx="49" formatCode="0%">
                  <c:v>5.1168882631766242E-2</c:v>
                </c:pt>
                <c:pt idx="51" formatCode="0%">
                  <c:v>5.7388051485199716E-2</c:v>
                </c:pt>
                <c:pt idx="52" formatCode="0%">
                  <c:v>3.8807825806375457E-2</c:v>
                </c:pt>
                <c:pt idx="53" formatCode="0%">
                  <c:v>0.26863887029293215</c:v>
                </c:pt>
                <c:pt idx="54" formatCode="0%">
                  <c:v>8.8802617342417775E-2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4763536"/>
        <c:axId val="384764320"/>
      </c:barChart>
      <c:catAx>
        <c:axId val="384763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4764320"/>
        <c:crosses val="autoZero"/>
        <c:auto val="1"/>
        <c:lblAlgn val="ctr"/>
        <c:lblOffset val="100"/>
        <c:noMultiLvlLbl val="0"/>
      </c:catAx>
      <c:valAx>
        <c:axId val="38476432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4763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0955685116356709E-2"/>
          <c:y val="1.2987896053093547E-2"/>
          <c:w val="0.98849653062782528"/>
          <c:h val="7.6421446738066848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2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9807136626351222"/>
          <c:y val="0.106801144473343"/>
          <c:w val="0.70192863373648773"/>
          <c:h val="0.8658596717612191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'[Tin Frec y App PBA Mar 25.xlsx]Hoja1'!$B$277</c:f>
              <c:strCache>
                <c:ptCount val="1"/>
                <c:pt idx="0">
                  <c:v>Muy bien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[1]Hoja1!$C$276:$F$276</c:f>
              <c:strCache>
                <c:ptCount val="4"/>
                <c:pt idx="0">
                  <c:v>Enviar un DNU al Congreso para que apruebe el acuerdo con el FMI</c:v>
                </c:pt>
                <c:pt idx="1">
                  <c:v>El discurso del presidente en Davos que genero polémica en la comunidad LGBT y otras minorías</c:v>
                </c:pt>
                <c:pt idx="2">
                  <c:v>El nombramiento de jueces de la corte suprema por decreto</c:v>
                </c:pt>
                <c:pt idx="3">
                  <c:v>Lo sucedido con la criptomoneda LIBRA</c:v>
                </c:pt>
              </c:strCache>
            </c:strRef>
          </c:cat>
          <c:val>
            <c:numRef>
              <c:f>[1]Hoja1!$C$277:$F$277</c:f>
              <c:numCache>
                <c:formatCode>0%</c:formatCode>
                <c:ptCount val="4"/>
                <c:pt idx="0">
                  <c:v>0.31019177004126958</c:v>
                </c:pt>
                <c:pt idx="1">
                  <c:v>0.24128688232021769</c:v>
                </c:pt>
                <c:pt idx="2">
                  <c:v>0.11374611081871774</c:v>
                </c:pt>
                <c:pt idx="3">
                  <c:v>0.11761796855896382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B11-4AA1-9A42-AF9B0F5F42D7}"/>
            </c:ext>
          </c:extLst>
        </c:ser>
        <c:ser>
          <c:idx val="1"/>
          <c:order val="1"/>
          <c:tx>
            <c:strRef>
              <c:f>'[Tin Frec y App PBA Mar 25.xlsx]Hoja1'!$B$278</c:f>
              <c:strCache>
                <c:ptCount val="1"/>
                <c:pt idx="0">
                  <c:v>Bien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[1]Hoja1!$C$276:$F$276</c:f>
              <c:strCache>
                <c:ptCount val="4"/>
                <c:pt idx="0">
                  <c:v>Enviar un DNU al Congreso para que apruebe el acuerdo con el FMI</c:v>
                </c:pt>
                <c:pt idx="1">
                  <c:v>El discurso del presidente en Davos que genero polémica en la comunidad LGBT y otras minorías</c:v>
                </c:pt>
                <c:pt idx="2">
                  <c:v>El nombramiento de jueces de la corte suprema por decreto</c:v>
                </c:pt>
                <c:pt idx="3">
                  <c:v>Lo sucedido con la criptomoneda LIBRA</c:v>
                </c:pt>
              </c:strCache>
            </c:strRef>
          </c:cat>
          <c:val>
            <c:numRef>
              <c:f>[1]Hoja1!$C$278:$F$278</c:f>
              <c:numCache>
                <c:formatCode>0%</c:formatCode>
                <c:ptCount val="4"/>
                <c:pt idx="0">
                  <c:v>0.2564645319934199</c:v>
                </c:pt>
                <c:pt idx="1">
                  <c:v>0.174489822805452</c:v>
                </c:pt>
                <c:pt idx="2">
                  <c:v>0.19240881458057005</c:v>
                </c:pt>
                <c:pt idx="3">
                  <c:v>0.16646628341166006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BB11-4AA1-9A42-AF9B0F5F42D7}"/>
            </c:ext>
          </c:extLst>
        </c:ser>
        <c:ser>
          <c:idx val="2"/>
          <c:order val="2"/>
          <c:tx>
            <c:strRef>
              <c:f>'[Tin Frec y App PBA Mar 25.xlsx]Hoja1'!$B$279</c:f>
              <c:strCache>
                <c:ptCount val="1"/>
                <c:pt idx="0">
                  <c:v>Mal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[1]Hoja1!$C$276:$F$276</c:f>
              <c:strCache>
                <c:ptCount val="4"/>
                <c:pt idx="0">
                  <c:v>Enviar un DNU al Congreso para que apruebe el acuerdo con el FMI</c:v>
                </c:pt>
                <c:pt idx="1">
                  <c:v>El discurso del presidente en Davos que genero polémica en la comunidad LGBT y otras minorías</c:v>
                </c:pt>
                <c:pt idx="2">
                  <c:v>El nombramiento de jueces de la corte suprema por decreto</c:v>
                </c:pt>
                <c:pt idx="3">
                  <c:v>Lo sucedido con la criptomoneda LIBRA</c:v>
                </c:pt>
              </c:strCache>
            </c:strRef>
          </c:cat>
          <c:val>
            <c:numRef>
              <c:f>[1]Hoja1!$C$279:$F$279</c:f>
              <c:numCache>
                <c:formatCode>0%</c:formatCode>
                <c:ptCount val="4"/>
                <c:pt idx="0">
                  <c:v>2.8887611302054451E-2</c:v>
                </c:pt>
                <c:pt idx="1">
                  <c:v>0.10201016374602989</c:v>
                </c:pt>
                <c:pt idx="2">
                  <c:v>0.14609028485522993</c:v>
                </c:pt>
                <c:pt idx="3">
                  <c:v>0.14133337770031837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B11-4AA1-9A42-AF9B0F5F42D7}"/>
            </c:ext>
          </c:extLst>
        </c:ser>
        <c:ser>
          <c:idx val="3"/>
          <c:order val="3"/>
          <c:tx>
            <c:strRef>
              <c:f>'[Tin Frec y App PBA Mar 25.xlsx]Hoja1'!$B$280</c:f>
              <c:strCache>
                <c:ptCount val="1"/>
                <c:pt idx="0">
                  <c:v>Muy mal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Black" panose="02000000000000000000" pitchFamily="2" charset="0"/>
                    <a:cs typeface="Roboto Black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[1]Hoja1!$C$276:$F$276</c:f>
              <c:strCache>
                <c:ptCount val="4"/>
                <c:pt idx="0">
                  <c:v>Enviar un DNU al Congreso para que apruebe el acuerdo con el FMI</c:v>
                </c:pt>
                <c:pt idx="1">
                  <c:v>El discurso del presidente en Davos que genero polémica en la comunidad LGBT y otras minorías</c:v>
                </c:pt>
                <c:pt idx="2">
                  <c:v>El nombramiento de jueces de la corte suprema por decreto</c:v>
                </c:pt>
                <c:pt idx="3">
                  <c:v>Lo sucedido con la criptomoneda LIBRA</c:v>
                </c:pt>
              </c:strCache>
            </c:strRef>
          </c:cat>
          <c:val>
            <c:numRef>
              <c:f>[1]Hoja1!$C$280:$F$280</c:f>
              <c:numCache>
                <c:formatCode>0%</c:formatCode>
                <c:ptCount val="4"/>
                <c:pt idx="0">
                  <c:v>0.3612120339134165</c:v>
                </c:pt>
                <c:pt idx="1">
                  <c:v>0.37183638122647189</c:v>
                </c:pt>
                <c:pt idx="2">
                  <c:v>0.42723949401444061</c:v>
                </c:pt>
                <c:pt idx="3">
                  <c:v>0.43986136659886094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BB11-4AA1-9A42-AF9B0F5F42D7}"/>
            </c:ext>
          </c:extLst>
        </c:ser>
        <c:ser>
          <c:idx val="4"/>
          <c:order val="4"/>
          <c:tx>
            <c:strRef>
              <c:f>'[Tin Frec y App PBA Mar 25.xlsx]Hoja1'!$B$281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[1]Hoja1!$C$276:$F$276</c:f>
              <c:strCache>
                <c:ptCount val="4"/>
                <c:pt idx="0">
                  <c:v>Enviar un DNU al Congreso para que apruebe el acuerdo con el FMI</c:v>
                </c:pt>
                <c:pt idx="1">
                  <c:v>El discurso del presidente en Davos que genero polémica en la comunidad LGBT y otras minorías</c:v>
                </c:pt>
                <c:pt idx="2">
                  <c:v>El nombramiento de jueces de la corte suprema por decreto</c:v>
                </c:pt>
                <c:pt idx="3">
                  <c:v>Lo sucedido con la criptomoneda LIBRA</c:v>
                </c:pt>
              </c:strCache>
            </c:strRef>
          </c:cat>
          <c:val>
            <c:numRef>
              <c:f>[1]Hoja1!$C$281:$F$281</c:f>
              <c:numCache>
                <c:formatCode>0%</c:formatCode>
                <c:ptCount val="4"/>
                <c:pt idx="0">
                  <c:v>4.3244052749839217E-2</c:v>
                </c:pt>
                <c:pt idx="1">
                  <c:v>0.11037674990182927</c:v>
                </c:pt>
                <c:pt idx="2">
                  <c:v>0.12051529573104199</c:v>
                </c:pt>
                <c:pt idx="3">
                  <c:v>0.13472100373019719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BB11-4AA1-9A42-AF9B0F5F42D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384734528"/>
        <c:axId val="384735312"/>
      </c:barChart>
      <c:catAx>
        <c:axId val="38473452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2200" b="1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384735312"/>
        <c:crosses val="autoZero"/>
        <c:auto val="1"/>
        <c:lblAlgn val="ctr"/>
        <c:lblOffset val="100"/>
        <c:noMultiLvlLbl val="0"/>
      </c:catAx>
      <c:valAx>
        <c:axId val="38473531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384734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4554985536835821E-3"/>
          <c:y val="2.588786313521128E-2"/>
          <c:w val="0.68241794566971892"/>
          <c:h val="4.012990530911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4">
    <c:autoUpdate val="0"/>
  </c:externalData>
  <c:userShapes r:id="rId5"/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2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ES" sz="2400" b="1" i="0" u="none" strike="noStrike" dirty="0" smtClean="0">
                <a:solidFill>
                  <a:srgbClr val="000000"/>
                </a:solidFill>
                <a:effectLst/>
                <a:latin typeface="HelveticaNeue Std"/>
              </a:rPr>
              <a:t>¿A cuál de los siguientes dirigentes consideras como el principal opositor al gobierno de Javier </a:t>
            </a:r>
            <a:r>
              <a:rPr lang="es-ES" sz="2400" b="1" i="0" u="none" strike="noStrike" dirty="0" err="1" smtClean="0">
                <a:solidFill>
                  <a:srgbClr val="000000"/>
                </a:solidFill>
                <a:effectLst/>
                <a:latin typeface="HelveticaNeue Std"/>
              </a:rPr>
              <a:t>Milei</a:t>
            </a:r>
            <a:r>
              <a:rPr lang="es-ES" sz="2400" b="1" i="0" u="none" strike="noStrike" dirty="0" smtClean="0">
                <a:solidFill>
                  <a:srgbClr val="000000"/>
                </a:solidFill>
                <a:effectLst/>
                <a:latin typeface="HelveticaNeue Std"/>
              </a:rPr>
              <a:t>?</a:t>
            </a:r>
            <a:endParaRPr lang="es-ES" sz="2400" b="1" i="0" u="none" strike="noStrike" dirty="0">
              <a:solidFill>
                <a:srgbClr val="000000"/>
              </a:solidFill>
              <a:effectLst/>
              <a:latin typeface="HelveticaNeue Std"/>
            </a:endParaRPr>
          </a:p>
        </c:rich>
      </c:tx>
      <c:layout>
        <c:manualLayout>
          <c:xMode val="edge"/>
          <c:yMode val="edge"/>
          <c:x val="6.2642807356588055E-4"/>
          <c:y val="1.40319811315890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2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5.6050930306947105E-4"/>
          <c:y val="0.14094324008388251"/>
          <c:w val="0.99887573772519167"/>
          <c:h val="0.7628945988289740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D73FC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CF1-434F-8B87-6E1E4DF945BC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CF1-434F-8B87-6E1E4DF945BC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CF1-434F-8B87-6E1E4DF945BC}"/>
              </c:ext>
            </c:extLst>
          </c:dPt>
          <c:dPt>
            <c:idx val="3"/>
            <c:invertIfNegative val="0"/>
            <c:bubble3D val="0"/>
            <c:spPr>
              <a:solidFill>
                <a:srgbClr val="B88C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CF1-434F-8B87-6E1E4DF945BC}"/>
              </c:ext>
            </c:extLst>
          </c:dPt>
          <c:dPt>
            <c:idx val="4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4CF1-434F-8B87-6E1E4DF945BC}"/>
              </c:ext>
            </c:extLst>
          </c:dPt>
          <c:dPt>
            <c:idx val="5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4CF1-434F-8B87-6E1E4DF945BC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4CF1-434F-8B87-6E1E4DF945BC}"/>
              </c:ext>
            </c:extLst>
          </c:dPt>
          <c:dPt>
            <c:idx val="7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4CF1-434F-8B87-6E1E4DF945BC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1-4CF1-434F-8B87-6E1E4DF945B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Hoja1!$B$313:$B$319</c:f>
              <c:strCache>
                <c:ptCount val="7"/>
                <c:pt idx="0">
                  <c:v>Axel Kicillof</c:v>
                </c:pt>
                <c:pt idx="1">
                  <c:v>Cristina Fernández de Kirchner</c:v>
                </c:pt>
                <c:pt idx="2">
                  <c:v>Mauricio Macri</c:v>
                </c:pt>
                <c:pt idx="3">
                  <c:v>Horacio Rodríguez Larreta</c:v>
                </c:pt>
                <c:pt idx="4">
                  <c:v>Sergio Massa</c:v>
                </c:pt>
                <c:pt idx="5">
                  <c:v>Otro</c:v>
                </c:pt>
                <c:pt idx="6">
                  <c:v>No sabe</c:v>
                </c:pt>
              </c:strCache>
            </c:strRef>
          </c:cat>
          <c:val>
            <c:numRef>
              <c:f>Hoja1!$C$313:$C$319</c:f>
              <c:numCache>
                <c:formatCode>0%</c:formatCode>
                <c:ptCount val="7"/>
                <c:pt idx="0">
                  <c:v>0.28111226516343701</c:v>
                </c:pt>
                <c:pt idx="1">
                  <c:v>0.25614433662934694</c:v>
                </c:pt>
                <c:pt idx="2">
                  <c:v>6.6690638577905761E-2</c:v>
                </c:pt>
                <c:pt idx="3">
                  <c:v>4.4453264079487277E-2</c:v>
                </c:pt>
                <c:pt idx="4">
                  <c:v>3.8047181648601033E-2</c:v>
                </c:pt>
                <c:pt idx="5">
                  <c:v>9.3496597567011619E-2</c:v>
                </c:pt>
                <c:pt idx="6">
                  <c:v>0.2200557163342115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2-4CF1-434F-8B87-6E1E4DF945B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27"/>
        <c:axId val="384740408"/>
        <c:axId val="384738448"/>
      </c:barChart>
      <c:catAx>
        <c:axId val="384740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384738448"/>
        <c:crosses val="autoZero"/>
        <c:auto val="1"/>
        <c:lblAlgn val="ctr"/>
        <c:lblOffset val="100"/>
        <c:noMultiLvlLbl val="0"/>
      </c:catAx>
      <c:valAx>
        <c:axId val="384738448"/>
        <c:scaling>
          <c:orientation val="minMax"/>
          <c:max val="0.5"/>
        </c:scaling>
        <c:delete val="1"/>
        <c:axPos val="l"/>
        <c:numFmt formatCode="0%" sourceLinked="1"/>
        <c:majorTickMark val="out"/>
        <c:minorTickMark val="none"/>
        <c:tickLblPos val="nextTo"/>
        <c:crossAx val="384740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4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2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ES" sz="2400" b="1" i="0" u="none" strike="noStrike" dirty="0">
                <a:solidFill>
                  <a:srgbClr val="000000"/>
                </a:solidFill>
                <a:effectLst/>
                <a:latin typeface="HelveticaNeue Std"/>
              </a:rPr>
              <a:t>¿A cuál de los siguientes dirigentes consideras como el principal opositor al gobierno de Javier </a:t>
            </a:r>
            <a:r>
              <a:rPr lang="es-ES" sz="2400" b="1" i="0" u="none" strike="noStrike" dirty="0" err="1">
                <a:solidFill>
                  <a:srgbClr val="000000"/>
                </a:solidFill>
                <a:effectLst/>
                <a:latin typeface="HelveticaNeue Std"/>
              </a:rPr>
              <a:t>Milei</a:t>
            </a:r>
            <a:r>
              <a:rPr lang="es-ES" sz="2400" b="1" i="0" u="none" strike="noStrike" dirty="0">
                <a:solidFill>
                  <a:srgbClr val="000000"/>
                </a:solidFill>
                <a:effectLst/>
                <a:latin typeface="HelveticaNeue Std"/>
              </a:rPr>
              <a:t>?</a:t>
            </a:r>
          </a:p>
        </c:rich>
      </c:tx>
      <c:layout>
        <c:manualLayout>
          <c:xMode val="edge"/>
          <c:yMode val="edge"/>
          <c:x val="6.2642807356588055E-4"/>
          <c:y val="1.40319811315890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2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5.6050930306947105E-4"/>
          <c:y val="0.14094324008388251"/>
          <c:w val="0.99887573772519167"/>
          <c:h val="0.766402594111871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'Medidas, opo, ajuste'!$B$55</c:f>
              <c:strCache>
                <c:ptCount val="1"/>
                <c:pt idx="0">
                  <c:v>dic-24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D73FC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89F-4236-9078-EBD8BA01D343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89F-4236-9078-EBD8BA01D343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89F-4236-9078-EBD8BA01D343}"/>
              </c:ext>
            </c:extLst>
          </c:dPt>
          <c:dPt>
            <c:idx val="3"/>
            <c:invertIfNegative val="0"/>
            <c:bubble3D val="0"/>
            <c:spPr>
              <a:solidFill>
                <a:srgbClr val="9966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89F-4236-9078-EBD8BA01D343}"/>
              </c:ext>
            </c:extLst>
          </c:dPt>
          <c:dPt>
            <c:idx val="4"/>
            <c:invertIfNegative val="0"/>
            <c:bubble3D val="0"/>
            <c:spPr>
              <a:solidFill>
                <a:srgbClr val="023D9B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D89F-4236-9078-EBD8BA01D343}"/>
              </c:ext>
            </c:extLst>
          </c:dPt>
          <c:dPt>
            <c:idx val="5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D89F-4236-9078-EBD8BA01D343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D89F-4236-9078-EBD8BA01D343}"/>
              </c:ext>
            </c:extLst>
          </c:dPt>
          <c:dPt>
            <c:idx val="7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D89F-4236-9078-EBD8BA01D343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1-D89F-4236-9078-EBD8BA01D3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'Medidas, opo, ajuste'!$A$56:$A$62</c:f>
              <c:strCache>
                <c:ptCount val="7"/>
                <c:pt idx="0">
                  <c:v>Axel Kicillof</c:v>
                </c:pt>
                <c:pt idx="1">
                  <c:v>Cristina Fernández de Kirchner</c:v>
                </c:pt>
                <c:pt idx="2">
                  <c:v>Mauricio Macri</c:v>
                </c:pt>
                <c:pt idx="3">
                  <c:v>Horacio Rodríguez Larreta</c:v>
                </c:pt>
                <c:pt idx="4">
                  <c:v>Sergio Massa</c:v>
                </c:pt>
                <c:pt idx="5">
                  <c:v>Otro</c:v>
                </c:pt>
                <c:pt idx="6">
                  <c:v>No sabe</c:v>
                </c:pt>
              </c:strCache>
            </c:strRef>
          </c:cat>
          <c:val>
            <c:numRef>
              <c:f>'Medidas, opo, ajuste'!$B$56:$B$62</c:f>
              <c:numCache>
                <c:formatCode>0%</c:formatCode>
                <c:ptCount val="7"/>
                <c:pt idx="0">
                  <c:v>0.21447958979176657</c:v>
                </c:pt>
                <c:pt idx="1">
                  <c:v>0.39380422409109384</c:v>
                </c:pt>
                <c:pt idx="2">
                  <c:v>6.4055729861409658E-2</c:v>
                </c:pt>
                <c:pt idx="3">
                  <c:v>3.4962759884425494E-2</c:v>
                </c:pt>
                <c:pt idx="4">
                  <c:v>3.4763065994346525E-2</c:v>
                </c:pt>
                <c:pt idx="5">
                  <c:v>8.1675914658629833E-2</c:v>
                </c:pt>
                <c:pt idx="6">
                  <c:v>0.17625871571832236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2-D89F-4236-9078-EBD8BA01D343}"/>
            </c:ext>
          </c:extLst>
        </c:ser>
        <c:ser>
          <c:idx val="1"/>
          <c:order val="1"/>
          <c:tx>
            <c:strRef>
              <c:f>'Medidas, opo, ajuste'!$C$55</c:f>
              <c:strCache>
                <c:ptCount val="1"/>
                <c:pt idx="0">
                  <c:v>mar-25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D73FC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4-D89F-4236-9078-EBD8BA01D343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6-D89F-4236-9078-EBD8BA01D343}"/>
              </c:ext>
            </c:extLst>
          </c:dPt>
          <c:dPt>
            <c:idx val="2"/>
            <c:invertIfNegative val="0"/>
            <c:bubble3D val="0"/>
            <c:spPr>
              <a:solidFill>
                <a:srgbClr val="B88C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8-D89F-4236-9078-EBD8BA01D343}"/>
              </c:ext>
            </c:extLst>
          </c:dPt>
          <c:dPt>
            <c:idx val="3"/>
            <c:invertIfNegative val="0"/>
            <c:bubble3D val="0"/>
            <c:spPr>
              <a:solidFill>
                <a:srgbClr val="6633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A-D89F-4236-9078-EBD8BA01D343}"/>
              </c:ext>
            </c:extLst>
          </c:dPt>
          <c:dPt>
            <c:idx val="4"/>
            <c:invertIfNegative val="0"/>
            <c:bubble3D val="0"/>
            <c:spPr>
              <a:solidFill>
                <a:srgbClr val="023D9B">
                  <a:lumMod val="5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C-D89F-4236-9078-EBD8BA01D343}"/>
              </c:ext>
            </c:extLst>
          </c:dPt>
          <c:dPt>
            <c:idx val="5"/>
            <c:invertIfNegative val="0"/>
            <c:bubble3D val="0"/>
            <c:spPr>
              <a:solidFill>
                <a:srgbClr val="FFFFFF">
                  <a:lumMod val="50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E-D89F-4236-9078-EBD8BA01D343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0-D89F-4236-9078-EBD8BA01D3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HelveticaNeueLT Std (Cuerpo)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'Medidas, opo, ajuste'!$A$56:$A$62</c:f>
              <c:strCache>
                <c:ptCount val="7"/>
                <c:pt idx="0">
                  <c:v>Axel Kicillof</c:v>
                </c:pt>
                <c:pt idx="1">
                  <c:v>Cristina Fernández de Kirchner</c:v>
                </c:pt>
                <c:pt idx="2">
                  <c:v>Mauricio Macri</c:v>
                </c:pt>
                <c:pt idx="3">
                  <c:v>Horacio Rodríguez Larreta</c:v>
                </c:pt>
                <c:pt idx="4">
                  <c:v>Sergio Massa</c:v>
                </c:pt>
                <c:pt idx="5">
                  <c:v>Otro</c:v>
                </c:pt>
                <c:pt idx="6">
                  <c:v>No sabe</c:v>
                </c:pt>
              </c:strCache>
            </c:strRef>
          </c:cat>
          <c:val>
            <c:numRef>
              <c:f>'Medidas, opo, ajuste'!$C$56:$C$62</c:f>
              <c:numCache>
                <c:formatCode>0%</c:formatCode>
                <c:ptCount val="7"/>
                <c:pt idx="0">
                  <c:v>0.28111226516343701</c:v>
                </c:pt>
                <c:pt idx="1">
                  <c:v>0.25614433662934694</c:v>
                </c:pt>
                <c:pt idx="2">
                  <c:v>6.6690638577905761E-2</c:v>
                </c:pt>
                <c:pt idx="3">
                  <c:v>4.4453264079487277E-2</c:v>
                </c:pt>
                <c:pt idx="4">
                  <c:v>3.8047181648601033E-2</c:v>
                </c:pt>
                <c:pt idx="5">
                  <c:v>9.3496597567011619E-2</c:v>
                </c:pt>
                <c:pt idx="6">
                  <c:v>0.2200557163342115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21-D89F-4236-9078-EBD8BA01D34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384739232"/>
        <c:axId val="384738840"/>
      </c:barChart>
      <c:catAx>
        <c:axId val="384739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384738840"/>
        <c:crosses val="autoZero"/>
        <c:auto val="1"/>
        <c:lblAlgn val="ctr"/>
        <c:lblOffset val="100"/>
        <c:noMultiLvlLbl val="0"/>
      </c:catAx>
      <c:valAx>
        <c:axId val="384738840"/>
        <c:scaling>
          <c:orientation val="minMax"/>
          <c:max val="0.5"/>
        </c:scaling>
        <c:delete val="1"/>
        <c:axPos val="l"/>
        <c:numFmt formatCode="0%" sourceLinked="1"/>
        <c:majorTickMark val="out"/>
        <c:minorTickMark val="none"/>
        <c:tickLblPos val="nextTo"/>
        <c:crossAx val="3847392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1.1138230285648936E-2"/>
          <c:y val="7.7896462393922269E-2"/>
          <c:w val="0.15507588293643132"/>
          <c:h val="4.50798570726709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HelveticaNeueLT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4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770310179599911E-2"/>
          <c:y val="0.22641190431406694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Sheet1!$B$382</c:f>
              <c:strCache>
                <c:ptCount val="1"/>
                <c:pt idx="0">
                  <c:v>Axel Kicillof</c:v>
                </c:pt>
              </c:strCache>
            </c:strRef>
          </c:tx>
          <c:spPr>
            <a:solidFill>
              <a:srgbClr val="77ABFD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Sheet1!$C$381:$BE$381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Sheet1!$C$382:$BE$382</c:f>
              <c:numCache>
                <c:formatCode>General</c:formatCode>
                <c:ptCount val="55"/>
                <c:pt idx="0" formatCode="0%">
                  <c:v>0.28111226516343701</c:v>
                </c:pt>
                <c:pt idx="2" formatCode="0%">
                  <c:v>0.26986448518425998</c:v>
                </c:pt>
                <c:pt idx="3" formatCode="0%">
                  <c:v>0.29241926366401227</c:v>
                </c:pt>
                <c:pt idx="5" formatCode="0%">
                  <c:v>0.29792229721403829</c:v>
                </c:pt>
                <c:pt idx="6" formatCode="0%">
                  <c:v>0.29924049345774417</c:v>
                </c:pt>
                <c:pt idx="7" formatCode="0%">
                  <c:v>0.27686780900170532</c:v>
                </c:pt>
                <c:pt idx="8" formatCode="0%">
                  <c:v>0.25085857604173928</c:v>
                </c:pt>
                <c:pt idx="10" formatCode="0%">
                  <c:v>0.21338270826931677</c:v>
                </c:pt>
                <c:pt idx="11" formatCode="0%">
                  <c:v>0.2924557854614111</c:v>
                </c:pt>
                <c:pt idx="12" formatCode="0%">
                  <c:v>0.31862197356841077</c:v>
                </c:pt>
                <c:pt idx="14" formatCode="0%">
                  <c:v>0.20531032155246373</c:v>
                </c:pt>
                <c:pt idx="15" formatCode="0%">
                  <c:v>0.27949802805578339</c:v>
                </c:pt>
                <c:pt idx="16" formatCode="0%">
                  <c:v>0.36527713068019702</c:v>
                </c:pt>
                <c:pt idx="17" formatCode="0%">
                  <c:v>0.19201868081370652</c:v>
                </c:pt>
                <c:pt idx="19" formatCode="0%">
                  <c:v>0.29096903548314429</c:v>
                </c:pt>
                <c:pt idx="20" formatCode="0%">
                  <c:v>0.26594780745520941</c:v>
                </c:pt>
                <c:pt idx="22" formatCode="0%">
                  <c:v>0.33187266171054935</c:v>
                </c:pt>
                <c:pt idx="23" formatCode="0%">
                  <c:v>0.30713552924446869</c:v>
                </c:pt>
                <c:pt idx="24" formatCode="0%">
                  <c:v>0.21294416318399512</c:v>
                </c:pt>
                <c:pt idx="25" formatCode="0%">
                  <c:v>0.29213899162401785</c:v>
                </c:pt>
                <c:pt idx="27" formatCode="0%">
                  <c:v>0.33714824331549076</c:v>
                </c:pt>
                <c:pt idx="28" formatCode="0%">
                  <c:v>0.27903678585436992</c:v>
                </c:pt>
                <c:pt idx="29" formatCode="0%">
                  <c:v>0.24927925031594877</c:v>
                </c:pt>
                <c:pt idx="31" formatCode="0%">
                  <c:v>0.26016187440447858</c:v>
                </c:pt>
                <c:pt idx="32" formatCode="0%">
                  <c:v>0.34377592879361452</c:v>
                </c:pt>
                <c:pt idx="33" formatCode="0%">
                  <c:v>0.51779150933488616</c:v>
                </c:pt>
                <c:pt idx="34" formatCode="0%">
                  <c:v>9.3909238010414717E-2</c:v>
                </c:pt>
                <c:pt idx="35" formatCode="0%">
                  <c:v>0.38031337225302264</c:v>
                </c:pt>
                <c:pt idx="36" formatCode="0%">
                  <c:v>0.13646402382982448</c:v>
                </c:pt>
                <c:pt idx="38" formatCode="0%">
                  <c:v>8.6814336808830814E-2</c:v>
                </c:pt>
                <c:pt idx="39" formatCode="0%">
                  <c:v>0.41943831853392394</c:v>
                </c:pt>
                <c:pt idx="40" formatCode="0%">
                  <c:v>0.15006540232782462</c:v>
                </c:pt>
                <c:pt idx="41" formatCode="0%">
                  <c:v>0.23245692861702238</c:v>
                </c:pt>
                <c:pt idx="43" formatCode="0%">
                  <c:v>0.19465727896302393</c:v>
                </c:pt>
                <c:pt idx="44" formatCode="0%">
                  <c:v>0.43209801503029255</c:v>
                </c:pt>
                <c:pt idx="46" formatCode="0%">
                  <c:v>0.18567790699041134</c:v>
                </c:pt>
                <c:pt idx="47" formatCode="0%">
                  <c:v>0.22488625840562507</c:v>
                </c:pt>
                <c:pt idx="48" formatCode="0%">
                  <c:v>0.33020005579481304</c:v>
                </c:pt>
                <c:pt idx="49" formatCode="0%">
                  <c:v>0.38284028946752791</c:v>
                </c:pt>
                <c:pt idx="51" formatCode="0%">
                  <c:v>0.45018017239333219</c:v>
                </c:pt>
                <c:pt idx="52" formatCode="0%">
                  <c:v>0.40040773207025659</c:v>
                </c:pt>
                <c:pt idx="53" formatCode="0%">
                  <c:v>0.28892940223428809</c:v>
                </c:pt>
                <c:pt idx="54" formatCode="0%">
                  <c:v>0.17470173297902947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Sheet1!$B$383</c:f>
              <c:strCache>
                <c:ptCount val="1"/>
                <c:pt idx="0">
                  <c:v>Cristina Fernández de Kirchner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Sheet1!$C$381:$BE$381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Sheet1!$C$383:$BE$383</c:f>
              <c:numCache>
                <c:formatCode>General</c:formatCode>
                <c:ptCount val="55"/>
                <c:pt idx="0" formatCode="0%">
                  <c:v>0.25614433662934694</c:v>
                </c:pt>
                <c:pt idx="2" formatCode="0%">
                  <c:v>0.25352424677561525</c:v>
                </c:pt>
                <c:pt idx="3" formatCode="0%">
                  <c:v>0.25877816496155015</c:v>
                </c:pt>
                <c:pt idx="5" formatCode="0%">
                  <c:v>5.3764119611278319E-2</c:v>
                </c:pt>
                <c:pt idx="6" formatCode="0%">
                  <c:v>0.23307671202296376</c:v>
                </c:pt>
                <c:pt idx="7" formatCode="0%">
                  <c:v>0.32566158017758601</c:v>
                </c:pt>
                <c:pt idx="8" formatCode="0%">
                  <c:v>0.39745004752331536</c:v>
                </c:pt>
                <c:pt idx="10" formatCode="0%">
                  <c:v>0.41421189983466161</c:v>
                </c:pt>
                <c:pt idx="11" formatCode="0%">
                  <c:v>0.23094039377266515</c:v>
                </c:pt>
                <c:pt idx="12" formatCode="0%">
                  <c:v>0.1671894196771373</c:v>
                </c:pt>
                <c:pt idx="14" formatCode="0%">
                  <c:v>0.29963673310013128</c:v>
                </c:pt>
                <c:pt idx="15" formatCode="0%">
                  <c:v>0.25804440305279813</c:v>
                </c:pt>
                <c:pt idx="16" formatCode="0%">
                  <c:v>0.20552147938128951</c:v>
                </c:pt>
                <c:pt idx="17" formatCode="0%">
                  <c:v>0.29744980227030493</c:v>
                </c:pt>
                <c:pt idx="19" formatCode="0%">
                  <c:v>0.27879283338310701</c:v>
                </c:pt>
                <c:pt idx="20" formatCode="0%">
                  <c:v>0.22130004584876237</c:v>
                </c:pt>
                <c:pt idx="22" formatCode="0%">
                  <c:v>0.22833574311341023</c:v>
                </c:pt>
                <c:pt idx="23" formatCode="0%">
                  <c:v>0.33440963307659954</c:v>
                </c:pt>
                <c:pt idx="24" formatCode="0%">
                  <c:v>0.13982393669470233</c:v>
                </c:pt>
                <c:pt idx="25" formatCode="0%">
                  <c:v>0.23039055014462026</c:v>
                </c:pt>
                <c:pt idx="27" formatCode="0%">
                  <c:v>0.2782668729287458</c:v>
                </c:pt>
                <c:pt idx="28" formatCode="0%">
                  <c:v>0.25739071422666437</c:v>
                </c:pt>
                <c:pt idx="29" formatCode="0%">
                  <c:v>0.19140752201689673</c:v>
                </c:pt>
                <c:pt idx="31" formatCode="0%">
                  <c:v>0.1633596503019796</c:v>
                </c:pt>
                <c:pt idx="32" formatCode="0%">
                  <c:v>0.5244886327933419</c:v>
                </c:pt>
                <c:pt idx="33" formatCode="0%">
                  <c:v>0.32096278546082957</c:v>
                </c:pt>
                <c:pt idx="34" formatCode="0%">
                  <c:v>0.14432229533311677</c:v>
                </c:pt>
                <c:pt idx="35" formatCode="0%">
                  <c:v>1.43709662304382E-2</c:v>
                </c:pt>
                <c:pt idx="36" formatCode="0%">
                  <c:v>0.22407824181913866</c:v>
                </c:pt>
                <c:pt idx="38" formatCode="0%">
                  <c:v>0.30446976811281151</c:v>
                </c:pt>
                <c:pt idx="39" formatCode="0%">
                  <c:v>0.36732939714800766</c:v>
                </c:pt>
                <c:pt idx="40" formatCode="0%">
                  <c:v>0.15173458057631883</c:v>
                </c:pt>
                <c:pt idx="41" formatCode="0%">
                  <c:v>0.22485893624420361</c:v>
                </c:pt>
                <c:pt idx="43" formatCode="0%">
                  <c:v>0.19849523624943252</c:v>
                </c:pt>
                <c:pt idx="44" formatCode="0%">
                  <c:v>0.31328516140194079</c:v>
                </c:pt>
                <c:pt idx="46" formatCode="0%">
                  <c:v>0.1846062481327721</c:v>
                </c:pt>
                <c:pt idx="47" formatCode="0%">
                  <c:v>0.16797572460179439</c:v>
                </c:pt>
                <c:pt idx="48" formatCode="0%">
                  <c:v>0.10672869377757001</c:v>
                </c:pt>
                <c:pt idx="49" formatCode="0%">
                  <c:v>0.45600023507814524</c:v>
                </c:pt>
                <c:pt idx="51" formatCode="0%">
                  <c:v>0.41920727838030208</c:v>
                </c:pt>
                <c:pt idx="52" formatCode="0%">
                  <c:v>0.34159512735681036</c:v>
                </c:pt>
                <c:pt idx="53" formatCode="0%">
                  <c:v>0.17160226681675389</c:v>
                </c:pt>
                <c:pt idx="54" formatCode="0%">
                  <c:v>0.17354289239379217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Sheet1!$B$384</c:f>
              <c:strCache>
                <c:ptCount val="1"/>
                <c:pt idx="0">
                  <c:v>Mauricio Macri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Sheet1!$C$381:$BE$381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Sheet1!$C$384:$BE$384</c:f>
              <c:numCache>
                <c:formatCode>General</c:formatCode>
                <c:ptCount val="55"/>
                <c:pt idx="0" formatCode="0%">
                  <c:v>6.6690638577905761E-2</c:v>
                </c:pt>
                <c:pt idx="2" formatCode="0%">
                  <c:v>5.1971066846144158E-2</c:v>
                </c:pt>
                <c:pt idx="3" formatCode="0%">
                  <c:v>8.1487699633553484E-2</c:v>
                </c:pt>
                <c:pt idx="5" formatCode="0%">
                  <c:v>6.5724889054355737E-2</c:v>
                </c:pt>
                <c:pt idx="6" formatCode="0%">
                  <c:v>4.6884581753602071E-2</c:v>
                </c:pt>
                <c:pt idx="7" formatCode="0%">
                  <c:v>8.4248617451259597E-2</c:v>
                </c:pt>
                <c:pt idx="8" formatCode="0%">
                  <c:v>7.0185249333435895E-2</c:v>
                </c:pt>
                <c:pt idx="10" formatCode="0%">
                  <c:v>9.513531802572496E-2</c:v>
                </c:pt>
                <c:pt idx="11" formatCode="0%">
                  <c:v>6.300155573906735E-2</c:v>
                </c:pt>
                <c:pt idx="12" formatCode="0%">
                  <c:v>4.9739886827590028E-2</c:v>
                </c:pt>
                <c:pt idx="14" formatCode="0%">
                  <c:v>9.8719638556867398E-2</c:v>
                </c:pt>
                <c:pt idx="15" formatCode="0%">
                  <c:v>7.7366790510561945E-2</c:v>
                </c:pt>
                <c:pt idx="16" formatCode="0%">
                  <c:v>3.0660558069020561E-2</c:v>
                </c:pt>
                <c:pt idx="17" formatCode="0%">
                  <c:v>2.6708668444860896E-2</c:v>
                </c:pt>
                <c:pt idx="19" formatCode="0%">
                  <c:v>5.4010856755431852E-2</c:v>
                </c:pt>
                <c:pt idx="20" formatCode="0%">
                  <c:v>8.6198246948571242E-2</c:v>
                </c:pt>
                <c:pt idx="22" formatCode="0%">
                  <c:v>6.5157684643384686E-2</c:v>
                </c:pt>
                <c:pt idx="23" formatCode="0%">
                  <c:v>6.915932226307317E-2</c:v>
                </c:pt>
                <c:pt idx="24" formatCode="0%">
                  <c:v>1.626828474532712E-2</c:v>
                </c:pt>
                <c:pt idx="25" formatCode="0%">
                  <c:v>7.8543334486139635E-2</c:v>
                </c:pt>
                <c:pt idx="27" formatCode="0%">
                  <c:v>4.576532001883124E-2</c:v>
                </c:pt>
                <c:pt idx="28" formatCode="0%">
                  <c:v>7.7050834680851124E-2</c:v>
                </c:pt>
                <c:pt idx="29" formatCode="0%">
                  <c:v>7.1964714117649334E-2</c:v>
                </c:pt>
                <c:pt idx="31" formatCode="0%">
                  <c:v>6.9734982303554766E-2</c:v>
                </c:pt>
                <c:pt idx="32" formatCode="0%">
                  <c:v>3.5009889284332192E-4</c:v>
                </c:pt>
                <c:pt idx="33" formatCode="0%">
                  <c:v>7.2867518568691517E-2</c:v>
                </c:pt>
                <c:pt idx="34" formatCode="0%">
                  <c:v>7.2291078190298383E-2</c:v>
                </c:pt>
                <c:pt idx="35" formatCode="0%">
                  <c:v>1.2738284657958116E-2</c:v>
                </c:pt>
                <c:pt idx="36" formatCode="0%">
                  <c:v>0.15433914528649667</c:v>
                </c:pt>
                <c:pt idx="38" formatCode="0%">
                  <c:v>8.0201751271113009E-2</c:v>
                </c:pt>
                <c:pt idx="39" formatCode="0%">
                  <c:v>1.1744154472550596E-2</c:v>
                </c:pt>
                <c:pt idx="40" formatCode="0%">
                  <c:v>0.16101633495717027</c:v>
                </c:pt>
                <c:pt idx="41" formatCode="0%">
                  <c:v>6.4355526930156656E-2</c:v>
                </c:pt>
                <c:pt idx="43" formatCode="0%">
                  <c:v>0.10401985769546536</c:v>
                </c:pt>
                <c:pt idx="44" formatCode="0%">
                  <c:v>1.2188644781352363E-2</c:v>
                </c:pt>
                <c:pt idx="46" formatCode="0%">
                  <c:v>9.4076305238492641E-2</c:v>
                </c:pt>
                <c:pt idx="47" formatCode="0%">
                  <c:v>0.10557365803361193</c:v>
                </c:pt>
                <c:pt idx="48" formatCode="0%">
                  <c:v>5.1417076914894125E-2</c:v>
                </c:pt>
                <c:pt idx="49" formatCode="0%">
                  <c:v>3.2867046011675637E-2</c:v>
                </c:pt>
                <c:pt idx="51" formatCode="0%">
                  <c:v>1.5016248216084529E-3</c:v>
                </c:pt>
                <c:pt idx="52" formatCode="0%">
                  <c:v>5.9040593790029933E-2</c:v>
                </c:pt>
                <c:pt idx="53" formatCode="0%">
                  <c:v>5.3972632018391128E-2</c:v>
                </c:pt>
                <c:pt idx="54" formatCode="0%">
                  <c:v>9.8931401612982861E-2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Sheet1!$B$385</c:f>
              <c:strCache>
                <c:ptCount val="1"/>
                <c:pt idx="0">
                  <c:v>Horacio Rodríguez Larreta</c:v>
                </c:pt>
              </c:strCache>
            </c:strRef>
          </c:tx>
          <c:spPr>
            <a:solidFill>
              <a:srgbClr val="B88C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Sheet1!$C$381:$BE$381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Sheet1!$C$385:$BE$385</c:f>
              <c:numCache>
                <c:formatCode>General</c:formatCode>
                <c:ptCount val="55"/>
                <c:pt idx="0" formatCode="0%">
                  <c:v>4.4453264079487277E-2</c:v>
                </c:pt>
                <c:pt idx="2" formatCode="0%">
                  <c:v>5.5159052953887081E-2</c:v>
                </c:pt>
                <c:pt idx="3" formatCode="0%">
                  <c:v>3.3691116330109259E-2</c:v>
                </c:pt>
                <c:pt idx="5" formatCode="0%">
                  <c:v>0.10660804813655082</c:v>
                </c:pt>
                <c:pt idx="6" formatCode="0%">
                  <c:v>9.5830033065569704E-3</c:v>
                </c:pt>
                <c:pt idx="7" formatCode="0%">
                  <c:v>4.1783252018320081E-2</c:v>
                </c:pt>
                <c:pt idx="8" formatCode="0%">
                  <c:v>2.5634499576911173E-2</c:v>
                </c:pt>
                <c:pt idx="10" formatCode="0%">
                  <c:v>2.7824310015536136E-2</c:v>
                </c:pt>
                <c:pt idx="11" formatCode="0%">
                  <c:v>1.6976923614881668E-2</c:v>
                </c:pt>
                <c:pt idx="12" formatCode="0%">
                  <c:v>8.7379204188855641E-2</c:v>
                </c:pt>
                <c:pt idx="14" formatCode="0%">
                  <c:v>3.8135418009049037E-2</c:v>
                </c:pt>
                <c:pt idx="15" formatCode="0%">
                  <c:v>1.2810220934848992E-2</c:v>
                </c:pt>
                <c:pt idx="16" formatCode="0%">
                  <c:v>5.1254517587857047E-2</c:v>
                </c:pt>
                <c:pt idx="17" formatCode="0%">
                  <c:v>0.33148415767774453</c:v>
                </c:pt>
                <c:pt idx="19" formatCode="0%">
                  <c:v>3.8087198472884241E-2</c:v>
                </c:pt>
                <c:pt idx="20" formatCode="0%">
                  <c:v>5.4247337546545135E-2</c:v>
                </c:pt>
                <c:pt idx="22" formatCode="0%">
                  <c:v>1.6022485199468795E-2</c:v>
                </c:pt>
                <c:pt idx="23" formatCode="0%">
                  <c:v>3.3509824675284704E-2</c:v>
                </c:pt>
                <c:pt idx="24" formatCode="0%">
                  <c:v>7.3862155301663054E-2</c:v>
                </c:pt>
                <c:pt idx="25" formatCode="0%">
                  <c:v>6.9524609576463739E-2</c:v>
                </c:pt>
                <c:pt idx="27" formatCode="0%">
                  <c:v>5.9065604301916812E-2</c:v>
                </c:pt>
                <c:pt idx="28" formatCode="0%">
                  <c:v>1.6273295901935329E-2</c:v>
                </c:pt>
                <c:pt idx="29" formatCode="0%">
                  <c:v>7.3997982445585989E-2</c:v>
                </c:pt>
                <c:pt idx="31" formatCode="0%">
                  <c:v>4.1964773714804865E-2</c:v>
                </c:pt>
                <c:pt idx="32" formatCode="0%">
                  <c:v>6.8510389687104524E-3</c:v>
                </c:pt>
                <c:pt idx="33" formatCode="0%">
                  <c:v>9.6713623683473207E-3</c:v>
                </c:pt>
                <c:pt idx="34" formatCode="0%">
                  <c:v>0.12160804252382257</c:v>
                </c:pt>
                <c:pt idx="35" formatCode="0%">
                  <c:v>5.0916701869692112E-2</c:v>
                </c:pt>
                <c:pt idx="36" formatCode="0%">
                  <c:v>8.2251736941779119E-2</c:v>
                </c:pt>
                <c:pt idx="38" formatCode="0%">
                  <c:v>2.1439403719338165E-2</c:v>
                </c:pt>
                <c:pt idx="39" formatCode="0%">
                  <c:v>5.5045003057134197E-3</c:v>
                </c:pt>
                <c:pt idx="40" formatCode="0%">
                  <c:v>0.14914948123015162</c:v>
                </c:pt>
                <c:pt idx="41" formatCode="0%">
                  <c:v>1.5985302170422454E-2</c:v>
                </c:pt>
                <c:pt idx="43" formatCode="0%">
                  <c:v>5.8501503648999149E-2</c:v>
                </c:pt>
                <c:pt idx="44" formatCode="0%">
                  <c:v>3.045764641812574E-2</c:v>
                </c:pt>
                <c:pt idx="46" formatCode="0%">
                  <c:v>8.437521425075159E-2</c:v>
                </c:pt>
                <c:pt idx="47" formatCode="0%">
                  <c:v>1.7712584569365794E-2</c:v>
                </c:pt>
                <c:pt idx="48" formatCode="0%">
                  <c:v>1.0390262268573165E-2</c:v>
                </c:pt>
                <c:pt idx="49" formatCode="0%">
                  <c:v>4.6649393000544354E-2</c:v>
                </c:pt>
                <c:pt idx="51" formatCode="0%">
                  <c:v>1.0729327318728072E-2</c:v>
                </c:pt>
                <c:pt idx="52" formatCode="0%">
                  <c:v>1.3382910091072555E-2</c:v>
                </c:pt>
                <c:pt idx="53" formatCode="0%">
                  <c:v>0.14410232475675344</c:v>
                </c:pt>
                <c:pt idx="54" formatCode="0%">
                  <c:v>4.7241341086930247E-2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Sheet1!$B$386</c:f>
              <c:strCache>
                <c:ptCount val="1"/>
                <c:pt idx="0">
                  <c:v>Sergio Massa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Sheet1!$C$381:$BE$381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Sheet1!$C$386:$BE$386</c:f>
              <c:numCache>
                <c:formatCode>General</c:formatCode>
                <c:ptCount val="55"/>
                <c:pt idx="0" formatCode="0%">
                  <c:v>3.8047181648601033E-2</c:v>
                </c:pt>
                <c:pt idx="2" formatCode="0%">
                  <c:v>4.3492824196207432E-2</c:v>
                </c:pt>
                <c:pt idx="3" formatCode="0%">
                  <c:v>3.257288075547634E-2</c:v>
                </c:pt>
                <c:pt idx="5" formatCode="0%">
                  <c:v>0.10886703285874867</c:v>
                </c:pt>
                <c:pt idx="6" formatCode="0%">
                  <c:v>3.0497503353768159E-2</c:v>
                </c:pt>
                <c:pt idx="7" formatCode="0%">
                  <c:v>7.5131347217084121E-3</c:v>
                </c:pt>
                <c:pt idx="8" formatCode="0%">
                  <c:v>1.1321723589567546E-2</c:v>
                </c:pt>
                <c:pt idx="10" formatCode="0%">
                  <c:v>1.952904120840588E-2</c:v>
                </c:pt>
                <c:pt idx="11" formatCode="0%">
                  <c:v>4.935573678136411E-2</c:v>
                </c:pt>
                <c:pt idx="12" formatCode="0%">
                  <c:v>3.9158671791579093E-2</c:v>
                </c:pt>
                <c:pt idx="14" formatCode="0%">
                  <c:v>8.1024170658803907E-2</c:v>
                </c:pt>
                <c:pt idx="15" formatCode="0%">
                  <c:v>3.0143282079768949E-2</c:v>
                </c:pt>
                <c:pt idx="16" formatCode="0%">
                  <c:v>1.5588709722573046E-2</c:v>
                </c:pt>
                <c:pt idx="17" formatCode="0%">
                  <c:v>1.3746769073285177E-2</c:v>
                </c:pt>
                <c:pt idx="19" formatCode="0%">
                  <c:v>6.193130581486684E-2</c:v>
                </c:pt>
                <c:pt idx="20" formatCode="0%">
                  <c:v>1.3019010881696999E-3</c:v>
                </c:pt>
                <c:pt idx="22" formatCode="0%">
                  <c:v>3.0294708409524435E-2</c:v>
                </c:pt>
                <c:pt idx="23" formatCode="0%">
                  <c:v>5.1183568204970581E-2</c:v>
                </c:pt>
                <c:pt idx="24" formatCode="0%">
                  <c:v>4.2020245302282364E-2</c:v>
                </c:pt>
                <c:pt idx="25" formatCode="0%">
                  <c:v>1.5214998631999987E-2</c:v>
                </c:pt>
                <c:pt idx="27" formatCode="0%">
                  <c:v>2.1755581483993643E-2</c:v>
                </c:pt>
                <c:pt idx="28" formatCode="0%">
                  <c:v>7.3323650143395674E-2</c:v>
                </c:pt>
                <c:pt idx="29" formatCode="0%">
                  <c:v>3.087538491239009E-3</c:v>
                </c:pt>
                <c:pt idx="31" formatCode="0%">
                  <c:v>0.10473756472160295</c:v>
                </c:pt>
                <c:pt idx="32" formatCode="0%">
                  <c:v>3.526547775246087E-4</c:v>
                </c:pt>
                <c:pt idx="33" formatCode="0%">
                  <c:v>1.12186018398036E-2</c:v>
                </c:pt>
                <c:pt idx="34" formatCode="0%">
                  <c:v>4.4647274758706154E-2</c:v>
                </c:pt>
                <c:pt idx="35" formatCode="0%">
                  <c:v>2.3175523535311413E-2</c:v>
                </c:pt>
                <c:pt idx="36" formatCode="0%">
                  <c:v>5.6120175977471152E-3</c:v>
                </c:pt>
                <c:pt idx="38" formatCode="0%">
                  <c:v>0.10365103751686472</c:v>
                </c:pt>
                <c:pt idx="39" formatCode="0%">
                  <c:v>2.2128138000319701E-2</c:v>
                </c:pt>
                <c:pt idx="40" formatCode="0%">
                  <c:v>3.0172310044967662E-2</c:v>
                </c:pt>
                <c:pt idx="41" formatCode="0%">
                  <c:v>6.5243682057052523E-3</c:v>
                </c:pt>
                <c:pt idx="43" formatCode="0%">
                  <c:v>1.9310830542544056E-2</c:v>
                </c:pt>
                <c:pt idx="44" formatCode="0%">
                  <c:v>1.9208510468978479E-2</c:v>
                </c:pt>
                <c:pt idx="46" formatCode="0%">
                  <c:v>1.8944603013814277E-2</c:v>
                </c:pt>
                <c:pt idx="47" formatCode="0%">
                  <c:v>3.8071187942649233E-3</c:v>
                </c:pt>
                <c:pt idx="48" formatCode="0%">
                  <c:v>0.13231982328193131</c:v>
                </c:pt>
                <c:pt idx="49" formatCode="0%">
                  <c:v>2.3281185869492814E-2</c:v>
                </c:pt>
                <c:pt idx="51" formatCode="0%">
                  <c:v>9.62822350757329E-2</c:v>
                </c:pt>
                <c:pt idx="52" formatCode="0%">
                  <c:v>1.7239134874197606E-2</c:v>
                </c:pt>
                <c:pt idx="53" formatCode="0%">
                  <c:v>6.8775744918409317E-3</c:v>
                </c:pt>
                <c:pt idx="54" formatCode="0%">
                  <c:v>2.4252878206415435E-2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Sheet1!$B$387</c:f>
              <c:strCache>
                <c:ptCount val="1"/>
                <c:pt idx="0">
                  <c:v>Otro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15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Sheet1!$C$381:$BE$381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Sheet1!$C$387:$BE$387</c:f>
              <c:numCache>
                <c:formatCode>General</c:formatCode>
                <c:ptCount val="55"/>
                <c:pt idx="0" formatCode="0%">
                  <c:v>9.3496597567011619E-2</c:v>
                </c:pt>
                <c:pt idx="2" formatCode="0%">
                  <c:v>0.14312494819975802</c:v>
                </c:pt>
                <c:pt idx="3" formatCode="0%">
                  <c:v>4.3607033070692108E-2</c:v>
                </c:pt>
                <c:pt idx="5" formatCode="0%">
                  <c:v>0.14814638137667316</c:v>
                </c:pt>
                <c:pt idx="6" formatCode="0%">
                  <c:v>7.6072870735039502E-2</c:v>
                </c:pt>
                <c:pt idx="7" formatCode="0%">
                  <c:v>7.813580127341066E-2</c:v>
                </c:pt>
                <c:pt idx="8" formatCode="0%">
                  <c:v>7.6536133767074604E-2</c:v>
                </c:pt>
                <c:pt idx="10" formatCode="0%">
                  <c:v>0.12607160216679789</c:v>
                </c:pt>
                <c:pt idx="11" formatCode="0%">
                  <c:v>0.10481526995022322</c:v>
                </c:pt>
                <c:pt idx="12" formatCode="0%">
                  <c:v>5.6766367928161185E-2</c:v>
                </c:pt>
                <c:pt idx="14" formatCode="0%">
                  <c:v>0.10634301601325208</c:v>
                </c:pt>
                <c:pt idx="15" formatCode="0%">
                  <c:v>0.10993528595317657</c:v>
                </c:pt>
                <c:pt idx="16" formatCode="0%">
                  <c:v>6.2772086750405853E-2</c:v>
                </c:pt>
                <c:pt idx="17" formatCode="0%">
                  <c:v>5.1108641811801421E-2</c:v>
                </c:pt>
                <c:pt idx="19" formatCode="0%">
                  <c:v>0.10455246222970253</c:v>
                </c:pt>
                <c:pt idx="20" formatCode="0%">
                  <c:v>7.6487355526538237E-2</c:v>
                </c:pt>
                <c:pt idx="22" formatCode="0%">
                  <c:v>3.0217844578735557E-2</c:v>
                </c:pt>
                <c:pt idx="23" formatCode="0%">
                  <c:v>0.10868154295130533</c:v>
                </c:pt>
                <c:pt idx="24" formatCode="0%">
                  <c:v>8.9929543233089826E-2</c:v>
                </c:pt>
                <c:pt idx="25" formatCode="0%">
                  <c:v>0.14462350317257139</c:v>
                </c:pt>
                <c:pt idx="27" formatCode="0%">
                  <c:v>2.3651958587035303E-2</c:v>
                </c:pt>
                <c:pt idx="28" formatCode="0%">
                  <c:v>0.12244255363639495</c:v>
                </c:pt>
                <c:pt idx="29" formatCode="0%">
                  <c:v>0.18394037760061685</c:v>
                </c:pt>
                <c:pt idx="31" formatCode="0%">
                  <c:v>8.8792127071108229E-2</c:v>
                </c:pt>
                <c:pt idx="32" formatCode="0%">
                  <c:v>0.11841594795996042</c:v>
                </c:pt>
                <c:pt idx="33" formatCode="0%">
                  <c:v>6.1850764404165808E-2</c:v>
                </c:pt>
                <c:pt idx="34" formatCode="0%">
                  <c:v>6.9127334397312709E-2</c:v>
                </c:pt>
                <c:pt idx="35" formatCode="0%">
                  <c:v>1.3838448303759451E-2</c:v>
                </c:pt>
                <c:pt idx="36" formatCode="0%">
                  <c:v>9.7471265295819939E-2</c:v>
                </c:pt>
                <c:pt idx="38" formatCode="0%">
                  <c:v>4.502846694998594E-2</c:v>
                </c:pt>
                <c:pt idx="39" formatCode="0%">
                  <c:v>0.11263676171394378</c:v>
                </c:pt>
                <c:pt idx="40" formatCode="0%">
                  <c:v>6.8008578090393748E-2</c:v>
                </c:pt>
                <c:pt idx="41" formatCode="0%">
                  <c:v>0.14538721136713992</c:v>
                </c:pt>
                <c:pt idx="43" formatCode="0%">
                  <c:v>7.2689411262007175E-2</c:v>
                </c:pt>
                <c:pt idx="44" formatCode="0%">
                  <c:v>0.13030282752799299</c:v>
                </c:pt>
                <c:pt idx="46" formatCode="0%">
                  <c:v>0.14948526408534368</c:v>
                </c:pt>
                <c:pt idx="47" formatCode="0%">
                  <c:v>6.2913698129618403E-2</c:v>
                </c:pt>
                <c:pt idx="48" formatCode="0%">
                  <c:v>0.21575447207750004</c:v>
                </c:pt>
                <c:pt idx="49" formatCode="0%">
                  <c:v>1.903129464322563E-2</c:v>
                </c:pt>
                <c:pt idx="51" formatCode="0%">
                  <c:v>6.246503087836335E-3</c:v>
                </c:pt>
                <c:pt idx="52" formatCode="0%">
                  <c:v>0.11756267823992857</c:v>
                </c:pt>
                <c:pt idx="53" formatCode="0%">
                  <c:v>0.13636464186220029</c:v>
                </c:pt>
                <c:pt idx="54" formatCode="0%">
                  <c:v>0.10336623420085653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D0B-4C37-B6A6-6D631BA5C4AA}"/>
            </c:ext>
          </c:extLst>
        </c:ser>
        <c:ser>
          <c:idx val="6"/>
          <c:order val="6"/>
          <c:tx>
            <c:strRef>
              <c:f>Sheet1!$B$388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15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Sheet1!$C$381:$BE$381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Sheet1!$C$388:$BE$388</c:f>
              <c:numCache>
                <c:formatCode>General</c:formatCode>
                <c:ptCount val="55"/>
                <c:pt idx="0" formatCode="0%">
                  <c:v>0.2200557163342115</c:v>
                </c:pt>
                <c:pt idx="2" formatCode="0%">
                  <c:v>0.18286337584412898</c:v>
                </c:pt>
                <c:pt idx="3" formatCode="0%">
                  <c:v>0.25744384158460504</c:v>
                </c:pt>
                <c:pt idx="5" formatCode="0%">
                  <c:v>0.218967231748355</c:v>
                </c:pt>
                <c:pt idx="6" formatCode="0%">
                  <c:v>0.30464483537032494</c:v>
                </c:pt>
                <c:pt idx="7" formatCode="0%">
                  <c:v>0.18578980535600911</c:v>
                </c:pt>
                <c:pt idx="8" formatCode="0%">
                  <c:v>0.16801377016795488</c:v>
                </c:pt>
                <c:pt idx="10" formatCode="0%">
                  <c:v>0.10384512047955649</c:v>
                </c:pt>
                <c:pt idx="11" formatCode="0%">
                  <c:v>0.24245433468038641</c:v>
                </c:pt>
                <c:pt idx="12" formatCode="0%">
                  <c:v>0.28114447601826537</c:v>
                </c:pt>
                <c:pt idx="14" formatCode="0%">
                  <c:v>0.17083070210943174</c:v>
                </c:pt>
                <c:pt idx="15" formatCode="0%">
                  <c:v>0.23220198941306117</c:v>
                </c:pt>
                <c:pt idx="16" formatCode="0%">
                  <c:v>0.26892551780865698</c:v>
                </c:pt>
                <c:pt idx="17" formatCode="0%">
                  <c:v>8.7483279908296352E-2</c:v>
                </c:pt>
                <c:pt idx="19" formatCode="0%">
                  <c:v>0.17165630786086422</c:v>
                </c:pt>
                <c:pt idx="20" formatCode="0%">
                  <c:v>0.29451730558620376</c:v>
                </c:pt>
                <c:pt idx="22" formatCode="0%">
                  <c:v>0.2980988723449266</c:v>
                </c:pt>
                <c:pt idx="23" formatCode="0%">
                  <c:v>9.5920579584297755E-2</c:v>
                </c:pt>
                <c:pt idx="24" formatCode="0%">
                  <c:v>0.42515167153893996</c:v>
                </c:pt>
                <c:pt idx="25" formatCode="0%">
                  <c:v>0.16956401236418678</c:v>
                </c:pt>
                <c:pt idx="27" formatCode="0%">
                  <c:v>0.23434641936398595</c:v>
                </c:pt>
                <c:pt idx="28" formatCode="0%">
                  <c:v>0.17448216555638799</c:v>
                </c:pt>
                <c:pt idx="29" formatCode="0%">
                  <c:v>0.22632261501206308</c:v>
                </c:pt>
                <c:pt idx="31" formatCode="0%">
                  <c:v>0.27124902748247087</c:v>
                </c:pt>
                <c:pt idx="32" formatCode="0%">
                  <c:v>5.7656978140045358E-3</c:v>
                </c:pt>
                <c:pt idx="33" formatCode="0%">
                  <c:v>5.6374580232762461E-3</c:v>
                </c:pt>
                <c:pt idx="34" formatCode="0%">
                  <c:v>0.45409473678632817</c:v>
                </c:pt>
                <c:pt idx="35" formatCode="0%">
                  <c:v>0.50464670314981797</c:v>
                </c:pt>
                <c:pt idx="36" formatCode="0%">
                  <c:v>0.29978356922919408</c:v>
                </c:pt>
                <c:pt idx="38" formatCode="0%">
                  <c:v>0.35839523562105563</c:v>
                </c:pt>
                <c:pt idx="39" formatCode="0%">
                  <c:v>6.121872982554067E-2</c:v>
                </c:pt>
                <c:pt idx="40" formatCode="0%">
                  <c:v>0.28985331277317256</c:v>
                </c:pt>
                <c:pt idx="41" formatCode="0%">
                  <c:v>0.31043172646534961</c:v>
                </c:pt>
                <c:pt idx="43" formatCode="0%">
                  <c:v>0.35232588163852741</c:v>
                </c:pt>
                <c:pt idx="44" formatCode="0%">
                  <c:v>6.2459194371317445E-2</c:v>
                </c:pt>
                <c:pt idx="46" formatCode="0%">
                  <c:v>0.28283445828841358</c:v>
                </c:pt>
                <c:pt idx="47" formatCode="0%">
                  <c:v>0.41713095746571921</c:v>
                </c:pt>
                <c:pt idx="48" formatCode="0%">
                  <c:v>0.15318961588471827</c:v>
                </c:pt>
                <c:pt idx="49" formatCode="0%">
                  <c:v>3.9330555929388382E-2</c:v>
                </c:pt>
                <c:pt idx="51" formatCode="0%">
                  <c:v>1.585285892245979E-2</c:v>
                </c:pt>
                <c:pt idx="52" formatCode="0%">
                  <c:v>5.0771823577704094E-2</c:v>
                </c:pt>
                <c:pt idx="53" formatCode="0%">
                  <c:v>0.19815115781977208</c:v>
                </c:pt>
                <c:pt idx="54" formatCode="0%">
                  <c:v>0.37796351951999213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0D0B-4C37-B6A6-6D631BA5C4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4739624"/>
        <c:axId val="384734920"/>
      </c:barChart>
      <c:catAx>
        <c:axId val="384739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4734920"/>
        <c:crosses val="autoZero"/>
        <c:auto val="1"/>
        <c:lblAlgn val="ctr"/>
        <c:lblOffset val="100"/>
        <c:noMultiLvlLbl val="0"/>
      </c:catAx>
      <c:valAx>
        <c:axId val="38473492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4739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0955685116356709E-2"/>
          <c:y val="1.2987896053093547E-2"/>
          <c:w val="0.98849653062782528"/>
          <c:h val="7.6421446738066848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2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6851195053016968"/>
          <c:y val="0.106801144473343"/>
          <c:w val="0.83148804946983024"/>
          <c:h val="0.8658596717612191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Hoja1!$B$301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Hoja1!$C$300:$D$300</c:f>
              <c:strCache>
                <c:ptCount val="2"/>
                <c:pt idx="0">
                  <c:v>En el país</c:v>
                </c:pt>
                <c:pt idx="1">
                  <c:v>Personal</c:v>
                </c:pt>
              </c:strCache>
            </c:strRef>
          </c:cat>
          <c:val>
            <c:numRef>
              <c:f>Hoja1!$C$301:$D$301</c:f>
              <c:numCache>
                <c:formatCode>0%</c:formatCode>
                <c:ptCount val="2"/>
                <c:pt idx="0">
                  <c:v>3.5076724066293051E-2</c:v>
                </c:pt>
                <c:pt idx="1">
                  <c:v>6.1225832600935129E-2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B11-4AA1-9A42-AF9B0F5F42D7}"/>
            </c:ext>
          </c:extLst>
        </c:ser>
        <c:ser>
          <c:idx val="1"/>
          <c:order val="1"/>
          <c:tx>
            <c:strRef>
              <c:f>Hoja1!$B$302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Hoja1!$C$300:$D$300</c:f>
              <c:strCache>
                <c:ptCount val="2"/>
                <c:pt idx="0">
                  <c:v>En el país</c:v>
                </c:pt>
                <c:pt idx="1">
                  <c:v>Personal</c:v>
                </c:pt>
              </c:strCache>
            </c:strRef>
          </c:cat>
          <c:val>
            <c:numRef>
              <c:f>Hoja1!$C$302:$D$302</c:f>
              <c:numCache>
                <c:formatCode>0%</c:formatCode>
                <c:ptCount val="2"/>
                <c:pt idx="0">
                  <c:v>0.35473001089747652</c:v>
                </c:pt>
                <c:pt idx="1">
                  <c:v>0.37870083707987656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BB11-4AA1-9A42-AF9B0F5F42D7}"/>
            </c:ext>
          </c:extLst>
        </c:ser>
        <c:ser>
          <c:idx val="2"/>
          <c:order val="2"/>
          <c:tx>
            <c:strRef>
              <c:f>Hoja1!$B$303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Hoja1!$C$300:$D$300</c:f>
              <c:strCache>
                <c:ptCount val="2"/>
                <c:pt idx="0">
                  <c:v>En el país</c:v>
                </c:pt>
                <c:pt idx="1">
                  <c:v>Personal</c:v>
                </c:pt>
              </c:strCache>
            </c:strRef>
          </c:cat>
          <c:val>
            <c:numRef>
              <c:f>Hoja1!$C$303:$D$303</c:f>
              <c:numCache>
                <c:formatCode>0%</c:formatCode>
                <c:ptCount val="2"/>
                <c:pt idx="0">
                  <c:v>0.30149015354353509</c:v>
                </c:pt>
                <c:pt idx="1">
                  <c:v>0.38086741361368437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B11-4AA1-9A42-AF9B0F5F42D7}"/>
            </c:ext>
          </c:extLst>
        </c:ser>
        <c:ser>
          <c:idx val="3"/>
          <c:order val="3"/>
          <c:tx>
            <c:strRef>
              <c:f>Hoja1!$B$304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Black" panose="02000000000000000000" pitchFamily="2" charset="0"/>
                    <a:cs typeface="Roboto Black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Hoja1!$C$300:$D$300</c:f>
              <c:strCache>
                <c:ptCount val="2"/>
                <c:pt idx="0">
                  <c:v>En el país</c:v>
                </c:pt>
                <c:pt idx="1">
                  <c:v>Personal</c:v>
                </c:pt>
              </c:strCache>
            </c:strRef>
          </c:cat>
          <c:val>
            <c:numRef>
              <c:f>Hoja1!$C$304:$D$304</c:f>
              <c:numCache>
                <c:formatCode>0%</c:formatCode>
                <c:ptCount val="2"/>
                <c:pt idx="0">
                  <c:v>0.29426291688381773</c:v>
                </c:pt>
                <c:pt idx="1">
                  <c:v>0.13789287577180886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BB11-4AA1-9A42-AF9B0F5F42D7}"/>
            </c:ext>
          </c:extLst>
        </c:ser>
        <c:ser>
          <c:idx val="4"/>
          <c:order val="4"/>
          <c:tx>
            <c:strRef>
              <c:f>Hoja1!$B$305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s-AR"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Hoja1!$C$300:$D$300</c:f>
              <c:strCache>
                <c:ptCount val="2"/>
                <c:pt idx="0">
                  <c:v>En el país</c:v>
                </c:pt>
                <c:pt idx="1">
                  <c:v>Personal</c:v>
                </c:pt>
              </c:strCache>
            </c:strRef>
          </c:cat>
          <c:val>
            <c:numRef>
              <c:f>Hoja1!$C$305:$D$305</c:f>
              <c:numCache>
                <c:formatCode>0%</c:formatCode>
                <c:ptCount val="2"/>
                <c:pt idx="0">
                  <c:v>1.4440194608878718E-2</c:v>
                </c:pt>
                <c:pt idx="1">
                  <c:v>4.1313040933696102E-2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BB11-4AA1-9A42-AF9B0F5F42D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384733744"/>
        <c:axId val="384736880"/>
      </c:barChart>
      <c:catAx>
        <c:axId val="38473374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384736880"/>
        <c:crosses val="autoZero"/>
        <c:auto val="1"/>
        <c:lblAlgn val="ctr"/>
        <c:lblOffset val="100"/>
        <c:noMultiLvlLbl val="0"/>
      </c:catAx>
      <c:valAx>
        <c:axId val="384736880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384733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4554985536835821E-3"/>
          <c:y val="2.588786313521128E-2"/>
          <c:w val="0.68241794566971892"/>
          <c:h val="4.012990530911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4">
    <c:autoUpdate val="0"/>
  </c:externalData>
  <c:userShapes r:id="rId5"/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dirty="0"/>
              <a:t>Situación económica del país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3.4857198538246217E-2"/>
          <c:y val="0.19394095350505128"/>
          <c:w val="0.93627071285628083"/>
          <c:h val="0.71282719596818522"/>
        </c:manualLayout>
      </c:layout>
      <c:lineChart>
        <c:grouping val="standard"/>
        <c:varyColors val="0"/>
        <c:ser>
          <c:idx val="0"/>
          <c:order val="0"/>
          <c:tx>
            <c:strRef>
              <c:f>'Sit. eco.'!$K$3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'Sit. eco.'!$O$2:$S$2</c:f>
              <c:numCache>
                <c:formatCode>mmm\-yy</c:formatCode>
                <c:ptCount val="5"/>
                <c:pt idx="0">
                  <c:v>45383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'Sit. eco.'!$O$3:$S$3</c:f>
              <c:numCache>
                <c:formatCode>0%</c:formatCode>
                <c:ptCount val="5"/>
                <c:pt idx="0">
                  <c:v>0.22054376658344849</c:v>
                </c:pt>
                <c:pt idx="1">
                  <c:v>0.2014438746049538</c:v>
                </c:pt>
                <c:pt idx="2">
                  <c:v>0.26011734353288279</c:v>
                </c:pt>
                <c:pt idx="3">
                  <c:v>0.35785792549496409</c:v>
                </c:pt>
                <c:pt idx="4">
                  <c:v>0.38980673496376955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BF3C-48DA-908C-C7D70BAD8D70}"/>
            </c:ext>
          </c:extLst>
        </c:ser>
        <c:ser>
          <c:idx val="1"/>
          <c:order val="1"/>
          <c:tx>
            <c:strRef>
              <c:f>'Sit. eco.'!$K$4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'Sit. eco.'!$O$2:$S$2</c:f>
              <c:numCache>
                <c:formatCode>mmm\-yy</c:formatCode>
                <c:ptCount val="5"/>
                <c:pt idx="0">
                  <c:v>45383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'Sit. eco.'!$O$4:$S$4</c:f>
              <c:numCache>
                <c:formatCode>0%</c:formatCode>
                <c:ptCount val="5"/>
                <c:pt idx="0">
                  <c:v>0.74416732161787136</c:v>
                </c:pt>
                <c:pt idx="1">
                  <c:v>0.73715330767648224</c:v>
                </c:pt>
                <c:pt idx="2">
                  <c:v>0.70190077959906283</c:v>
                </c:pt>
                <c:pt idx="3">
                  <c:v>0.61</c:v>
                </c:pt>
                <c:pt idx="4">
                  <c:v>0.59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BF3C-48DA-908C-C7D70BAD8D70}"/>
            </c:ext>
          </c:extLst>
        </c:ser>
        <c:ser>
          <c:idx val="2"/>
          <c:order val="2"/>
          <c:tx>
            <c:strRef>
              <c:f>'Sit. eco.'!$K$5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FFFF">
                  <a:lumMod val="65000"/>
                </a:srgbClr>
              </a:solidFill>
              <a:ln w="66675">
                <a:solidFill>
                  <a:srgbClr val="FFFFFF">
                    <a:lumMod val="75000"/>
                  </a:s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'Sit. eco.'!$O$2:$S$2</c:f>
              <c:numCache>
                <c:formatCode>mmm\-yy</c:formatCode>
                <c:ptCount val="5"/>
                <c:pt idx="0">
                  <c:v>45383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'Sit. eco.'!$O$5:$S$5</c:f>
              <c:numCache>
                <c:formatCode>0%</c:formatCode>
                <c:ptCount val="5"/>
                <c:pt idx="0">
                  <c:v>3.5288911798680149E-2</c:v>
                </c:pt>
                <c:pt idx="1">
                  <c:v>6.1402817718564061E-2</c:v>
                </c:pt>
                <c:pt idx="2">
                  <c:v>3.7981876868053412E-2</c:v>
                </c:pt>
                <c:pt idx="3">
                  <c:v>3.8910506464696945E-2</c:v>
                </c:pt>
                <c:pt idx="4">
                  <c:v>1.4440194608878718E-2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BF3C-48DA-908C-C7D70BAD8D7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84736096"/>
        <c:axId val="384744328"/>
      </c:lineChart>
      <c:dateAx>
        <c:axId val="384736096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384744328"/>
        <c:crosses val="autoZero"/>
        <c:auto val="0"/>
        <c:lblOffset val="100"/>
        <c:baseTimeUnit val="days"/>
        <c:majorUnit val="1"/>
        <c:majorTimeUnit val="months"/>
      </c:dateAx>
      <c:valAx>
        <c:axId val="384744328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384736096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8.9375424085379601E-2"/>
          <c:w val="0.46214247783263834"/>
          <c:h val="3.80497918816823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800" b="1" i="0" u="none" strike="noStrike" kern="1200" spc="0" baseline="0">
                <a:solidFill>
                  <a:prstClr val="black"/>
                </a:solidFill>
                <a:latin typeface="HelveticaNeue Std"/>
                <a:ea typeface="+mn-ea"/>
                <a:cs typeface="+mn-cs"/>
              </a:defRPr>
            </a:pPr>
            <a:r>
              <a:rPr lang="es-ES" sz="2800" b="1" i="0" u="none" strike="noStrike" kern="1200" spc="0" baseline="0" dirty="0">
                <a:solidFill>
                  <a:prstClr val="black"/>
                </a:solidFill>
                <a:latin typeface="HelveticaNeue Std"/>
              </a:rPr>
              <a:t>Situación económica personal</a:t>
            </a:r>
          </a:p>
        </c:rich>
      </c:tx>
      <c:layout>
        <c:manualLayout>
          <c:xMode val="edge"/>
          <c:yMode val="edge"/>
          <c:x val="1.2825381831064934E-2"/>
          <c:y val="1.40768265478138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800" b="1" i="0" u="none" strike="noStrike" kern="1200" spc="0" baseline="0">
              <a:solidFill>
                <a:prstClr val="black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2.8487896099828887E-2"/>
          <c:y val="0.19394095350505128"/>
          <c:w val="0.9429140420381118"/>
          <c:h val="0.71282719596818522"/>
        </c:manualLayout>
      </c:layout>
      <c:lineChart>
        <c:grouping val="standard"/>
        <c:varyColors val="0"/>
        <c:ser>
          <c:idx val="0"/>
          <c:order val="0"/>
          <c:tx>
            <c:strRef>
              <c:f>'Sit. eco.'!$K$10</c:f>
              <c:strCache>
                <c:ptCount val="1"/>
                <c:pt idx="0">
                  <c:v>Positiva</c:v>
                </c:pt>
              </c:strCache>
            </c:strRef>
          </c:tx>
          <c:spPr>
            <a:ln w="57150" cap="rnd">
              <a:solidFill>
                <a:srgbClr val="04967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4967A"/>
              </a:solidFill>
              <a:ln w="66675">
                <a:solidFill>
                  <a:srgbClr val="04967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HelveticaNeue Std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'Sit. eco.'!$O$9:$S$9</c:f>
              <c:numCache>
                <c:formatCode>mmm\-yy</c:formatCode>
                <c:ptCount val="5"/>
                <c:pt idx="0">
                  <c:v>45383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'Sit. eco.'!$O$10:$S$10</c:f>
              <c:numCache>
                <c:formatCode>0%</c:formatCode>
                <c:ptCount val="5"/>
                <c:pt idx="0">
                  <c:v>0.30025580381285744</c:v>
                </c:pt>
                <c:pt idx="1">
                  <c:v>0.34</c:v>
                </c:pt>
                <c:pt idx="2">
                  <c:v>0.35997229085040955</c:v>
                </c:pt>
                <c:pt idx="3">
                  <c:v>0.39712942579999955</c:v>
                </c:pt>
                <c:pt idx="4">
                  <c:v>0.43992666968081168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0AF8-4E08-A3B1-7479FFE3F099}"/>
            </c:ext>
          </c:extLst>
        </c:ser>
        <c:ser>
          <c:idx val="1"/>
          <c:order val="1"/>
          <c:tx>
            <c:strRef>
              <c:f>'Sit. eco.'!$K$11</c:f>
              <c:strCache>
                <c:ptCount val="1"/>
                <c:pt idx="0">
                  <c:v>Negativa</c:v>
                </c:pt>
              </c:strCache>
            </c:strRef>
          </c:tx>
          <c:spPr>
            <a:ln w="57150" cap="rnd">
              <a:solidFill>
                <a:srgbClr val="C1273A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C1273A"/>
              </a:solidFill>
              <a:ln w="73025">
                <a:solidFill>
                  <a:srgbClr val="C1273A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rgbClr val="C1273A"/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'Sit. eco.'!$O$9:$S$9</c:f>
              <c:numCache>
                <c:formatCode>mmm\-yy</c:formatCode>
                <c:ptCount val="5"/>
                <c:pt idx="0">
                  <c:v>45383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'Sit. eco.'!$O$11:$S$11</c:f>
              <c:numCache>
                <c:formatCode>0%</c:formatCode>
                <c:ptCount val="5"/>
                <c:pt idx="0">
                  <c:v>0.67796397084176574</c:v>
                </c:pt>
                <c:pt idx="1">
                  <c:v>0.62846653539687292</c:v>
                </c:pt>
                <c:pt idx="2">
                  <c:v>0.57067597122521396</c:v>
                </c:pt>
                <c:pt idx="3">
                  <c:v>0.58064071648486015</c:v>
                </c:pt>
                <c:pt idx="4">
                  <c:v>0.51876028938549323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0AF8-4E08-A3B1-7479FFE3F099}"/>
            </c:ext>
          </c:extLst>
        </c:ser>
        <c:ser>
          <c:idx val="2"/>
          <c:order val="2"/>
          <c:tx>
            <c:strRef>
              <c:f>'Sit. eco.'!$K$12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rgbClr val="FFFFFF">
                  <a:lumMod val="75000"/>
                </a:srgbClr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FFFFFF">
                  <a:lumMod val="65000"/>
                </a:srgbClr>
              </a:solidFill>
              <a:ln w="66675">
                <a:solidFill>
                  <a:srgbClr val="FFFFFF">
                    <a:lumMod val="75000"/>
                  </a:s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 Std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'Sit. eco.'!$O$9:$S$9</c:f>
              <c:numCache>
                <c:formatCode>mmm\-yy</c:formatCode>
                <c:ptCount val="5"/>
                <c:pt idx="0">
                  <c:v>45383</c:v>
                </c:pt>
                <c:pt idx="1">
                  <c:v>45505</c:v>
                </c:pt>
                <c:pt idx="2">
                  <c:v>45566</c:v>
                </c:pt>
                <c:pt idx="3">
                  <c:v>45627</c:v>
                </c:pt>
                <c:pt idx="4">
                  <c:v>45717</c:v>
                </c:pt>
              </c:numCache>
            </c:numRef>
          </c:cat>
          <c:val>
            <c:numRef>
              <c:f>'Sit. eco.'!$O$12:$S$12</c:f>
              <c:numCache>
                <c:formatCode>0%</c:formatCode>
                <c:ptCount val="5"/>
                <c:pt idx="0">
                  <c:v>2.1780225345376835E-2</c:v>
                </c:pt>
                <c:pt idx="1">
                  <c:v>3.8926398866100151E-2</c:v>
                </c:pt>
                <c:pt idx="2">
                  <c:v>6.9351737924375365E-2</c:v>
                </c:pt>
                <c:pt idx="3">
                  <c:v>2.2229857715135838E-2</c:v>
                </c:pt>
                <c:pt idx="4">
                  <c:v>4.1313040933696102E-2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0AF8-4E08-A3B1-7479FFE3F09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84741192"/>
        <c:axId val="384737272"/>
      </c:lineChart>
      <c:dateAx>
        <c:axId val="384741192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endParaRPr lang="es-AR"/>
          </a:p>
        </c:txPr>
        <c:crossAx val="384737272"/>
        <c:crosses val="autoZero"/>
        <c:auto val="0"/>
        <c:lblOffset val="100"/>
        <c:baseTimeUnit val="days"/>
        <c:majorUnit val="1"/>
        <c:majorTimeUnit val="months"/>
      </c:dateAx>
      <c:valAx>
        <c:axId val="384737272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384741192"/>
        <c:crossesAt val="43525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9.05446798402815E-2"/>
          <c:w val="0.46209844040653142"/>
          <c:h val="3.81146051789426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+mn-ea"/>
              <a:cs typeface="+mn-cs"/>
            </a:defRPr>
          </a:pPr>
          <a:endParaRPr lang="es-AR"/>
        </a:p>
      </c:txPr>
    </c:legend>
    <c:plotVisOnly val="1"/>
    <c:dispBlanksAs val="zero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</a:defRPr>
      </a:pPr>
      <a:endParaRPr lang="es-AR"/>
    </a:p>
  </c:txPr>
  <c:externalData r:id="rId4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Sheet1!$B$368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Sheet1!$C$367:$BE$367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Sheet1!$C$368:$BE$368</c:f>
              <c:numCache>
                <c:formatCode>General</c:formatCode>
                <c:ptCount val="55"/>
                <c:pt idx="0" formatCode="0%">
                  <c:v>3.5076724066293051E-2</c:v>
                </c:pt>
                <c:pt idx="2" formatCode="0%">
                  <c:v>4.4151741185085497E-2</c:v>
                </c:pt>
                <c:pt idx="3" formatCode="0%">
                  <c:v>2.6036456818414842E-2</c:v>
                </c:pt>
                <c:pt idx="5" formatCode="0%">
                  <c:v>1.1885214763557712E-2</c:v>
                </c:pt>
                <c:pt idx="6" formatCode="0%">
                  <c:v>3.3184515719936532E-2</c:v>
                </c:pt>
                <c:pt idx="7" formatCode="0%">
                  <c:v>8.1347938647100632E-2</c:v>
                </c:pt>
                <c:pt idx="8" formatCode="0%">
                  <c:v>1.1564724554441883E-2</c:v>
                </c:pt>
                <c:pt idx="10" formatCode="0%">
                  <c:v>4.6275437083398263E-2</c:v>
                </c:pt>
                <c:pt idx="11" formatCode="0%">
                  <c:v>2.4225696140519372E-2</c:v>
                </c:pt>
                <c:pt idx="12" formatCode="0%">
                  <c:v>3.8841270391015557E-2</c:v>
                </c:pt>
                <c:pt idx="14" formatCode="0%">
                  <c:v>2.4822744757572589E-2</c:v>
                </c:pt>
                <c:pt idx="15" formatCode="0%">
                  <c:v>4.1091315999944887E-2</c:v>
                </c:pt>
                <c:pt idx="16" formatCode="0%">
                  <c:v>3.2808198484515098E-2</c:v>
                </c:pt>
                <c:pt idx="17" formatCode="0%">
                  <c:v>5.9329206512187052E-2</c:v>
                </c:pt>
                <c:pt idx="19" formatCode="0%">
                  <c:v>3.096861006088036E-2</c:v>
                </c:pt>
                <c:pt idx="20" formatCode="0%">
                  <c:v>4.1556754695882152E-2</c:v>
                </c:pt>
                <c:pt idx="22" formatCode="0%">
                  <c:v>8.2335933233065553E-2</c:v>
                </c:pt>
                <c:pt idx="23" formatCode="0%">
                  <c:v>2.1105582941362791E-2</c:v>
                </c:pt>
                <c:pt idx="24" formatCode="0%">
                  <c:v>2.7260445802649039E-2</c:v>
                </c:pt>
                <c:pt idx="25" formatCode="0%">
                  <c:v>2.5325522344888402E-2</c:v>
                </c:pt>
                <c:pt idx="27" formatCode="0%">
                  <c:v>4.7203768503605387E-2</c:v>
                </c:pt>
                <c:pt idx="28" formatCode="0%">
                  <c:v>2.727185307436112E-2</c:v>
                </c:pt>
                <c:pt idx="29" formatCode="0%">
                  <c:v>2.860911972577351E-2</c:v>
                </c:pt>
                <c:pt idx="31" formatCode="0%">
                  <c:v>4.404391893992031E-2</c:v>
                </c:pt>
                <c:pt idx="32" formatCode="0%">
                  <c:v>4.3878886480334519E-3</c:v>
                </c:pt>
                <c:pt idx="33" formatCode="0%">
                  <c:v>3.932363551161737E-4</c:v>
                </c:pt>
                <c:pt idx="34" formatCode="0%">
                  <c:v>1.0317430417347699E-2</c:v>
                </c:pt>
                <c:pt idx="35" formatCode="0%">
                  <c:v>6.198211859787953E-3</c:v>
                </c:pt>
                <c:pt idx="36" formatCode="0%">
                  <c:v>9.7374729398699025E-2</c:v>
                </c:pt>
                <c:pt idx="38" formatCode="0%">
                  <c:v>1.491289431173022E-3</c:v>
                </c:pt>
                <c:pt idx="39" formatCode="0%">
                  <c:v>4.9670971999922923E-6</c:v>
                </c:pt>
                <c:pt idx="40" formatCode="0%">
                  <c:v>6.9531314611314621E-2</c:v>
                </c:pt>
                <c:pt idx="41" formatCode="0%">
                  <c:v>7.5138747693309652E-2</c:v>
                </c:pt>
                <c:pt idx="43" formatCode="0%">
                  <c:v>7.027940293793028E-2</c:v>
                </c:pt>
                <c:pt idx="44" formatCode="0%">
                  <c:v>5.5848217334336147E-5</c:v>
                </c:pt>
                <c:pt idx="46" formatCode="0%">
                  <c:v>0.11216279436953885</c:v>
                </c:pt>
                <c:pt idx="47" formatCode="0%">
                  <c:v>1.3859042234713862E-3</c:v>
                </c:pt>
                <c:pt idx="48" formatCode="0%">
                  <c:v>3.1893904240121305E-2</c:v>
                </c:pt>
                <c:pt idx="49" formatCode="0%">
                  <c:v>0</c:v>
                </c:pt>
                <c:pt idx="51" formatCode="0%">
                  <c:v>4.9163308614963768E-3</c:v>
                </c:pt>
                <c:pt idx="52" formatCode="0%">
                  <c:v>1.9706669889837762E-2</c:v>
                </c:pt>
                <c:pt idx="53" formatCode="0%">
                  <c:v>0</c:v>
                </c:pt>
                <c:pt idx="54" formatCode="0%">
                  <c:v>6.3240681441676203E-2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Sheet1!$B$369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Sheet1!$C$367:$BE$367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Sheet1!$C$369:$BE$369</c:f>
              <c:numCache>
                <c:formatCode>General</c:formatCode>
                <c:ptCount val="55"/>
                <c:pt idx="0" formatCode="0%">
                  <c:v>0.35473001089747652</c:v>
                </c:pt>
                <c:pt idx="2" formatCode="0%">
                  <c:v>0.30786431361838612</c:v>
                </c:pt>
                <c:pt idx="3" formatCode="0%">
                  <c:v>0.40149158139934032</c:v>
                </c:pt>
                <c:pt idx="5" formatCode="0%">
                  <c:v>0.3471130487100374</c:v>
                </c:pt>
                <c:pt idx="6" formatCode="0%">
                  <c:v>0.41227297186341594</c:v>
                </c:pt>
                <c:pt idx="7" formatCode="0%">
                  <c:v>0.34873648441866689</c:v>
                </c:pt>
                <c:pt idx="8" formatCode="0%">
                  <c:v>0.30863029677913467</c:v>
                </c:pt>
                <c:pt idx="10" formatCode="0%">
                  <c:v>0.3667996533121094</c:v>
                </c:pt>
                <c:pt idx="11" formatCode="0%">
                  <c:v>0.33099758798206369</c:v>
                </c:pt>
                <c:pt idx="12" formatCode="0%">
                  <c:v>0.37218752807767991</c:v>
                </c:pt>
                <c:pt idx="14" formatCode="0%">
                  <c:v>0.36947116024680254</c:v>
                </c:pt>
                <c:pt idx="15" formatCode="0%">
                  <c:v>0.28198408888205684</c:v>
                </c:pt>
                <c:pt idx="16" formatCode="0%">
                  <c:v>0.44835092024067785</c:v>
                </c:pt>
                <c:pt idx="17" formatCode="0%">
                  <c:v>0.35008294051539918</c:v>
                </c:pt>
                <c:pt idx="19" formatCode="0%">
                  <c:v>0.31575272453764208</c:v>
                </c:pt>
                <c:pt idx="20" formatCode="0%">
                  <c:v>0.41621175389127141</c:v>
                </c:pt>
                <c:pt idx="22" formatCode="0%">
                  <c:v>0.32161421776070648</c:v>
                </c:pt>
                <c:pt idx="23" formatCode="0%">
                  <c:v>0.37169249452893782</c:v>
                </c:pt>
                <c:pt idx="24" formatCode="0%">
                  <c:v>0.43115234019160281</c:v>
                </c:pt>
                <c:pt idx="25" formatCode="0%">
                  <c:v>0.37178266294099255</c:v>
                </c:pt>
                <c:pt idx="27" formatCode="0%">
                  <c:v>0.27334702548130507</c:v>
                </c:pt>
                <c:pt idx="28" formatCode="0%">
                  <c:v>0.41622378239344582</c:v>
                </c:pt>
                <c:pt idx="29" formatCode="0%">
                  <c:v>0.44574907850649981</c:v>
                </c:pt>
                <c:pt idx="31" formatCode="0%">
                  <c:v>0.36143779807812088</c:v>
                </c:pt>
                <c:pt idx="32" formatCode="0%">
                  <c:v>5.5398602735385856E-3</c:v>
                </c:pt>
                <c:pt idx="33" formatCode="0%">
                  <c:v>3.2044312463891993E-2</c:v>
                </c:pt>
                <c:pt idx="34" formatCode="0%">
                  <c:v>0.7222542564977672</c:v>
                </c:pt>
                <c:pt idx="35" formatCode="0%">
                  <c:v>0.48229484712229831</c:v>
                </c:pt>
                <c:pt idx="36" formatCode="0%">
                  <c:v>0.72556735200346101</c:v>
                </c:pt>
                <c:pt idx="38" formatCode="0%">
                  <c:v>0.39226046311894813</c:v>
                </c:pt>
                <c:pt idx="39" formatCode="0%">
                  <c:v>8.4595366274482664E-2</c:v>
                </c:pt>
                <c:pt idx="40" formatCode="0%">
                  <c:v>0.56459162855008582</c:v>
                </c:pt>
                <c:pt idx="41" formatCode="0%">
                  <c:v>0.70615190440878994</c:v>
                </c:pt>
                <c:pt idx="43" formatCode="0%">
                  <c:v>0.65725581641802922</c:v>
                </c:pt>
                <c:pt idx="44" formatCode="0%">
                  <c:v>8.0418264713140786E-2</c:v>
                </c:pt>
                <c:pt idx="46" formatCode="0%">
                  <c:v>0.68935493515414858</c:v>
                </c:pt>
                <c:pt idx="47" formatCode="0%">
                  <c:v>0.69883441824312154</c:v>
                </c:pt>
                <c:pt idx="48" formatCode="0%">
                  <c:v>9.083615140553368E-2</c:v>
                </c:pt>
                <c:pt idx="49" formatCode="0%">
                  <c:v>0</c:v>
                </c:pt>
                <c:pt idx="51" formatCode="0%">
                  <c:v>1.5013721165166057E-2</c:v>
                </c:pt>
                <c:pt idx="52" formatCode="0%">
                  <c:v>2.4215252672014423E-2</c:v>
                </c:pt>
                <c:pt idx="53" formatCode="0%">
                  <c:v>0.37474603423587433</c:v>
                </c:pt>
                <c:pt idx="54" formatCode="0%">
                  <c:v>0.61631221165629935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Sheet1!$B$370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Sheet1!$C$367:$BE$367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Sheet1!$C$370:$BE$370</c:f>
              <c:numCache>
                <c:formatCode>General</c:formatCode>
                <c:ptCount val="55"/>
                <c:pt idx="0" formatCode="0%">
                  <c:v>0.30149015354353509</c:v>
                </c:pt>
                <c:pt idx="2" formatCode="0%">
                  <c:v>0.37009331369183324</c:v>
                </c:pt>
                <c:pt idx="3" formatCode="0%">
                  <c:v>0.23301431374230794</c:v>
                </c:pt>
                <c:pt idx="5" formatCode="0%">
                  <c:v>0.45057192099162796</c:v>
                </c:pt>
                <c:pt idx="6" formatCode="0%">
                  <c:v>0.27308917318550258</c:v>
                </c:pt>
                <c:pt idx="7" formatCode="0%">
                  <c:v>0.23053838212737487</c:v>
                </c:pt>
                <c:pt idx="8" formatCode="0%">
                  <c:v>0.25973281547652155</c:v>
                </c:pt>
                <c:pt idx="10" formatCode="0%">
                  <c:v>0.1966115606674477</c:v>
                </c:pt>
                <c:pt idx="11" formatCode="0%">
                  <c:v>0.37041574413342365</c:v>
                </c:pt>
                <c:pt idx="12" formatCode="0%">
                  <c:v>0.30263255475911061</c:v>
                </c:pt>
                <c:pt idx="14" formatCode="0%">
                  <c:v>0.18832247149316811</c:v>
                </c:pt>
                <c:pt idx="15" formatCode="0%">
                  <c:v>0.41075787009681591</c:v>
                </c:pt>
                <c:pt idx="16" formatCode="0%">
                  <c:v>0.25231871166958825</c:v>
                </c:pt>
                <c:pt idx="17" formatCode="0%">
                  <c:v>0.31468121228928408</c:v>
                </c:pt>
                <c:pt idx="19" formatCode="0%">
                  <c:v>0.33630737547879358</c:v>
                </c:pt>
                <c:pt idx="20" formatCode="0%">
                  <c:v>0.24657038639967907</c:v>
                </c:pt>
                <c:pt idx="22" formatCode="0%">
                  <c:v>0.24108453090010534</c:v>
                </c:pt>
                <c:pt idx="23" formatCode="0%">
                  <c:v>0.30200242296563756</c:v>
                </c:pt>
                <c:pt idx="24" formatCode="0%">
                  <c:v>0.30309812133957398</c:v>
                </c:pt>
                <c:pt idx="25" formatCode="0%">
                  <c:v>0.29164233377505294</c:v>
                </c:pt>
                <c:pt idx="27" formatCode="0%">
                  <c:v>0.35030941299452745</c:v>
                </c:pt>
                <c:pt idx="28" formatCode="0%">
                  <c:v>0.15652329029172135</c:v>
                </c:pt>
                <c:pt idx="29" formatCode="0%">
                  <c:v>0.34060246938206423</c:v>
                </c:pt>
                <c:pt idx="31" formatCode="0%">
                  <c:v>0.37857521353753687</c:v>
                </c:pt>
                <c:pt idx="32" formatCode="0%">
                  <c:v>0.31993168727187427</c:v>
                </c:pt>
                <c:pt idx="33" formatCode="0%">
                  <c:v>0.31795490866153536</c:v>
                </c:pt>
                <c:pt idx="34" formatCode="0%">
                  <c:v>0.25500893720942708</c:v>
                </c:pt>
                <c:pt idx="35" formatCode="0%">
                  <c:v>9.7700008100745486E-2</c:v>
                </c:pt>
                <c:pt idx="36" formatCode="0%">
                  <c:v>0.17686742237892575</c:v>
                </c:pt>
                <c:pt idx="38" formatCode="0%">
                  <c:v>0.30125760537843266</c:v>
                </c:pt>
                <c:pt idx="39" formatCode="0%">
                  <c:v>0.34191467468851855</c:v>
                </c:pt>
                <c:pt idx="40" formatCode="0%">
                  <c:v>0.27104268421906885</c:v>
                </c:pt>
                <c:pt idx="41" formatCode="0%">
                  <c:v>0.17302393692859008</c:v>
                </c:pt>
                <c:pt idx="43" formatCode="0%">
                  <c:v>0.19980143679388424</c:v>
                </c:pt>
                <c:pt idx="44" formatCode="0%">
                  <c:v>0.35185070115521133</c:v>
                </c:pt>
                <c:pt idx="46" formatCode="0%">
                  <c:v>0.1902309492297363</c:v>
                </c:pt>
                <c:pt idx="47" formatCode="0%">
                  <c:v>0.24321229924755142</c:v>
                </c:pt>
                <c:pt idx="48" formatCode="0%">
                  <c:v>0.64759095254000631</c:v>
                </c:pt>
                <c:pt idx="49" formatCode="0%">
                  <c:v>0.22658147137353088</c:v>
                </c:pt>
                <c:pt idx="51" formatCode="0%">
                  <c:v>0.14164678553648416</c:v>
                </c:pt>
                <c:pt idx="52" formatCode="0%">
                  <c:v>0.44932579301859138</c:v>
                </c:pt>
                <c:pt idx="53" formatCode="0%">
                  <c:v>0.44330189799498998</c:v>
                </c:pt>
                <c:pt idx="54" formatCode="0%">
                  <c:v>0.26480868246449535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Sheet1!$B$371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Sheet1!$C$367:$BE$367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Sheet1!$C$371:$BE$371</c:f>
              <c:numCache>
                <c:formatCode>General</c:formatCode>
                <c:ptCount val="55"/>
                <c:pt idx="0" formatCode="0%">
                  <c:v>0.29426291688381773</c:v>
                </c:pt>
                <c:pt idx="2" formatCode="0%">
                  <c:v>0.26526207313401579</c:v>
                </c:pt>
                <c:pt idx="3" formatCode="0%">
                  <c:v>0.32320973916989842</c:v>
                </c:pt>
                <c:pt idx="5" formatCode="0%">
                  <c:v>0.18305350107963622</c:v>
                </c:pt>
                <c:pt idx="6" formatCode="0%">
                  <c:v>0.26658497183216251</c:v>
                </c:pt>
                <c:pt idx="7" formatCode="0%">
                  <c:v>0.3286532016017914</c:v>
                </c:pt>
                <c:pt idx="8" formatCode="0%">
                  <c:v>0.39535729804994757</c:v>
                </c:pt>
                <c:pt idx="10" formatCode="0%">
                  <c:v>0.35706455222743261</c:v>
                </c:pt>
                <c:pt idx="11" formatCode="0%">
                  <c:v>0.26426672731690609</c:v>
                </c:pt>
                <c:pt idx="12" formatCode="0%">
                  <c:v>0.28102560412391508</c:v>
                </c:pt>
                <c:pt idx="14" formatCode="0%">
                  <c:v>0.38452370579434214</c:v>
                </c:pt>
                <c:pt idx="15" formatCode="0%">
                  <c:v>0.26177718382980675</c:v>
                </c:pt>
                <c:pt idx="16" formatCode="0%">
                  <c:v>0.25717516163761589</c:v>
                </c:pt>
                <c:pt idx="17" formatCode="0%">
                  <c:v>0.27590664068312976</c:v>
                </c:pt>
                <c:pt idx="19" formatCode="0%">
                  <c:v>0.30448774602066686</c:v>
                </c:pt>
                <c:pt idx="20" formatCode="0%">
                  <c:v>0.27813454121025954</c:v>
                </c:pt>
                <c:pt idx="22" formatCode="0%">
                  <c:v>0.3409064934008903</c:v>
                </c:pt>
                <c:pt idx="23" formatCode="0%">
                  <c:v>0.29680146079237851</c:v>
                </c:pt>
                <c:pt idx="24" formatCode="0%">
                  <c:v>0.23767752405667927</c:v>
                </c:pt>
                <c:pt idx="25" formatCode="0%">
                  <c:v>0.29010351547503949</c:v>
                </c:pt>
                <c:pt idx="27" formatCode="0%">
                  <c:v>0.32829461079992028</c:v>
                </c:pt>
                <c:pt idx="28" formatCode="0%">
                  <c:v>0.38462367515267909</c:v>
                </c:pt>
                <c:pt idx="29" formatCode="0%">
                  <c:v>0.1590003720365126</c:v>
                </c:pt>
                <c:pt idx="31" formatCode="0%">
                  <c:v>0.19321808252256362</c:v>
                </c:pt>
                <c:pt idx="32" formatCode="0%">
                  <c:v>0.66236695874312834</c:v>
                </c:pt>
                <c:pt idx="33" formatCode="0%">
                  <c:v>0.6495761557056654</c:v>
                </c:pt>
                <c:pt idx="34" formatCode="0%">
                  <c:v>1.2018091776059621E-2</c:v>
                </c:pt>
                <c:pt idx="35" formatCode="0%">
                  <c:v>0.37197153531427318</c:v>
                </c:pt>
                <c:pt idx="36" formatCode="0%">
                  <c:v>7.4714607128285144E-6</c:v>
                </c:pt>
                <c:pt idx="38" formatCode="0%">
                  <c:v>0.28872672275638434</c:v>
                </c:pt>
                <c:pt idx="39" formatCode="0%">
                  <c:v>0.56831185455832023</c:v>
                </c:pt>
                <c:pt idx="40" formatCode="0%">
                  <c:v>8.643755562455277E-2</c:v>
                </c:pt>
                <c:pt idx="41" formatCode="0%">
                  <c:v>1.52619572632955E-2</c:v>
                </c:pt>
                <c:pt idx="43" formatCode="0%">
                  <c:v>5.6392007053656233E-2</c:v>
                </c:pt>
                <c:pt idx="44" formatCode="0%">
                  <c:v>0.56291600974668943</c:v>
                </c:pt>
                <c:pt idx="46" formatCode="0%">
                  <c:v>9.2908224752335611E-4</c:v>
                </c:pt>
                <c:pt idx="47" formatCode="0%">
                  <c:v>2.261363556423018E-2</c:v>
                </c:pt>
                <c:pt idx="48" formatCode="0%">
                  <c:v>0.22967899181433885</c:v>
                </c:pt>
                <c:pt idx="49" formatCode="0%">
                  <c:v>0.76870549049583525</c:v>
                </c:pt>
                <c:pt idx="51" formatCode="0%">
                  <c:v>0.83842316243685377</c:v>
                </c:pt>
                <c:pt idx="52" formatCode="0%">
                  <c:v>0.49483895936123434</c:v>
                </c:pt>
                <c:pt idx="53" formatCode="0%">
                  <c:v>0.12564487945539476</c:v>
                </c:pt>
                <c:pt idx="54" formatCode="0%">
                  <c:v>5.1211192757208659E-2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Sheet1!$B$372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Sheet1!$C$367:$BE$367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Sheet1!$C$372:$BE$372</c:f>
              <c:numCache>
                <c:formatCode>General</c:formatCode>
                <c:ptCount val="55"/>
                <c:pt idx="0" formatCode="0%">
                  <c:v>1.4440194608878718E-2</c:v>
                </c:pt>
                <c:pt idx="2" formatCode="0%">
                  <c:v>1.2628558370680132E-2</c:v>
                </c:pt>
                <c:pt idx="3" formatCode="0%">
                  <c:v>1.6247908870037211E-2</c:v>
                </c:pt>
                <c:pt idx="5" formatCode="0%">
                  <c:v>7.3763144551406822E-3</c:v>
                </c:pt>
                <c:pt idx="6" formatCode="0%">
                  <c:v>1.4868367398982087E-2</c:v>
                </c:pt>
                <c:pt idx="7" formatCode="0%">
                  <c:v>1.0723993205065356E-2</c:v>
                </c:pt>
                <c:pt idx="8" formatCode="0%">
                  <c:v>2.4714865139952566E-2</c:v>
                </c:pt>
                <c:pt idx="10" formatCode="0%">
                  <c:v>3.3248796709611728E-2</c:v>
                </c:pt>
                <c:pt idx="11" formatCode="0%">
                  <c:v>1.0094244427086447E-2</c:v>
                </c:pt>
                <c:pt idx="12" formatCode="0%">
                  <c:v>5.3130426482783481E-3</c:v>
                </c:pt>
                <c:pt idx="14" formatCode="0%">
                  <c:v>3.2859917708113834E-2</c:v>
                </c:pt>
                <c:pt idx="15" formatCode="0%">
                  <c:v>4.3895411913745918E-3</c:v>
                </c:pt>
                <c:pt idx="16" formatCode="0%">
                  <c:v>9.347007967603219E-3</c:v>
                </c:pt>
                <c:pt idx="17" formatCode="0%">
                  <c:v>0</c:v>
                </c:pt>
                <c:pt idx="19" formatCode="0%">
                  <c:v>1.2483543902017948E-2</c:v>
                </c:pt>
                <c:pt idx="20" formatCode="0%">
                  <c:v>1.7526563802907746E-2</c:v>
                </c:pt>
                <c:pt idx="22" formatCode="0%">
                  <c:v>1.4058824705231777E-2</c:v>
                </c:pt>
                <c:pt idx="23" formatCode="0%">
                  <c:v>8.3980387716829433E-3</c:v>
                </c:pt>
                <c:pt idx="24" formatCode="0%">
                  <c:v>8.1156860949467623E-4</c:v>
                </c:pt>
                <c:pt idx="25" formatCode="0%">
                  <c:v>2.1145965464026313E-2</c:v>
                </c:pt>
                <c:pt idx="27" formatCode="0%">
                  <c:v>8.4518222064140693E-4</c:v>
                </c:pt>
                <c:pt idx="28" formatCode="0%">
                  <c:v>1.5357399087791847E-2</c:v>
                </c:pt>
                <c:pt idx="29" formatCode="0%">
                  <c:v>2.6038960349149712E-2</c:v>
                </c:pt>
                <c:pt idx="31" formatCode="0%">
                  <c:v>2.2724986921858065E-2</c:v>
                </c:pt>
                <c:pt idx="32" formatCode="0%">
                  <c:v>7.773605063425509E-3</c:v>
                </c:pt>
                <c:pt idx="33" formatCode="0%">
                  <c:v>3.1386813790952235E-5</c:v>
                </c:pt>
                <c:pt idx="34" formatCode="0%">
                  <c:v>4.0128409939772797E-4</c:v>
                </c:pt>
                <c:pt idx="35" formatCode="0%">
                  <c:v>4.1835397602895098E-2</c:v>
                </c:pt>
                <c:pt idx="36" formatCode="0%">
                  <c:v>1.8302475820185246E-4</c:v>
                </c:pt>
                <c:pt idx="38" formatCode="0%">
                  <c:v>1.6263919315061767E-2</c:v>
                </c:pt>
                <c:pt idx="39" formatCode="0%">
                  <c:v>5.1731373814787743E-3</c:v>
                </c:pt>
                <c:pt idx="40" formatCode="0%">
                  <c:v>8.3968169949776381E-3</c:v>
                </c:pt>
                <c:pt idx="41" formatCode="0%">
                  <c:v>3.0423453706014705E-2</c:v>
                </c:pt>
                <c:pt idx="43" formatCode="0%">
                  <c:v>1.6271336796499534E-2</c:v>
                </c:pt>
                <c:pt idx="44" formatCode="0%">
                  <c:v>4.7591761676246186E-3</c:v>
                </c:pt>
                <c:pt idx="46" formatCode="0%">
                  <c:v>7.3222389990517285E-3</c:v>
                </c:pt>
                <c:pt idx="47" formatCode="0%">
                  <c:v>3.3953742721625192E-2</c:v>
                </c:pt>
                <c:pt idx="48" formatCode="0%">
                  <c:v>0</c:v>
                </c:pt>
                <c:pt idx="49" formatCode="0%">
                  <c:v>4.7130381306339751E-3</c:v>
                </c:pt>
                <c:pt idx="51" formatCode="0%">
                  <c:v>0</c:v>
                </c:pt>
                <c:pt idx="52" formatCode="0%">
                  <c:v>1.1913325058322271E-2</c:v>
                </c:pt>
                <c:pt idx="53" formatCode="0%">
                  <c:v>5.6307188313740847E-2</c:v>
                </c:pt>
                <c:pt idx="54" formatCode="0%">
                  <c:v>4.4272316803196984E-3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4736488"/>
        <c:axId val="384737664"/>
      </c:barChart>
      <c:catAx>
        <c:axId val="384736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4737664"/>
        <c:crosses val="autoZero"/>
        <c:auto val="1"/>
        <c:lblAlgn val="ctr"/>
        <c:lblOffset val="100"/>
        <c:noMultiLvlLbl val="0"/>
      </c:catAx>
      <c:valAx>
        <c:axId val="38473766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47364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Sheet1!$B$375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Sheet1!$C$374:$BE$374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Sheet1!$C$375:$BE$375</c:f>
              <c:numCache>
                <c:formatCode>General</c:formatCode>
                <c:ptCount val="55"/>
                <c:pt idx="0" formatCode="0%">
                  <c:v>6.1225832600935129E-2</c:v>
                </c:pt>
                <c:pt idx="2" formatCode="0%">
                  <c:v>8.9603574387810789E-2</c:v>
                </c:pt>
                <c:pt idx="3" formatCode="0%">
                  <c:v>3.2798674757705856E-2</c:v>
                </c:pt>
                <c:pt idx="5" formatCode="0%">
                  <c:v>3.1108642464574787E-2</c:v>
                </c:pt>
                <c:pt idx="6" formatCode="0%">
                  <c:v>9.3106329944116328E-2</c:v>
                </c:pt>
                <c:pt idx="7" formatCode="0%">
                  <c:v>0.10633681802140416</c:v>
                </c:pt>
                <c:pt idx="8" formatCode="0%">
                  <c:v>1.0119509439648955E-2</c:v>
                </c:pt>
                <c:pt idx="10" formatCode="0%">
                  <c:v>9.3576651983765913E-2</c:v>
                </c:pt>
                <c:pt idx="11" formatCode="0%">
                  <c:v>8.2482292754216743E-3</c:v>
                </c:pt>
                <c:pt idx="12" formatCode="0%">
                  <c:v>9.6454868871645005E-2</c:v>
                </c:pt>
                <c:pt idx="14" formatCode="0%">
                  <c:v>7.7930212944547633E-2</c:v>
                </c:pt>
                <c:pt idx="15" formatCode="0%">
                  <c:v>4.3599330736135068E-2</c:v>
                </c:pt>
                <c:pt idx="16" formatCode="0%">
                  <c:v>6.2067374273866133E-2</c:v>
                </c:pt>
                <c:pt idx="17" formatCode="0%">
                  <c:v>0.1218058226806569</c:v>
                </c:pt>
                <c:pt idx="19" formatCode="0%">
                  <c:v>4.7555033497701987E-2</c:v>
                </c:pt>
                <c:pt idx="20" formatCode="0%">
                  <c:v>8.2693022687156226E-2</c:v>
                </c:pt>
                <c:pt idx="22" formatCode="0%">
                  <c:v>3.8385539217501402E-2</c:v>
                </c:pt>
                <c:pt idx="23" formatCode="0%">
                  <c:v>5.0417416061023609E-2</c:v>
                </c:pt>
                <c:pt idx="24" formatCode="0%">
                  <c:v>5.3779329055982379E-2</c:v>
                </c:pt>
                <c:pt idx="25" formatCode="0%">
                  <c:v>5.1354448485223962E-2</c:v>
                </c:pt>
                <c:pt idx="27" formatCode="0%">
                  <c:v>3.9945840691416316E-2</c:v>
                </c:pt>
                <c:pt idx="28" formatCode="0%">
                  <c:v>7.1297728550079736E-2</c:v>
                </c:pt>
                <c:pt idx="29" formatCode="0%">
                  <c:v>3.7696149121490316E-2</c:v>
                </c:pt>
                <c:pt idx="31" formatCode="0%">
                  <c:v>0.10467284733920275</c:v>
                </c:pt>
                <c:pt idx="32" formatCode="0%">
                  <c:v>1.2888958955481198E-5</c:v>
                </c:pt>
                <c:pt idx="33" formatCode="0%">
                  <c:v>1.3847714794287555E-3</c:v>
                </c:pt>
                <c:pt idx="34" formatCode="0%">
                  <c:v>3.2946586713228268E-2</c:v>
                </c:pt>
                <c:pt idx="35" formatCode="0%">
                  <c:v>4.021035944384777E-3</c:v>
                </c:pt>
                <c:pt idx="36" formatCode="0%">
                  <c:v>0.13236792739137462</c:v>
                </c:pt>
                <c:pt idx="38" formatCode="0%">
                  <c:v>8.898473485816431E-3</c:v>
                </c:pt>
                <c:pt idx="39" formatCode="0%">
                  <c:v>2.1634842754853924E-2</c:v>
                </c:pt>
                <c:pt idx="40" formatCode="0%">
                  <c:v>0.12590362144666764</c:v>
                </c:pt>
                <c:pt idx="41" formatCode="0%">
                  <c:v>0.10239779483023712</c:v>
                </c:pt>
                <c:pt idx="43" formatCode="0%">
                  <c:v>0.11980090119791065</c:v>
                </c:pt>
                <c:pt idx="44" formatCode="0%">
                  <c:v>1.9947689287506478E-2</c:v>
                </c:pt>
                <c:pt idx="46" formatCode="0%">
                  <c:v>0.18490259927138206</c:v>
                </c:pt>
                <c:pt idx="47" formatCode="0%">
                  <c:v>2.9588492978984263E-2</c:v>
                </c:pt>
                <c:pt idx="48" formatCode="0%">
                  <c:v>2.6922060961633312E-2</c:v>
                </c:pt>
                <c:pt idx="49" formatCode="0%">
                  <c:v>4.9308264808828827E-4</c:v>
                </c:pt>
                <c:pt idx="51" formatCode="0%">
                  <c:v>7.9607681064538371E-3</c:v>
                </c:pt>
                <c:pt idx="52" formatCode="0%">
                  <c:v>1.977672340387069E-2</c:v>
                </c:pt>
                <c:pt idx="53" formatCode="0%">
                  <c:v>1.0116775806988419E-2</c:v>
                </c:pt>
                <c:pt idx="54" formatCode="0%">
                  <c:v>0.11435892864796809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Sheet1!$B$376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Sheet1!$C$374:$BE$374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Sheet1!$C$376:$BE$376</c:f>
              <c:numCache>
                <c:formatCode>General</c:formatCode>
                <c:ptCount val="55"/>
                <c:pt idx="0" formatCode="0%">
                  <c:v>0.37870083707987656</c:v>
                </c:pt>
                <c:pt idx="2" formatCode="0%">
                  <c:v>0.31514925956674</c:v>
                </c:pt>
                <c:pt idx="3" formatCode="0%">
                  <c:v>0.44243599082787421</c:v>
                </c:pt>
                <c:pt idx="5" formatCode="0%">
                  <c:v>0.40901317817824762</c:v>
                </c:pt>
                <c:pt idx="6" formatCode="0%">
                  <c:v>0.3487752019877034</c:v>
                </c:pt>
                <c:pt idx="7" formatCode="0%">
                  <c:v>0.41039709780348305</c:v>
                </c:pt>
                <c:pt idx="8" formatCode="0%">
                  <c:v>0.34742757869321977</c:v>
                </c:pt>
                <c:pt idx="10" formatCode="0%">
                  <c:v>0.32893989228689113</c:v>
                </c:pt>
                <c:pt idx="11" formatCode="0%">
                  <c:v>0.3656145498359416</c:v>
                </c:pt>
                <c:pt idx="12" formatCode="0%">
                  <c:v>0.42981419831437345</c:v>
                </c:pt>
                <c:pt idx="14" formatCode="0%">
                  <c:v>0.21163273462522908</c:v>
                </c:pt>
                <c:pt idx="15" formatCode="0%">
                  <c:v>0.27094686030906434</c:v>
                </c:pt>
                <c:pt idx="16" formatCode="0%">
                  <c:v>0.63369470911097414</c:v>
                </c:pt>
                <c:pt idx="17" formatCode="0%">
                  <c:v>0.68049839647780042</c:v>
                </c:pt>
                <c:pt idx="19" formatCode="0%">
                  <c:v>0.28798986466758281</c:v>
                </c:pt>
                <c:pt idx="20" formatCode="0%">
                  <c:v>0.52114384081183207</c:v>
                </c:pt>
                <c:pt idx="22" formatCode="0%">
                  <c:v>0.3234125534807552</c:v>
                </c:pt>
                <c:pt idx="23" formatCode="0%">
                  <c:v>0.3328103016540373</c:v>
                </c:pt>
                <c:pt idx="24" formatCode="0%">
                  <c:v>0.47862134341680168</c:v>
                </c:pt>
                <c:pt idx="25" formatCode="0%">
                  <c:v>0.478941289256961</c:v>
                </c:pt>
                <c:pt idx="27" formatCode="0%">
                  <c:v>0.31495664741455187</c:v>
                </c:pt>
                <c:pt idx="28" formatCode="0%">
                  <c:v>0.39627800413201519</c:v>
                </c:pt>
                <c:pt idx="29" formatCode="0%">
                  <c:v>0.53792317001442658</c:v>
                </c:pt>
                <c:pt idx="31" formatCode="0%">
                  <c:v>0.3064769646835116</c:v>
                </c:pt>
                <c:pt idx="32" formatCode="0%">
                  <c:v>0.18034219996548839</c:v>
                </c:pt>
                <c:pt idx="33" formatCode="0%">
                  <c:v>0.18953494245283004</c:v>
                </c:pt>
                <c:pt idx="34" formatCode="0%">
                  <c:v>0.73853121409321421</c:v>
                </c:pt>
                <c:pt idx="35" formatCode="0%">
                  <c:v>0.46195680403146938</c:v>
                </c:pt>
                <c:pt idx="36" formatCode="0%">
                  <c:v>0.65572769900529915</c:v>
                </c:pt>
                <c:pt idx="38" formatCode="0%">
                  <c:v>0.36697421399946739</c:v>
                </c:pt>
                <c:pt idx="39" formatCode="0%">
                  <c:v>0.19900548405042534</c:v>
                </c:pt>
                <c:pt idx="40" formatCode="0%">
                  <c:v>0.50324415093240182</c:v>
                </c:pt>
                <c:pt idx="41" formatCode="0%">
                  <c:v>0.62620859298640508</c:v>
                </c:pt>
                <c:pt idx="43" formatCode="0%">
                  <c:v>0.58854179515667926</c:v>
                </c:pt>
                <c:pt idx="44" formatCode="0%">
                  <c:v>0.22684469406529556</c:v>
                </c:pt>
                <c:pt idx="46" formatCode="0%">
                  <c:v>0.5631009461116504</c:v>
                </c:pt>
                <c:pt idx="47" formatCode="0%">
                  <c:v>0.57147498694466692</c:v>
                </c:pt>
                <c:pt idx="48" formatCode="0%">
                  <c:v>0.14763978840905026</c:v>
                </c:pt>
                <c:pt idx="49" formatCode="0%">
                  <c:v>0.23421811691180705</c:v>
                </c:pt>
                <c:pt idx="51" formatCode="0%">
                  <c:v>0.21831073990651984</c:v>
                </c:pt>
                <c:pt idx="52" formatCode="0%">
                  <c:v>0.24368979862435969</c:v>
                </c:pt>
                <c:pt idx="53" formatCode="0%">
                  <c:v>0.42459509114934862</c:v>
                </c:pt>
                <c:pt idx="54" formatCode="0%">
                  <c:v>0.48500925407803819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Sheet1!$B$377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Sheet1!$C$374:$BE$374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Sheet1!$C$377:$BE$377</c:f>
              <c:numCache>
                <c:formatCode>General</c:formatCode>
                <c:ptCount val="55"/>
                <c:pt idx="0" formatCode="0%">
                  <c:v>0.38086741361368437</c:v>
                </c:pt>
                <c:pt idx="2" formatCode="0%">
                  <c:v>0.42570725849045543</c:v>
                </c:pt>
                <c:pt idx="3" formatCode="0%">
                  <c:v>0.33584840228360152</c:v>
                </c:pt>
                <c:pt idx="5" formatCode="0%">
                  <c:v>0.451036948911886</c:v>
                </c:pt>
                <c:pt idx="6" formatCode="0%">
                  <c:v>0.34982928662719137</c:v>
                </c:pt>
                <c:pt idx="7" formatCode="0%">
                  <c:v>0.32345464200557672</c:v>
                </c:pt>
                <c:pt idx="8" formatCode="0%">
                  <c:v>0.40502963579087775</c:v>
                </c:pt>
                <c:pt idx="10" formatCode="0%">
                  <c:v>0.34098494112321015</c:v>
                </c:pt>
                <c:pt idx="11" formatCode="0%">
                  <c:v>0.49270289594822203</c:v>
                </c:pt>
                <c:pt idx="12" formatCode="0%">
                  <c:v>0.28563573324087693</c:v>
                </c:pt>
                <c:pt idx="14" formatCode="0%">
                  <c:v>0.33329845677956449</c:v>
                </c:pt>
                <c:pt idx="15" formatCode="0%">
                  <c:v>0.57438308567905572</c:v>
                </c:pt>
                <c:pt idx="16" formatCode="0%">
                  <c:v>0.19135242816811199</c:v>
                </c:pt>
                <c:pt idx="17" formatCode="0%">
                  <c:v>0.15178893684102324</c:v>
                </c:pt>
                <c:pt idx="19" formatCode="0%">
                  <c:v>0.42107156113234789</c:v>
                </c:pt>
                <c:pt idx="20" formatCode="0%">
                  <c:v>0.31773503411485066</c:v>
                </c:pt>
                <c:pt idx="22" formatCode="0%">
                  <c:v>0.3634726981295312</c:v>
                </c:pt>
                <c:pt idx="23" formatCode="0%">
                  <c:v>0.36526778809637284</c:v>
                </c:pt>
                <c:pt idx="24" formatCode="0%">
                  <c:v>0.30047970592013212</c:v>
                </c:pt>
                <c:pt idx="25" formatCode="0%">
                  <c:v>0.35693806937264655</c:v>
                </c:pt>
                <c:pt idx="27" formatCode="0%">
                  <c:v>0.38671541694327671</c:v>
                </c:pt>
                <c:pt idx="28" formatCode="0%">
                  <c:v>0.28452425862446823</c:v>
                </c:pt>
                <c:pt idx="29" formatCode="0%">
                  <c:v>0.3767875384079547</c:v>
                </c:pt>
                <c:pt idx="31" formatCode="0%">
                  <c:v>0.39982942710034897</c:v>
                </c:pt>
                <c:pt idx="32" formatCode="0%">
                  <c:v>0.59935197768494186</c:v>
                </c:pt>
                <c:pt idx="33" formatCode="0%">
                  <c:v>0.54895911734065972</c:v>
                </c:pt>
                <c:pt idx="34" formatCode="0%">
                  <c:v>8.9267453818584752E-2</c:v>
                </c:pt>
                <c:pt idx="35" formatCode="0%">
                  <c:v>9.4291845389828932E-2</c:v>
                </c:pt>
                <c:pt idx="36" formatCode="0%">
                  <c:v>0.16182048004921729</c:v>
                </c:pt>
                <c:pt idx="38" formatCode="0%">
                  <c:v>0.46273649759233892</c:v>
                </c:pt>
                <c:pt idx="39" formatCode="0%">
                  <c:v>0.53987548104622318</c:v>
                </c:pt>
                <c:pt idx="40" formatCode="0%">
                  <c:v>0.26823788734723425</c:v>
                </c:pt>
                <c:pt idx="41" formatCode="0%">
                  <c:v>0.10199586553660196</c:v>
                </c:pt>
                <c:pt idx="43" formatCode="0%">
                  <c:v>0.19760209850458887</c:v>
                </c:pt>
                <c:pt idx="44" formatCode="0%">
                  <c:v>0.51811515673318775</c:v>
                </c:pt>
                <c:pt idx="46" formatCode="0%">
                  <c:v>0.18728952908890617</c:v>
                </c:pt>
                <c:pt idx="47" formatCode="0%">
                  <c:v>0.24481755385910892</c:v>
                </c:pt>
                <c:pt idx="48" formatCode="0%">
                  <c:v>0.64226560105518837</c:v>
                </c:pt>
                <c:pt idx="49" formatCode="0%">
                  <c:v>0.47819466063499794</c:v>
                </c:pt>
                <c:pt idx="51" formatCode="0%">
                  <c:v>0.4783324558179225</c:v>
                </c:pt>
                <c:pt idx="52" formatCode="0%">
                  <c:v>0.56316670129175206</c:v>
                </c:pt>
                <c:pt idx="53" formatCode="0%">
                  <c:v>0.40861308942332392</c:v>
                </c:pt>
                <c:pt idx="54" formatCode="0%">
                  <c:v>0.25727866458367388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Sheet1!$B$378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Sheet1!$C$374:$BE$374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Sheet1!$C$378:$BE$378</c:f>
              <c:numCache>
                <c:formatCode>General</c:formatCode>
                <c:ptCount val="55"/>
                <c:pt idx="0" formatCode="0%">
                  <c:v>0.13789287577180886</c:v>
                </c:pt>
                <c:pt idx="2" formatCode="0%">
                  <c:v>0.15080062785735068</c:v>
                </c:pt>
                <c:pt idx="3" formatCode="0%">
                  <c:v>0.12497809461529458</c:v>
                </c:pt>
                <c:pt idx="5" formatCode="0%">
                  <c:v>0.10216302928287511</c:v>
                </c:pt>
                <c:pt idx="6" formatCode="0%">
                  <c:v>0.1103078597668973</c:v>
                </c:pt>
                <c:pt idx="7" formatCode="0%">
                  <c:v>0.13334166764951258</c:v>
                </c:pt>
                <c:pt idx="8" formatCode="0%">
                  <c:v>0.20614531971984718</c:v>
                </c:pt>
                <c:pt idx="10" formatCode="0%">
                  <c:v>0.20161685271082441</c:v>
                </c:pt>
                <c:pt idx="11" formatCode="0%">
                  <c:v>0.11678733782288381</c:v>
                </c:pt>
                <c:pt idx="12" formatCode="0%">
                  <c:v>0.11459544408763014</c:v>
                </c:pt>
                <c:pt idx="14" formatCode="0%">
                  <c:v>0.3354476324440786</c:v>
                </c:pt>
                <c:pt idx="15" formatCode="0%">
                  <c:v>8.998150941935569E-2</c:v>
                </c:pt>
                <c:pt idx="16" formatCode="0%">
                  <c:v>4.2728185977207948E-2</c:v>
                </c:pt>
                <c:pt idx="17" formatCode="0%">
                  <c:v>1.0210654928029554E-2</c:v>
                </c:pt>
                <c:pt idx="19" formatCode="0%">
                  <c:v>0.17903255866616416</c:v>
                </c:pt>
                <c:pt idx="20" formatCode="0%">
                  <c:v>7.329142957170208E-2</c:v>
                </c:pt>
                <c:pt idx="22" formatCode="0%">
                  <c:v>0.11837632905892682</c:v>
                </c:pt>
                <c:pt idx="23" formatCode="0%">
                  <c:v>0.21328960870298846</c:v>
                </c:pt>
                <c:pt idx="24" formatCode="0%">
                  <c:v>0.1656539718919636</c:v>
                </c:pt>
                <c:pt idx="25" formatCode="0%">
                  <c:v>0.10510332587288537</c:v>
                </c:pt>
                <c:pt idx="27" formatCode="0%">
                  <c:v>0.1801979216109667</c:v>
                </c:pt>
                <c:pt idx="28" formatCode="0%">
                  <c:v>0.20564509630288483</c:v>
                </c:pt>
                <c:pt idx="29" formatCode="0%">
                  <c:v>4.6155743902362871E-2</c:v>
                </c:pt>
                <c:pt idx="31" formatCode="0%">
                  <c:v>0.16739803809494433</c:v>
                </c:pt>
                <c:pt idx="32" formatCode="0%">
                  <c:v>0.20086912147817318</c:v>
                </c:pt>
                <c:pt idx="33" formatCode="0%">
                  <c:v>0.24150932745676992</c:v>
                </c:pt>
                <c:pt idx="34" formatCode="0%">
                  <c:v>0.12255578876882528</c:v>
                </c:pt>
                <c:pt idx="35" formatCode="0%">
                  <c:v>3.0968462192209036E-2</c:v>
                </c:pt>
                <c:pt idx="36" formatCode="0%">
                  <c:v>3.0232998445102539E-2</c:v>
                </c:pt>
                <c:pt idx="38" formatCode="0%">
                  <c:v>0.13602785850798021</c:v>
                </c:pt>
                <c:pt idx="39" formatCode="0%">
                  <c:v>0.22266167745729409</c:v>
                </c:pt>
                <c:pt idx="40" formatCode="0%">
                  <c:v>7.9654040113126545E-2</c:v>
                </c:pt>
                <c:pt idx="41" formatCode="0%">
                  <c:v>3.9937038130180583E-2</c:v>
                </c:pt>
                <c:pt idx="43" formatCode="0%">
                  <c:v>3.045379305878081E-2</c:v>
                </c:pt>
                <c:pt idx="44" formatCode="0%">
                  <c:v>0.22320214770204697</c:v>
                </c:pt>
                <c:pt idx="46" formatCode="0%">
                  <c:v>5.656252705240572E-2</c:v>
                </c:pt>
                <c:pt idx="47" formatCode="0%">
                  <c:v>3.5877301158394541E-2</c:v>
                </c:pt>
                <c:pt idx="48" formatCode="0%">
                  <c:v>0.16031712161302944</c:v>
                </c:pt>
                <c:pt idx="49" formatCode="0%">
                  <c:v>0.27208133347905639</c:v>
                </c:pt>
                <c:pt idx="51" formatCode="0%">
                  <c:v>0.28016640309896462</c:v>
                </c:pt>
                <c:pt idx="52" formatCode="0%">
                  <c:v>0.16106843115344435</c:v>
                </c:pt>
                <c:pt idx="53" formatCode="0%">
                  <c:v>0.13335175212899422</c:v>
                </c:pt>
                <c:pt idx="54" formatCode="0%">
                  <c:v>8.2422978444365746E-2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Sheet1!$B$379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Sheet1!$C$374:$BE$374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Sheet1!$C$379:$BE$379</c:f>
              <c:numCache>
                <c:formatCode>General</c:formatCode>
                <c:ptCount val="55"/>
                <c:pt idx="0" formatCode="0%">
                  <c:v>4.1313040933696102E-2</c:v>
                </c:pt>
                <c:pt idx="2" formatCode="0%">
                  <c:v>1.8739279697644176E-2</c:v>
                </c:pt>
                <c:pt idx="3" formatCode="0%">
                  <c:v>6.3938837515523039E-2</c:v>
                </c:pt>
                <c:pt idx="5" formatCode="0%">
                  <c:v>6.6782011624163702E-3</c:v>
                </c:pt>
                <c:pt idx="6" formatCode="0%">
                  <c:v>9.7981321674091404E-2</c:v>
                </c:pt>
                <c:pt idx="7" formatCode="0%">
                  <c:v>2.6469774520022752E-2</c:v>
                </c:pt>
                <c:pt idx="8" formatCode="0%">
                  <c:v>3.1277956356404943E-2</c:v>
                </c:pt>
                <c:pt idx="10" formatCode="0%">
                  <c:v>3.4881661895307975E-2</c:v>
                </c:pt>
                <c:pt idx="11" formatCode="0%">
                  <c:v>1.6646987117530158E-2</c:v>
                </c:pt>
                <c:pt idx="12" formatCode="0%">
                  <c:v>7.3499755485473592E-2</c:v>
                </c:pt>
                <c:pt idx="14" formatCode="0%">
                  <c:v>4.1690963206579432E-2</c:v>
                </c:pt>
                <c:pt idx="15" formatCode="0%">
                  <c:v>2.1089213856388307E-2</c:v>
                </c:pt>
                <c:pt idx="16" formatCode="0%">
                  <c:v>7.0157302469840019E-2</c:v>
                </c:pt>
                <c:pt idx="17" formatCode="0%">
                  <c:v>3.5696189072490031E-2</c:v>
                </c:pt>
                <c:pt idx="19" formatCode="0%">
                  <c:v>6.4350982036204041E-2</c:v>
                </c:pt>
                <c:pt idx="20" formatCode="0%">
                  <c:v>5.1366728144585719E-3</c:v>
                </c:pt>
                <c:pt idx="22" formatCode="0%">
                  <c:v>0.15635288011328505</c:v>
                </c:pt>
                <c:pt idx="23" formatCode="0%">
                  <c:v>3.8214885485577908E-2</c:v>
                </c:pt>
                <c:pt idx="24" formatCode="0%">
                  <c:v>1.4656497151197211E-3</c:v>
                </c:pt>
                <c:pt idx="25" formatCode="0%">
                  <c:v>7.6628670122827723E-3</c:v>
                </c:pt>
                <c:pt idx="27" formatCode="0%">
                  <c:v>7.8184173339788055E-2</c:v>
                </c:pt>
                <c:pt idx="28" formatCode="0%">
                  <c:v>4.2254912390551291E-2</c:v>
                </c:pt>
                <c:pt idx="29" formatCode="0%">
                  <c:v>1.437398553765292E-3</c:v>
                </c:pt>
                <c:pt idx="31" formatCode="0%">
                  <c:v>2.1622722781992308E-2</c:v>
                </c:pt>
                <c:pt idx="32" formatCode="0%">
                  <c:v>1.9423811912441011E-2</c:v>
                </c:pt>
                <c:pt idx="33" formatCode="0%">
                  <c:v>1.8611841270311635E-2</c:v>
                </c:pt>
                <c:pt idx="34" formatCode="0%">
                  <c:v>1.6698956606147095E-2</c:v>
                </c:pt>
                <c:pt idx="35" formatCode="0%">
                  <c:v>0.40876185244210783</c:v>
                </c:pt>
                <c:pt idx="36" formatCode="0%">
                  <c:v>1.9850895109006835E-2</c:v>
                </c:pt>
                <c:pt idx="38" formatCode="0%">
                  <c:v>2.5362956414396735E-2</c:v>
                </c:pt>
                <c:pt idx="39" formatCode="0%">
                  <c:v>1.6822514691203293E-2</c:v>
                </c:pt>
                <c:pt idx="40" formatCode="0%">
                  <c:v>2.296030016056947E-2</c:v>
                </c:pt>
                <c:pt idx="41" formatCode="0%">
                  <c:v>0.12946070851657526</c:v>
                </c:pt>
                <c:pt idx="43" formatCode="0%">
                  <c:v>6.3601412082039829E-2</c:v>
                </c:pt>
                <c:pt idx="44" formatCode="0%">
                  <c:v>1.1890312211963636E-2</c:v>
                </c:pt>
                <c:pt idx="46" formatCode="0%">
                  <c:v>8.144398475654787E-3</c:v>
                </c:pt>
                <c:pt idx="47" formatCode="0%">
                  <c:v>0.11824166505884576</c:v>
                </c:pt>
                <c:pt idx="48" formatCode="0%">
                  <c:v>2.2855427961098639E-2</c:v>
                </c:pt>
                <c:pt idx="49" formatCode="0%">
                  <c:v>1.5012806326050182E-2</c:v>
                </c:pt>
                <c:pt idx="51" formatCode="0%">
                  <c:v>1.522963307013892E-2</c:v>
                </c:pt>
                <c:pt idx="52" formatCode="0%">
                  <c:v>1.2298345526573331E-2</c:v>
                </c:pt>
                <c:pt idx="53" formatCode="0%">
                  <c:v>2.3323291491344756E-2</c:v>
                </c:pt>
                <c:pt idx="54" formatCode="0%">
                  <c:v>6.0930174245953435E-2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4741976"/>
        <c:axId val="384742368"/>
      </c:barChart>
      <c:catAx>
        <c:axId val="384741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4742368"/>
        <c:crosses val="autoZero"/>
        <c:auto val="1"/>
        <c:lblAlgn val="ctr"/>
        <c:lblOffset val="100"/>
        <c:noMultiLvlLbl val="0"/>
      </c:catAx>
      <c:valAx>
        <c:axId val="38474236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4741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 rtl="0"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s-ES" sz="2400" b="1" i="0" u="none" strike="noStrike" baseline="0" dirty="0" smtClean="0">
                <a:solidFill>
                  <a:schemeClr val="tx1"/>
                </a:solidFill>
                <a:effectLst/>
                <a:latin typeface="HelveticaNeue Std"/>
              </a:rPr>
              <a:t>¿Cuál consideras que son las principales características de Javier </a:t>
            </a:r>
            <a:r>
              <a:rPr lang="es-ES" sz="2400" b="1" i="0" u="none" strike="noStrike" baseline="0" dirty="0" err="1" smtClean="0">
                <a:solidFill>
                  <a:schemeClr val="tx1"/>
                </a:solidFill>
                <a:effectLst/>
                <a:latin typeface="HelveticaNeue Std"/>
              </a:rPr>
              <a:t>Milei</a:t>
            </a:r>
            <a:r>
              <a:rPr lang="es-ES" sz="2400" b="1" i="0" u="none" strike="noStrike" baseline="0" dirty="0" smtClean="0">
                <a:solidFill>
                  <a:schemeClr val="tx1"/>
                </a:solidFill>
                <a:effectLst/>
                <a:latin typeface="HelveticaNeue Std"/>
              </a:rPr>
              <a:t>? (MULTIPLE)</a:t>
            </a:r>
            <a:endParaRPr lang="es-ES" sz="2400" b="1" i="0" u="none" strike="noStrike" baseline="0" dirty="0">
              <a:solidFill>
                <a:schemeClr val="tx1"/>
              </a:solidFill>
              <a:effectLst/>
              <a:latin typeface="HelveticaNeue Std"/>
            </a:endParaRPr>
          </a:p>
        </c:rich>
      </c:tx>
      <c:layout>
        <c:manualLayout>
          <c:xMode val="edge"/>
          <c:yMode val="edge"/>
          <c:x val="6.2167720190418156E-3"/>
          <c:y val="7.3241601251608519E-3"/>
        </c:manualLayout>
      </c:layout>
      <c:overlay val="0"/>
      <c:spPr>
        <a:noFill/>
        <a:ln w="12700"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 rtl="0">
            <a:defRPr sz="2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0.39651154694815233"/>
          <c:y val="9.2107157930868364E-2"/>
          <c:w val="0.55961079810537906"/>
          <c:h val="0.87353704627165474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E85833"/>
            </a:solidFill>
            <a:ln>
              <a:noFill/>
            </a:ln>
            <a:effectLst>
              <a:softEdge rad="0"/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4B2D-4734-A379-704C97BFF7B2}"/>
              </c:ext>
            </c:extLst>
          </c:dPt>
          <c:dPt>
            <c:idx val="1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4B2D-4734-A379-704C97BFF7B2}"/>
              </c:ext>
            </c:extLst>
          </c:dPt>
          <c:dPt>
            <c:idx val="2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4B2D-4734-A379-704C97BFF7B2}"/>
              </c:ext>
            </c:extLst>
          </c:dPt>
          <c:dPt>
            <c:idx val="3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4B2D-4734-A379-704C97BFF7B2}"/>
              </c:ext>
            </c:extLst>
          </c:dPt>
          <c:dPt>
            <c:idx val="4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4B2D-4734-A379-704C97BFF7B2}"/>
              </c:ext>
            </c:extLst>
          </c:dPt>
          <c:dPt>
            <c:idx val="5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4B2D-4734-A379-704C97BFF7B2}"/>
              </c:ext>
            </c:extLst>
          </c:dPt>
          <c:dPt>
            <c:idx val="6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4B2D-4734-A379-704C97BFF7B2}"/>
              </c:ext>
            </c:extLst>
          </c:dPt>
          <c:dPt>
            <c:idx val="7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4B2D-4734-A379-704C97BFF7B2}"/>
              </c:ext>
            </c:extLst>
          </c:dPt>
          <c:dPt>
            <c:idx val="8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1-4B2D-4734-A379-704C97BFF7B2}"/>
              </c:ext>
            </c:extLst>
          </c:dPt>
          <c:dPt>
            <c:idx val="9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3-4B2D-4734-A379-704C97BFF7B2}"/>
              </c:ext>
            </c:extLst>
          </c:dPt>
          <c:dPt>
            <c:idx val="10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5-4B2D-4734-A379-704C97BFF7B2}"/>
              </c:ext>
            </c:extLst>
          </c:dPt>
          <c:dPt>
            <c:idx val="11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7-4B2D-4734-A379-704C97BFF7B2}"/>
              </c:ext>
            </c:extLst>
          </c:dPt>
          <c:dPt>
            <c:idx val="12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9-4B2D-4734-A379-704C97BFF7B2}"/>
              </c:ext>
            </c:extLst>
          </c:dPt>
          <c:dPt>
            <c:idx val="13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B-4B2D-4734-A379-704C97BFF7B2}"/>
              </c:ext>
            </c:extLst>
          </c:dPt>
          <c:dPt>
            <c:idx val="14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D-4B2D-4734-A379-704C97BFF7B2}"/>
              </c:ext>
            </c:extLst>
          </c:dPt>
          <c:dPt>
            <c:idx val="15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F-80B8-4D86-9FA7-0A8A4CA1DBCD}"/>
              </c:ext>
            </c:extLst>
          </c:dPt>
          <c:dPt>
            <c:idx val="16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1-80B8-4D86-9FA7-0A8A4CA1DBCD}"/>
              </c:ext>
            </c:extLst>
          </c:dPt>
          <c:dPt>
            <c:idx val="19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3-0BA5-4699-8111-33D0742663A6}"/>
              </c:ext>
            </c:extLst>
          </c:dPt>
          <c:dPt>
            <c:idx val="20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>
                <a:softEdge rad="0"/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5-0BA5-4699-8111-33D0742663A6}"/>
              </c:ext>
            </c:extLst>
          </c:dPt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>
                    <a:defRPr lang="en-US" sz="2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Roboto Condensed" panose="02000000000000000000" pitchFamily="2" charset="0"/>
                      <a:cs typeface="Roboto Condensed" panose="02000000000000000000" pitchFamily="2" charset="0"/>
                    </a:defRPr>
                  </a:pPr>
                  <a:endParaRPr lang="es-AR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+mn-lt"/>
                      <a:ea typeface="Roboto Condensed" panose="02000000000000000000" pitchFamily="2" charset="0"/>
                      <a:cs typeface="Roboto Condensed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8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26-0BA5-4699-8111-33D0742663A6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+mn-lt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[1]Hoja1!$B$321:$B$334</c:f>
              <c:strCache>
                <c:ptCount val="14"/>
                <c:pt idx="0">
                  <c:v>Tiene convicciones firmes y determinación</c:v>
                </c:pt>
                <c:pt idx="1">
                  <c:v>Es honesto</c:v>
                </c:pt>
                <c:pt idx="2">
                  <c:v>Es autentico, genuino, se muestra como es</c:v>
                </c:pt>
                <c:pt idx="3">
                  <c:v>Es audaz a la hora de tomar decisiones</c:v>
                </c:pt>
                <c:pt idx="4">
                  <c:v>Es inteligente y tiene capacidad</c:v>
                </c:pt>
                <c:pt idx="5">
                  <c:v>Es buena persona</c:v>
                </c:pt>
                <c:pt idx="6">
                  <c:v>Buenas ideas, propuestas y plan de gobierno</c:v>
                </c:pt>
                <c:pt idx="7">
                  <c:v>Tiene conocimiento de los problemas del país</c:v>
                </c:pt>
                <c:pt idx="8">
                  <c:v>Está preparado para gobernar</c:v>
                </c:pt>
                <c:pt idx="9">
                  <c:v>Se rodea de gente capaz</c:v>
                </c:pt>
                <c:pt idx="10">
                  <c:v>Cercano a la gente</c:v>
                </c:pt>
                <c:pt idx="11">
                  <c:v>Capacidad de dialogo y consensos</c:v>
                </c:pt>
                <c:pt idx="12">
                  <c:v>Ninguno de ellos</c:v>
                </c:pt>
                <c:pt idx="13">
                  <c:v>No sabe</c:v>
                </c:pt>
              </c:strCache>
            </c:strRef>
          </c:cat>
          <c:val>
            <c:numRef>
              <c:f>[1]Hoja1!$C$321:$C$334</c:f>
              <c:numCache>
                <c:formatCode>0%</c:formatCode>
                <c:ptCount val="14"/>
                <c:pt idx="0">
                  <c:v>0.45202784651765027</c:v>
                </c:pt>
                <c:pt idx="1">
                  <c:v>0.42857633122739874</c:v>
                </c:pt>
                <c:pt idx="2">
                  <c:v>0.39969831712865267</c:v>
                </c:pt>
                <c:pt idx="3">
                  <c:v>0.3778704958123833</c:v>
                </c:pt>
                <c:pt idx="4">
                  <c:v>0.3436548305509971</c:v>
                </c:pt>
                <c:pt idx="5">
                  <c:v>0.27357711956362663</c:v>
                </c:pt>
                <c:pt idx="6">
                  <c:v>0.25200791655169996</c:v>
                </c:pt>
                <c:pt idx="7">
                  <c:v>0.245174026583035</c:v>
                </c:pt>
                <c:pt idx="8">
                  <c:v>0.15177671521250716</c:v>
                </c:pt>
                <c:pt idx="9">
                  <c:v>0.14331358041458528</c:v>
                </c:pt>
                <c:pt idx="10">
                  <c:v>0.12532855113667221</c:v>
                </c:pt>
                <c:pt idx="11">
                  <c:v>5.4439960680198386E-2</c:v>
                </c:pt>
                <c:pt idx="12">
                  <c:v>0.40994338004631459</c:v>
                </c:pt>
                <c:pt idx="13">
                  <c:v>1.2118983101467428E-2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E-4B2D-4734-A379-704C97BFF7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384742760"/>
        <c:axId val="384732568"/>
      </c:barChart>
      <c:catAx>
        <c:axId val="3847427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Neue Std (Cuerpo)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384732568"/>
        <c:crosses val="autoZero"/>
        <c:auto val="1"/>
        <c:lblAlgn val="ctr"/>
        <c:lblOffset val="100"/>
        <c:noMultiLvlLbl val="0"/>
      </c:catAx>
      <c:valAx>
        <c:axId val="384732568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384742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latin typeface="+mj-lt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4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50198255146433E-2"/>
          <c:y val="0.22580558861863226"/>
          <c:w val="0.9730446685522145"/>
          <c:h val="0.60468521902885053"/>
        </c:manualLayout>
      </c:layout>
      <c:lineChart>
        <c:grouping val="standard"/>
        <c:varyColors val="0"/>
        <c:ser>
          <c:idx val="0"/>
          <c:order val="0"/>
          <c:tx>
            <c:strRef>
              <c:f>Sheet1!$B$391</c:f>
              <c:strCache>
                <c:ptCount val="1"/>
                <c:pt idx="0">
                  <c:v>Tiene convicciones firmes y determinación</c:v>
                </c:pt>
              </c:strCache>
            </c:strRef>
          </c:tx>
          <c:spPr>
            <a:ln w="635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tx1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strRef>
              <c:f>Sheet1!$C$390:$BE$390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Sheet1!$C$391:$BE$391</c:f>
              <c:numCache>
                <c:formatCode>General</c:formatCode>
                <c:ptCount val="55"/>
                <c:pt idx="0" formatCode="0%">
                  <c:v>0.45202784651765027</c:v>
                </c:pt>
                <c:pt idx="2" formatCode="0%">
                  <c:v>0.35751729900786294</c:v>
                </c:pt>
                <c:pt idx="3" formatCode="0%">
                  <c:v>0.54063072626880015</c:v>
                </c:pt>
                <c:pt idx="5" formatCode="0%">
                  <c:v>0.68145716033436055</c:v>
                </c:pt>
                <c:pt idx="6" formatCode="0%">
                  <c:v>0.66580703591964596</c:v>
                </c:pt>
                <c:pt idx="7" formatCode="0%">
                  <c:v>0.44331423709133544</c:v>
                </c:pt>
                <c:pt idx="8" formatCode="0%">
                  <c:v>0.21650721002313744</c:v>
                </c:pt>
                <c:pt idx="10" formatCode="0%">
                  <c:v>0.34145067003486496</c:v>
                </c:pt>
                <c:pt idx="11" formatCode="0%">
                  <c:v>0.44345952355061591</c:v>
                </c:pt>
                <c:pt idx="12" formatCode="0%">
                  <c:v>0.60367811858671072</c:v>
                </c:pt>
                <c:pt idx="14" formatCode="0%">
                  <c:v>0.45775724754208669</c:v>
                </c:pt>
                <c:pt idx="15" formatCode="0%">
                  <c:v>0.37164473895926442</c:v>
                </c:pt>
                <c:pt idx="16" formatCode="0%">
                  <c:v>0.53972258633033143</c:v>
                </c:pt>
                <c:pt idx="17" formatCode="0%">
                  <c:v>0.36021490049686128</c:v>
                </c:pt>
                <c:pt idx="19" formatCode="0%">
                  <c:v>0.35660884534582588</c:v>
                </c:pt>
                <c:pt idx="20" formatCode="0%">
                  <c:v>0.54323610686155177</c:v>
                </c:pt>
                <c:pt idx="22" formatCode="0%">
                  <c:v>0.39158142192955725</c:v>
                </c:pt>
                <c:pt idx="23" formatCode="0%">
                  <c:v>0.37408530203361778</c:v>
                </c:pt>
                <c:pt idx="24" formatCode="0%">
                  <c:v>0.75924445330750645</c:v>
                </c:pt>
                <c:pt idx="25" formatCode="0%">
                  <c:v>0.41702353033658651</c:v>
                </c:pt>
                <c:pt idx="27" formatCode="0%">
                  <c:v>0.41387087457777449</c:v>
                </c:pt>
                <c:pt idx="28" formatCode="0%">
                  <c:v>0.38492877648985302</c:v>
                </c:pt>
                <c:pt idx="29" formatCode="0%">
                  <c:v>0.57474549154703136</c:v>
                </c:pt>
                <c:pt idx="31" formatCode="0%">
                  <c:v>0.58352169458415615</c:v>
                </c:pt>
                <c:pt idx="32" formatCode="0%">
                  <c:v>2.9495899214083054E-3</c:v>
                </c:pt>
                <c:pt idx="33" formatCode="0%">
                  <c:v>3.348512219669323E-2</c:v>
                </c:pt>
                <c:pt idx="34" formatCode="0%">
                  <c:v>0.80624871908148021</c:v>
                </c:pt>
                <c:pt idx="35" formatCode="0%">
                  <c:v>0.4777723207269064</c:v>
                </c:pt>
                <c:pt idx="36" formatCode="0%">
                  <c:v>0.78104956288339045</c:v>
                </c:pt>
                <c:pt idx="38" formatCode="0%">
                  <c:v>0.47725788638500682</c:v>
                </c:pt>
                <c:pt idx="39" formatCode="0%">
                  <c:v>0.12101740005840324</c:v>
                </c:pt>
                <c:pt idx="40" formatCode="0%">
                  <c:v>0.65029297595902302</c:v>
                </c:pt>
                <c:pt idx="41" formatCode="0%">
                  <c:v>0.74763865357920278</c:v>
                </c:pt>
                <c:pt idx="43" formatCode="0%">
                  <c:v>0.71646176904267311</c:v>
                </c:pt>
                <c:pt idx="44" formatCode="0%">
                  <c:v>0.17436287121889316</c:v>
                </c:pt>
                <c:pt idx="46" formatCode="0%">
                  <c:v>0.85883981355369909</c:v>
                </c:pt>
                <c:pt idx="47" formatCode="0%">
                  <c:v>0.66399108044096578</c:v>
                </c:pt>
                <c:pt idx="48" formatCode="0%">
                  <c:v>2.4577657173759725E-2</c:v>
                </c:pt>
                <c:pt idx="49" formatCode="0%">
                  <c:v>1.1830511353555727E-2</c:v>
                </c:pt>
                <c:pt idx="51" formatCode="0%">
                  <c:v>6.074122108947355E-3</c:v>
                </c:pt>
                <c:pt idx="52" formatCode="0%">
                  <c:v>8.1904612581063015E-3</c:v>
                </c:pt>
                <c:pt idx="53" formatCode="0%">
                  <c:v>0.32456590221348414</c:v>
                </c:pt>
                <c:pt idx="54" formatCode="0%">
                  <c:v>0.76934014081029944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D0FA-4F1C-ADDC-C254D8881A3B}"/>
            </c:ext>
          </c:extLst>
        </c:ser>
        <c:ser>
          <c:idx val="1"/>
          <c:order val="1"/>
          <c:tx>
            <c:strRef>
              <c:f>Sheet1!$B$392</c:f>
              <c:strCache>
                <c:ptCount val="1"/>
                <c:pt idx="0">
                  <c:v>Es honesto</c:v>
                </c:pt>
              </c:strCache>
            </c:strRef>
          </c:tx>
          <c:spPr>
            <a:ln w="63500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cat>
            <c:strRef>
              <c:f>Sheet1!$C$390:$BE$390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Sheet1!$C$392:$BE$392</c:f>
              <c:numCache>
                <c:formatCode>General</c:formatCode>
                <c:ptCount val="55"/>
                <c:pt idx="0" formatCode="0%">
                  <c:v>0.42857633122739874</c:v>
                </c:pt>
                <c:pt idx="2" formatCode="0%">
                  <c:v>0.29640381011123007</c:v>
                </c:pt>
                <c:pt idx="3" formatCode="0%">
                  <c:v>0.55248700828717234</c:v>
                </c:pt>
                <c:pt idx="5" formatCode="0%">
                  <c:v>0.70302210272280652</c:v>
                </c:pt>
                <c:pt idx="6" formatCode="0%">
                  <c:v>0.69551674632993266</c:v>
                </c:pt>
                <c:pt idx="7" formatCode="0%">
                  <c:v>0.34606852999024712</c:v>
                </c:pt>
                <c:pt idx="8" formatCode="0%">
                  <c:v>0.22480709906538598</c:v>
                </c:pt>
                <c:pt idx="10" formatCode="0%">
                  <c:v>0.36604743181344079</c:v>
                </c:pt>
                <c:pt idx="11" formatCode="0%">
                  <c:v>0.38964823404566323</c:v>
                </c:pt>
                <c:pt idx="12" formatCode="0%">
                  <c:v>0.56191901005919787</c:v>
                </c:pt>
                <c:pt idx="14" formatCode="0%">
                  <c:v>0.45496872735675437</c:v>
                </c:pt>
                <c:pt idx="15" formatCode="0%">
                  <c:v>0.36928964143918236</c:v>
                </c:pt>
                <c:pt idx="16" formatCode="0%">
                  <c:v>0.48681924104099361</c:v>
                </c:pt>
                <c:pt idx="17" formatCode="0%">
                  <c:v>0.28253541978084901</c:v>
                </c:pt>
                <c:pt idx="19" formatCode="0%">
                  <c:v>0.35254560093509224</c:v>
                </c:pt>
                <c:pt idx="20" formatCode="0%">
                  <c:v>0.50125190482882598</c:v>
                </c:pt>
                <c:pt idx="22" formatCode="0%">
                  <c:v>0.3753790328856722</c:v>
                </c:pt>
                <c:pt idx="23" formatCode="0%">
                  <c:v>0.34985930872051585</c:v>
                </c:pt>
                <c:pt idx="24" formatCode="0%">
                  <c:v>0.74166875577124136</c:v>
                </c:pt>
                <c:pt idx="25" formatCode="0%">
                  <c:v>0.38675035712534866</c:v>
                </c:pt>
                <c:pt idx="27" formatCode="0%">
                  <c:v>0.38755816466594345</c:v>
                </c:pt>
                <c:pt idx="28" formatCode="0%">
                  <c:v>0.38145436224883073</c:v>
                </c:pt>
                <c:pt idx="29" formatCode="0%">
                  <c:v>0.53716203027916154</c:v>
                </c:pt>
                <c:pt idx="31" formatCode="0%">
                  <c:v>0.54052771088904727</c:v>
                </c:pt>
                <c:pt idx="32" formatCode="0%">
                  <c:v>1.3751431633897103E-4</c:v>
                </c:pt>
                <c:pt idx="33" formatCode="0%">
                  <c:v>3.2837525620532979E-2</c:v>
                </c:pt>
                <c:pt idx="34" formatCode="0%">
                  <c:v>0.59489017103684982</c:v>
                </c:pt>
                <c:pt idx="35" formatCode="0%">
                  <c:v>0.13292628754178643</c:v>
                </c:pt>
                <c:pt idx="36" formatCode="0%">
                  <c:v>0.82374772591214607</c:v>
                </c:pt>
                <c:pt idx="38" formatCode="0%">
                  <c:v>0.44716865834726194</c:v>
                </c:pt>
                <c:pt idx="39" formatCode="0%">
                  <c:v>0.15653381390274765</c:v>
                </c:pt>
                <c:pt idx="40" formatCode="0%">
                  <c:v>0.66640918838643348</c:v>
                </c:pt>
                <c:pt idx="41" formatCode="0%">
                  <c:v>0.61246328265307748</c:v>
                </c:pt>
                <c:pt idx="43" formatCode="0%">
                  <c:v>0.66597279008340715</c:v>
                </c:pt>
                <c:pt idx="44" formatCode="0%">
                  <c:v>0.1929712466425326</c:v>
                </c:pt>
                <c:pt idx="46" formatCode="0%">
                  <c:v>0.87892734115146776</c:v>
                </c:pt>
                <c:pt idx="47" formatCode="0%">
                  <c:v>0.55501897162032909</c:v>
                </c:pt>
                <c:pt idx="48" formatCode="0%">
                  <c:v>2.4665983097785657E-2</c:v>
                </c:pt>
                <c:pt idx="49" formatCode="0%">
                  <c:v>0</c:v>
                </c:pt>
                <c:pt idx="51" formatCode="0%">
                  <c:v>6.074122108947355E-3</c:v>
                </c:pt>
                <c:pt idx="52" formatCode="0%">
                  <c:v>7.2611905733257999E-3</c:v>
                </c:pt>
                <c:pt idx="53" formatCode="0%">
                  <c:v>0.158093053700812</c:v>
                </c:pt>
                <c:pt idx="54" formatCode="0%">
                  <c:v>0.74940730166666858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D0FA-4F1C-ADDC-C254D8881A3B}"/>
            </c:ext>
          </c:extLst>
        </c:ser>
        <c:ser>
          <c:idx val="2"/>
          <c:order val="2"/>
          <c:tx>
            <c:strRef>
              <c:f>Sheet1!$B$393</c:f>
              <c:strCache>
                <c:ptCount val="1"/>
                <c:pt idx="0">
                  <c:v>Es autentico, genuino, se muestra como es</c:v>
                </c:pt>
              </c:strCache>
            </c:strRef>
          </c:tx>
          <c:spPr>
            <a:ln w="6350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strRef>
              <c:f>Sheet1!$C$390:$BE$390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Sheet1!$C$393:$BE$393</c:f>
              <c:numCache>
                <c:formatCode>General</c:formatCode>
                <c:ptCount val="55"/>
                <c:pt idx="0" formatCode="0%">
                  <c:v>0.39969831712865267</c:v>
                </c:pt>
                <c:pt idx="2" formatCode="0%">
                  <c:v>0.35248993895893227</c:v>
                </c:pt>
                <c:pt idx="3" formatCode="0%">
                  <c:v>0.44395579334467655</c:v>
                </c:pt>
                <c:pt idx="5" formatCode="0%">
                  <c:v>0.36790777836517136</c:v>
                </c:pt>
                <c:pt idx="6" formatCode="0%">
                  <c:v>0.64849927695826148</c:v>
                </c:pt>
                <c:pt idx="7" formatCode="0%">
                  <c:v>0.39775813444835217</c:v>
                </c:pt>
                <c:pt idx="8" formatCode="0%">
                  <c:v>0.24298151551230002</c:v>
                </c:pt>
                <c:pt idx="10" formatCode="0%">
                  <c:v>0.41611167527064619</c:v>
                </c:pt>
                <c:pt idx="11" formatCode="0%">
                  <c:v>0.2684221581735165</c:v>
                </c:pt>
                <c:pt idx="12" formatCode="0%">
                  <c:v>0.56225696546029147</c:v>
                </c:pt>
                <c:pt idx="14" formatCode="0%">
                  <c:v>0.35765789585729979</c:v>
                </c:pt>
                <c:pt idx="15" formatCode="0%">
                  <c:v>0.35210905002165904</c:v>
                </c:pt>
                <c:pt idx="16" formatCode="0%">
                  <c:v>0.48611043089671996</c:v>
                </c:pt>
                <c:pt idx="17" formatCode="0%">
                  <c:v>0.35361933645867588</c:v>
                </c:pt>
                <c:pt idx="19" formatCode="0%">
                  <c:v>0.37458490343947787</c:v>
                </c:pt>
                <c:pt idx="20" formatCode="0%">
                  <c:v>0.42370350211022278</c:v>
                </c:pt>
                <c:pt idx="22" formatCode="0%">
                  <c:v>0.40560458962295781</c:v>
                </c:pt>
                <c:pt idx="23" formatCode="0%">
                  <c:v>0.36640403172605845</c:v>
                </c:pt>
                <c:pt idx="24" formatCode="0%">
                  <c:v>0.48518839566185562</c:v>
                </c:pt>
                <c:pt idx="25" formatCode="0%">
                  <c:v>0.38617851800537972</c:v>
                </c:pt>
                <c:pt idx="27" formatCode="0%">
                  <c:v>0.39560489907158297</c:v>
                </c:pt>
                <c:pt idx="28" formatCode="0%">
                  <c:v>0.42073656041112306</c:v>
                </c:pt>
                <c:pt idx="29" formatCode="0%">
                  <c:v>0.39713781354778616</c:v>
                </c:pt>
                <c:pt idx="31" formatCode="0%">
                  <c:v>0.63441590253903601</c:v>
                </c:pt>
                <c:pt idx="32" formatCode="0%">
                  <c:v>1.5080137144013778E-3</c:v>
                </c:pt>
                <c:pt idx="33" formatCode="0%">
                  <c:v>1.5383645256319598E-3</c:v>
                </c:pt>
                <c:pt idx="34" formatCode="0%">
                  <c:v>0.26797691285699482</c:v>
                </c:pt>
                <c:pt idx="35" formatCode="0%">
                  <c:v>0.82647618759424601</c:v>
                </c:pt>
                <c:pt idx="36" formatCode="0%">
                  <c:v>0.7098247036992763</c:v>
                </c:pt>
                <c:pt idx="38" formatCode="0%">
                  <c:v>8.1883541710701821E-2</c:v>
                </c:pt>
                <c:pt idx="39" formatCode="0%">
                  <c:v>0.10807426167926555</c:v>
                </c:pt>
                <c:pt idx="40" formatCode="0%">
                  <c:v>0.64534830028398604</c:v>
                </c:pt>
                <c:pt idx="41" formatCode="0%">
                  <c:v>0.69935572622970366</c:v>
                </c:pt>
                <c:pt idx="43" formatCode="0%">
                  <c:v>0.61407595610130594</c:v>
                </c:pt>
                <c:pt idx="44" formatCode="0%">
                  <c:v>0.15982580245843395</c:v>
                </c:pt>
                <c:pt idx="46" formatCode="0%">
                  <c:v>0.79205124435052821</c:v>
                </c:pt>
                <c:pt idx="47" formatCode="0%">
                  <c:v>0.5050360403867199</c:v>
                </c:pt>
                <c:pt idx="48" formatCode="0%">
                  <c:v>0.22737677708062157</c:v>
                </c:pt>
                <c:pt idx="49" formatCode="0%">
                  <c:v>1.1656159949447884E-2</c:v>
                </c:pt>
                <c:pt idx="51" formatCode="0%">
                  <c:v>1.9874075967527885E-6</c:v>
                </c:pt>
                <c:pt idx="52" formatCode="0%">
                  <c:v>5.8284118139669119E-2</c:v>
                </c:pt>
                <c:pt idx="53" formatCode="0%">
                  <c:v>0.23733089852502703</c:v>
                </c:pt>
                <c:pt idx="54" formatCode="0%">
                  <c:v>0.67359770917858031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D0FA-4F1C-ADDC-C254D8881A3B}"/>
            </c:ext>
          </c:extLst>
        </c:ser>
        <c:ser>
          <c:idx val="3"/>
          <c:order val="3"/>
          <c:tx>
            <c:strRef>
              <c:f>Sheet1!$B$394</c:f>
              <c:strCache>
                <c:ptCount val="1"/>
                <c:pt idx="0">
                  <c:v>Es audaz a la hora de tomar decisiones</c:v>
                </c:pt>
              </c:strCache>
            </c:strRef>
          </c:tx>
          <c:spPr>
            <a:ln w="6350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Sheet1!$C$390:$BE$390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Sheet1!$C$394:$BE$394</c:f>
              <c:numCache>
                <c:formatCode>General</c:formatCode>
                <c:ptCount val="55"/>
                <c:pt idx="0" formatCode="0%">
                  <c:v>0.3778704958123833</c:v>
                </c:pt>
                <c:pt idx="2" formatCode="0%">
                  <c:v>0.31109360946893916</c:v>
                </c:pt>
                <c:pt idx="3" formatCode="0%">
                  <c:v>0.44047329100318949</c:v>
                </c:pt>
                <c:pt idx="5" formatCode="0%">
                  <c:v>0.698781601603914</c:v>
                </c:pt>
                <c:pt idx="6" formatCode="0%">
                  <c:v>0.54119800078434444</c:v>
                </c:pt>
                <c:pt idx="7" formatCode="0%">
                  <c:v>0.31717732406799842</c:v>
                </c:pt>
                <c:pt idx="8" formatCode="0%">
                  <c:v>0.20024156405885962</c:v>
                </c:pt>
                <c:pt idx="10" formatCode="0%">
                  <c:v>0.36979142205860943</c:v>
                </c:pt>
                <c:pt idx="11" formatCode="0%">
                  <c:v>0.3697691573332903</c:v>
                </c:pt>
                <c:pt idx="12" formatCode="0%">
                  <c:v>0.39938780502711796</c:v>
                </c:pt>
                <c:pt idx="14" formatCode="0%">
                  <c:v>0.52348003470804494</c:v>
                </c:pt>
                <c:pt idx="15" formatCode="0%">
                  <c:v>0.27916753041814746</c:v>
                </c:pt>
                <c:pt idx="16" formatCode="0%">
                  <c:v>0.3742637157830172</c:v>
                </c:pt>
                <c:pt idx="17" formatCode="0%">
                  <c:v>0.26058045394459517</c:v>
                </c:pt>
                <c:pt idx="19" formatCode="0%">
                  <c:v>0.29624645139167405</c:v>
                </c:pt>
                <c:pt idx="20" formatCode="0%">
                  <c:v>0.45589255643362281</c:v>
                </c:pt>
                <c:pt idx="22" formatCode="0%">
                  <c:v>0.27479472062557708</c:v>
                </c:pt>
                <c:pt idx="23" formatCode="0%">
                  <c:v>0.3526661329162733</c:v>
                </c:pt>
                <c:pt idx="24" formatCode="0%">
                  <c:v>0.66187877318374888</c:v>
                </c:pt>
                <c:pt idx="25" formatCode="0%">
                  <c:v>0.32383490134613013</c:v>
                </c:pt>
                <c:pt idx="27" formatCode="0%">
                  <c:v>0.26649103820798026</c:v>
                </c:pt>
                <c:pt idx="28" formatCode="0%">
                  <c:v>0.36681922648504606</c:v>
                </c:pt>
                <c:pt idx="29" formatCode="0%">
                  <c:v>0.50469108139148156</c:v>
                </c:pt>
                <c:pt idx="31" formatCode="0%">
                  <c:v>0.45538500787144881</c:v>
                </c:pt>
                <c:pt idx="32" formatCode="0%">
                  <c:v>1.3805181447311106E-2</c:v>
                </c:pt>
                <c:pt idx="33" formatCode="0%">
                  <c:v>2.8809259241155075E-3</c:v>
                </c:pt>
                <c:pt idx="34" formatCode="0%">
                  <c:v>0.67075717582007288</c:v>
                </c:pt>
                <c:pt idx="35" formatCode="0%">
                  <c:v>0.47998332486194584</c:v>
                </c:pt>
                <c:pt idx="36" formatCode="0%">
                  <c:v>0.67429083034882753</c:v>
                </c:pt>
                <c:pt idx="38" formatCode="0%">
                  <c:v>0.47033879266320944</c:v>
                </c:pt>
                <c:pt idx="39" formatCode="0%">
                  <c:v>0.11090151395290848</c:v>
                </c:pt>
                <c:pt idx="40" formatCode="0%">
                  <c:v>0.57128708547576867</c:v>
                </c:pt>
                <c:pt idx="41" formatCode="0%">
                  <c:v>0.51266341221465728</c:v>
                </c:pt>
                <c:pt idx="43" formatCode="0%">
                  <c:v>0.57343459087779447</c:v>
                </c:pt>
                <c:pt idx="44" formatCode="0%">
                  <c:v>0.16586501629094644</c:v>
                </c:pt>
                <c:pt idx="46" formatCode="0%">
                  <c:v>0.70930969415775602</c:v>
                </c:pt>
                <c:pt idx="47" formatCode="0%">
                  <c:v>0.50621736810894125</c:v>
                </c:pt>
                <c:pt idx="48" formatCode="0%">
                  <c:v>0.30057257565863404</c:v>
                </c:pt>
                <c:pt idx="49" formatCode="0%">
                  <c:v>1.823000224666E-2</c:v>
                </c:pt>
                <c:pt idx="51" formatCode="0%">
                  <c:v>6.0798055098057382E-3</c:v>
                </c:pt>
                <c:pt idx="52" formatCode="0%">
                  <c:v>7.476994747682135E-2</c:v>
                </c:pt>
                <c:pt idx="53" formatCode="0%">
                  <c:v>0.14988055821992419</c:v>
                </c:pt>
                <c:pt idx="54" formatCode="0%">
                  <c:v>0.63828073816694242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3-D0FA-4F1C-ADDC-C254D8881A3B}"/>
            </c:ext>
          </c:extLst>
        </c:ser>
        <c:ser>
          <c:idx val="4"/>
          <c:order val="4"/>
          <c:tx>
            <c:strRef>
              <c:f>Sheet1!$B$395</c:f>
              <c:strCache>
                <c:ptCount val="1"/>
                <c:pt idx="0">
                  <c:v>Es inteligente y tiene capacidad</c:v>
                </c:pt>
              </c:strCache>
            </c:strRef>
          </c:tx>
          <c:spPr>
            <a:ln w="63500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7030A0"/>
              </a:solidFill>
              <a:ln w="9525">
                <a:solidFill>
                  <a:srgbClr val="7030A0"/>
                </a:solidFill>
              </a:ln>
              <a:effectLst/>
            </c:spPr>
          </c:marker>
          <c:cat>
            <c:strRef>
              <c:f>Sheet1!$C$390:$BE$390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Sheet1!$C$395:$BE$395</c:f>
              <c:numCache>
                <c:formatCode>General</c:formatCode>
                <c:ptCount val="55"/>
                <c:pt idx="0" formatCode="0%">
                  <c:v>0.3436548305509971</c:v>
                </c:pt>
                <c:pt idx="2" formatCode="0%">
                  <c:v>0.32512445912049281</c:v>
                </c:pt>
                <c:pt idx="3" formatCode="0%">
                  <c:v>0.36102690588624931</c:v>
                </c:pt>
                <c:pt idx="5" formatCode="0%">
                  <c:v>0.30032588374358921</c:v>
                </c:pt>
                <c:pt idx="6" formatCode="0%">
                  <c:v>0.61863275031472564</c:v>
                </c:pt>
                <c:pt idx="7" formatCode="0%">
                  <c:v>0.32549204226025302</c:v>
                </c:pt>
                <c:pt idx="8" formatCode="0%">
                  <c:v>0.19298914684449076</c:v>
                </c:pt>
                <c:pt idx="10" formatCode="0%">
                  <c:v>0.33353205096458838</c:v>
                </c:pt>
                <c:pt idx="11" formatCode="0%">
                  <c:v>0.23746082176198105</c:v>
                </c:pt>
                <c:pt idx="12" formatCode="0%">
                  <c:v>0.50471464052896942</c:v>
                </c:pt>
                <c:pt idx="14" formatCode="0%">
                  <c:v>0.33060359741498435</c:v>
                </c:pt>
                <c:pt idx="15" formatCode="0%">
                  <c:v>0.2227252120991613</c:v>
                </c:pt>
                <c:pt idx="16" formatCode="0%">
                  <c:v>0.47057132281957892</c:v>
                </c:pt>
                <c:pt idx="17" formatCode="0%">
                  <c:v>0.3464617817048975</c:v>
                </c:pt>
                <c:pt idx="19" formatCode="0%">
                  <c:v>0.28551678300769001</c:v>
                </c:pt>
                <c:pt idx="20" formatCode="0%">
                  <c:v>0.3992273067988607</c:v>
                </c:pt>
                <c:pt idx="22" formatCode="0%">
                  <c:v>0.26984831218610728</c:v>
                </c:pt>
                <c:pt idx="23" formatCode="0%">
                  <c:v>0.29437638848769515</c:v>
                </c:pt>
                <c:pt idx="24" formatCode="0%">
                  <c:v>0.42249330243097272</c:v>
                </c:pt>
                <c:pt idx="25" formatCode="0%">
                  <c:v>0.38273628195550058</c:v>
                </c:pt>
                <c:pt idx="27" formatCode="0%">
                  <c:v>0.2736229244680875</c:v>
                </c:pt>
                <c:pt idx="28" formatCode="0%">
                  <c:v>0.36492354691565021</c:v>
                </c:pt>
                <c:pt idx="29" formatCode="0%">
                  <c:v>0.40524779936347682</c:v>
                </c:pt>
                <c:pt idx="31" formatCode="0%">
                  <c:v>0.44718213423629444</c:v>
                </c:pt>
                <c:pt idx="32" formatCode="0%">
                  <c:v>2.8987481890798126E-3</c:v>
                </c:pt>
                <c:pt idx="33" formatCode="0%">
                  <c:v>3.3522843285016549E-2</c:v>
                </c:pt>
                <c:pt idx="34" formatCode="0%">
                  <c:v>0.15480463828295835</c:v>
                </c:pt>
                <c:pt idx="35" formatCode="0%">
                  <c:v>0.14265761691444603</c:v>
                </c:pt>
                <c:pt idx="36" formatCode="0%">
                  <c:v>0.76283161257095911</c:v>
                </c:pt>
                <c:pt idx="38" formatCode="0%">
                  <c:v>0.10738679118796902</c:v>
                </c:pt>
                <c:pt idx="39" formatCode="0%">
                  <c:v>0.16177154543791339</c:v>
                </c:pt>
                <c:pt idx="40" formatCode="0%">
                  <c:v>0.63635497298607424</c:v>
                </c:pt>
                <c:pt idx="41" formatCode="0%">
                  <c:v>0.50553478275097008</c:v>
                </c:pt>
                <c:pt idx="43" formatCode="0%">
                  <c:v>0.50743542515894147</c:v>
                </c:pt>
                <c:pt idx="44" formatCode="0%">
                  <c:v>0.20095042073275876</c:v>
                </c:pt>
                <c:pt idx="46" formatCode="0%">
                  <c:v>0.75007308932337968</c:v>
                </c:pt>
                <c:pt idx="47" formatCode="0%">
                  <c:v>0.37484556503773148</c:v>
                </c:pt>
                <c:pt idx="48" formatCode="0%">
                  <c:v>2.8557573317035023E-2</c:v>
                </c:pt>
                <c:pt idx="49" formatCode="0%">
                  <c:v>1.3145482849379549E-4</c:v>
                </c:pt>
                <c:pt idx="51" formatCode="0%">
                  <c:v>6.3216895377662518E-3</c:v>
                </c:pt>
                <c:pt idx="52" formatCode="0%">
                  <c:v>3.6899765977234905E-2</c:v>
                </c:pt>
                <c:pt idx="53" formatCode="0%">
                  <c:v>4.7840564698720014E-2</c:v>
                </c:pt>
                <c:pt idx="54" formatCode="0%">
                  <c:v>0.60153696003573764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4-D0FA-4F1C-ADDC-C254D8881A3B}"/>
            </c:ext>
          </c:extLst>
        </c:ser>
        <c:ser>
          <c:idx val="5"/>
          <c:order val="5"/>
          <c:tx>
            <c:strRef>
              <c:f>Sheet1!$B$396</c:f>
              <c:strCache>
                <c:ptCount val="1"/>
                <c:pt idx="0">
                  <c:v>Es buena persona</c:v>
                </c:pt>
              </c:strCache>
            </c:strRef>
          </c:tx>
          <c:spPr>
            <a:ln w="63500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>
                  <a:lumMod val="75000"/>
                </a:schemeClr>
              </a:solidFill>
              <a:ln w="9525">
                <a:solidFill>
                  <a:schemeClr val="accent6">
                    <a:lumMod val="75000"/>
                  </a:schemeClr>
                </a:solidFill>
              </a:ln>
              <a:effectLst/>
            </c:spPr>
          </c:marker>
          <c:cat>
            <c:strRef>
              <c:f>Sheet1!$C$390:$BE$390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Sheet1!$C$396:$BE$396</c:f>
              <c:numCache>
                <c:formatCode>General</c:formatCode>
                <c:ptCount val="55"/>
                <c:pt idx="0" formatCode="0%">
                  <c:v>0.27357711956362663</c:v>
                </c:pt>
                <c:pt idx="2" formatCode="0%">
                  <c:v>0.18540284413405542</c:v>
                </c:pt>
                <c:pt idx="3" formatCode="0%">
                  <c:v>0.35623979460437438</c:v>
                </c:pt>
                <c:pt idx="5" formatCode="0%">
                  <c:v>0.47044496351314463</c:v>
                </c:pt>
                <c:pt idx="6" formatCode="0%">
                  <c:v>0.48493886496336985</c:v>
                </c:pt>
                <c:pt idx="7" formatCode="0%">
                  <c:v>0.19349844810006553</c:v>
                </c:pt>
                <c:pt idx="8" formatCode="0%">
                  <c:v>0.13847360715164461</c:v>
                </c:pt>
                <c:pt idx="10" formatCode="0%">
                  <c:v>0.19939503693347671</c:v>
                </c:pt>
                <c:pt idx="11" formatCode="0%">
                  <c:v>0.25601780814164399</c:v>
                </c:pt>
                <c:pt idx="12" formatCode="0%">
                  <c:v>0.39180478005360081</c:v>
                </c:pt>
                <c:pt idx="14" formatCode="0%">
                  <c:v>0.35192048748216037</c:v>
                </c:pt>
                <c:pt idx="15" formatCode="0%">
                  <c:v>0.17827776723964298</c:v>
                </c:pt>
                <c:pt idx="16" formatCode="0%">
                  <c:v>0.32020340140038156</c:v>
                </c:pt>
                <c:pt idx="17" formatCode="0%">
                  <c:v>0.16407097866872122</c:v>
                </c:pt>
                <c:pt idx="19" formatCode="0%">
                  <c:v>0.14824204311123043</c:v>
                </c:pt>
                <c:pt idx="20" formatCode="0%">
                  <c:v>0.39338129004229039</c:v>
                </c:pt>
                <c:pt idx="22" formatCode="0%">
                  <c:v>8.9272877851460958E-2</c:v>
                </c:pt>
                <c:pt idx="23" formatCode="0%">
                  <c:v>0.19407235396406888</c:v>
                </c:pt>
                <c:pt idx="24" formatCode="0%">
                  <c:v>0.717367963150641</c:v>
                </c:pt>
                <c:pt idx="25" formatCode="0%">
                  <c:v>0.18775296600874494</c:v>
                </c:pt>
                <c:pt idx="27" formatCode="0%">
                  <c:v>0.20093252239092046</c:v>
                </c:pt>
                <c:pt idx="28" formatCode="0%">
                  <c:v>0.19379137715541703</c:v>
                </c:pt>
                <c:pt idx="29" formatCode="0%">
                  <c:v>0.39948802033379605</c:v>
                </c:pt>
                <c:pt idx="31" formatCode="0%">
                  <c:v>0.20956131749686854</c:v>
                </c:pt>
                <c:pt idx="32" formatCode="0%">
                  <c:v>1.4215773634285119E-3</c:v>
                </c:pt>
                <c:pt idx="33" formatCode="0%">
                  <c:v>2.3975391050031465E-4</c:v>
                </c:pt>
                <c:pt idx="34" formatCode="0%">
                  <c:v>0.51418515444169699</c:v>
                </c:pt>
                <c:pt idx="35" formatCode="0%">
                  <c:v>7.8306040962495396E-2</c:v>
                </c:pt>
                <c:pt idx="36" formatCode="0%">
                  <c:v>0.58605275130274948</c:v>
                </c:pt>
                <c:pt idx="38" formatCode="0%">
                  <c:v>0.44633380238547882</c:v>
                </c:pt>
                <c:pt idx="39" formatCode="0%">
                  <c:v>5.8604598474309266E-2</c:v>
                </c:pt>
                <c:pt idx="40" formatCode="0%">
                  <c:v>0.43889761577150099</c:v>
                </c:pt>
                <c:pt idx="41" formatCode="0%">
                  <c:v>0.34501344982474325</c:v>
                </c:pt>
                <c:pt idx="43" formatCode="0%">
                  <c:v>0.43161247752134274</c:v>
                </c:pt>
                <c:pt idx="44" formatCode="0%">
                  <c:v>0.11211591988391674</c:v>
                </c:pt>
                <c:pt idx="46" formatCode="0%">
                  <c:v>0.52634092046104974</c:v>
                </c:pt>
                <c:pt idx="47" formatCode="0%">
                  <c:v>0.40840053686141142</c:v>
                </c:pt>
                <c:pt idx="48" formatCode="0%">
                  <c:v>8.6025476194569964E-3</c:v>
                </c:pt>
                <c:pt idx="49" formatCode="0%">
                  <c:v>0</c:v>
                </c:pt>
                <c:pt idx="51" formatCode="0%">
                  <c:v>6.074122108947355E-3</c:v>
                </c:pt>
                <c:pt idx="52" formatCode="0%">
                  <c:v>7.2271374372927131E-3</c:v>
                </c:pt>
                <c:pt idx="53" formatCode="0%">
                  <c:v>0.13285390117995372</c:v>
                </c:pt>
                <c:pt idx="54" formatCode="0%">
                  <c:v>0.47253397063180669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5-D0FA-4F1C-ADDC-C254D8881A3B}"/>
            </c:ext>
          </c:extLst>
        </c:ser>
        <c:ser>
          <c:idx val="6"/>
          <c:order val="6"/>
          <c:tx>
            <c:strRef>
              <c:f>Sheet1!$B$397</c:f>
              <c:strCache>
                <c:ptCount val="1"/>
                <c:pt idx="0">
                  <c:v>Buenas ideas, propuestas y plan de gobierno</c:v>
                </c:pt>
              </c:strCache>
            </c:strRef>
          </c:tx>
          <c:spPr>
            <a:ln w="63500" cap="rnd">
              <a:solidFill>
                <a:schemeClr val="bg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bg2"/>
              </a:solidFill>
              <a:ln w="9525">
                <a:solidFill>
                  <a:schemeClr val="bg2"/>
                </a:solidFill>
              </a:ln>
              <a:effectLst/>
            </c:spPr>
          </c:marker>
          <c:cat>
            <c:strRef>
              <c:f>Sheet1!$C$390:$BE$390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Sheet1!$C$397:$BE$397</c:f>
              <c:numCache>
                <c:formatCode>General</c:formatCode>
                <c:ptCount val="55"/>
                <c:pt idx="0" formatCode="0%">
                  <c:v>0.25200791655169996</c:v>
                </c:pt>
                <c:pt idx="2" formatCode="0%">
                  <c:v>0.25714038690212382</c:v>
                </c:pt>
                <c:pt idx="3" formatCode="0%">
                  <c:v>0.24719626770590528</c:v>
                </c:pt>
                <c:pt idx="5" formatCode="0%">
                  <c:v>0.22553066223775553</c:v>
                </c:pt>
                <c:pt idx="6" formatCode="0%">
                  <c:v>0.52104173367797169</c:v>
                </c:pt>
                <c:pt idx="7" formatCode="0%">
                  <c:v>0.20865972617854747</c:v>
                </c:pt>
                <c:pt idx="8" formatCode="0%">
                  <c:v>0.12825118415474451</c:v>
                </c:pt>
                <c:pt idx="10" formatCode="0%">
                  <c:v>0.24103228839832677</c:v>
                </c:pt>
                <c:pt idx="11" formatCode="0%">
                  <c:v>0.17890755821518003</c:v>
                </c:pt>
                <c:pt idx="12" formatCode="0%">
                  <c:v>0.36793845287037852</c:v>
                </c:pt>
                <c:pt idx="14" formatCode="0%">
                  <c:v>0.26196681685699347</c:v>
                </c:pt>
                <c:pt idx="15" formatCode="0%">
                  <c:v>0.20592242185139359</c:v>
                </c:pt>
                <c:pt idx="16" formatCode="0%">
                  <c:v>0.28682873636664996</c:v>
                </c:pt>
                <c:pt idx="17" formatCode="0%">
                  <c:v>0.25167081036456335</c:v>
                </c:pt>
                <c:pt idx="19" formatCode="0%">
                  <c:v>0.21025825625671357</c:v>
                </c:pt>
                <c:pt idx="20" formatCode="0%">
                  <c:v>0.29191520795792125</c:v>
                </c:pt>
                <c:pt idx="22" formatCode="0%">
                  <c:v>0.16415073775848768</c:v>
                </c:pt>
                <c:pt idx="23" formatCode="0%">
                  <c:v>0.24915717315970076</c:v>
                </c:pt>
                <c:pt idx="24" formatCode="0%">
                  <c:v>0.39262205568175679</c:v>
                </c:pt>
                <c:pt idx="25" formatCode="0%">
                  <c:v>0.22106990520535097</c:v>
                </c:pt>
                <c:pt idx="27" formatCode="0%">
                  <c:v>0.21006182536248655</c:v>
                </c:pt>
                <c:pt idx="28" formatCode="0%">
                  <c:v>0.27817701573671372</c:v>
                </c:pt>
                <c:pt idx="29" formatCode="0%">
                  <c:v>0.26858481220255548</c:v>
                </c:pt>
                <c:pt idx="31" formatCode="0%">
                  <c:v>0.32585395548824247</c:v>
                </c:pt>
                <c:pt idx="32" formatCode="0%">
                  <c:v>1.4929561545999545E-3</c:v>
                </c:pt>
                <c:pt idx="33" formatCode="0%">
                  <c:v>3.1656659102341791E-2</c:v>
                </c:pt>
                <c:pt idx="34" formatCode="0%">
                  <c:v>0.10843302096909323</c:v>
                </c:pt>
                <c:pt idx="35" formatCode="0%">
                  <c:v>0.10787872596209985</c:v>
                </c:pt>
                <c:pt idx="36" formatCode="0%">
                  <c:v>0.56623651630825056</c:v>
                </c:pt>
                <c:pt idx="38" formatCode="0%">
                  <c:v>7.8089537022796474E-2</c:v>
                </c:pt>
                <c:pt idx="39" formatCode="0%">
                  <c:v>0.1164367247667748</c:v>
                </c:pt>
                <c:pt idx="40" formatCode="0%">
                  <c:v>0.51645900937535316</c:v>
                </c:pt>
                <c:pt idx="41" formatCode="0%">
                  <c:v>0.28519955800013858</c:v>
                </c:pt>
                <c:pt idx="43" formatCode="0%">
                  <c:v>0.36007905054841371</c:v>
                </c:pt>
                <c:pt idx="44" formatCode="0%">
                  <c:v>0.16822036900684301</c:v>
                </c:pt>
                <c:pt idx="46" formatCode="0%">
                  <c:v>0.61908378186417945</c:v>
                </c:pt>
                <c:pt idx="47" formatCode="0%">
                  <c:v>0.17446994719891376</c:v>
                </c:pt>
                <c:pt idx="48" formatCode="0%">
                  <c:v>3.4049156746049549E-3</c:v>
                </c:pt>
                <c:pt idx="49" formatCode="0%">
                  <c:v>8.5799996868207223E-6</c:v>
                </c:pt>
                <c:pt idx="51" formatCode="0%">
                  <c:v>0</c:v>
                </c:pt>
                <c:pt idx="52" formatCode="0%">
                  <c:v>2.0019918866388508E-5</c:v>
                </c:pt>
                <c:pt idx="53" formatCode="0%">
                  <c:v>4.6965446749808543E-2</c:v>
                </c:pt>
                <c:pt idx="54" formatCode="0%">
                  <c:v>0.44938099482801014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6-D0FA-4F1C-ADDC-C254D8881A3B}"/>
            </c:ext>
          </c:extLst>
        </c:ser>
        <c:ser>
          <c:idx val="7"/>
          <c:order val="7"/>
          <c:tx>
            <c:strRef>
              <c:f>Sheet1!$B$398</c:f>
              <c:strCache>
                <c:ptCount val="1"/>
                <c:pt idx="0">
                  <c:v>Tiene conocimiento de los problemas del país</c:v>
                </c:pt>
              </c:strCache>
            </c:strRef>
          </c:tx>
          <c:spPr>
            <a:ln w="63500" cap="rnd">
              <a:solidFill>
                <a:srgbClr val="007F48"/>
              </a:solidFill>
              <a:prstDash val="solid"/>
              <a:round/>
            </a:ln>
            <a:effectLst/>
          </c:spPr>
          <c:marker>
            <c:symbol val="circle"/>
            <c:size val="15"/>
            <c:spPr>
              <a:solidFill>
                <a:srgbClr val="007F48"/>
              </a:solidFill>
              <a:ln w="9525">
                <a:solidFill>
                  <a:srgbClr val="007F48"/>
                </a:solidFill>
              </a:ln>
              <a:effectLst/>
            </c:spPr>
          </c:marker>
          <c:cat>
            <c:strRef>
              <c:f>Sheet1!$C$390:$BE$390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Sheet1!$C$398:$BE$398</c:f>
              <c:numCache>
                <c:formatCode>General</c:formatCode>
                <c:ptCount val="55"/>
                <c:pt idx="0" formatCode="0%">
                  <c:v>0.245174026583035</c:v>
                </c:pt>
                <c:pt idx="2" formatCode="0%">
                  <c:v>0.24965546686565926</c:v>
                </c:pt>
                <c:pt idx="3" formatCode="0%">
                  <c:v>0.24097271316775179</c:v>
                </c:pt>
                <c:pt idx="5" formatCode="0%">
                  <c:v>0.22741496501010863</c:v>
                </c:pt>
                <c:pt idx="6" formatCode="0%">
                  <c:v>0.41176769513865707</c:v>
                </c:pt>
                <c:pt idx="7" formatCode="0%">
                  <c:v>0.22327118957117109</c:v>
                </c:pt>
                <c:pt idx="8" formatCode="0%">
                  <c:v>0.16324492302534568</c:v>
                </c:pt>
                <c:pt idx="10" formatCode="0%">
                  <c:v>0.27992676213893947</c:v>
                </c:pt>
                <c:pt idx="11" formatCode="0%">
                  <c:v>0.17779170745881884</c:v>
                </c:pt>
                <c:pt idx="12" formatCode="0%">
                  <c:v>0.29535436473668736</c:v>
                </c:pt>
                <c:pt idx="14" formatCode="0%">
                  <c:v>0.2938346523499854</c:v>
                </c:pt>
                <c:pt idx="15" formatCode="0%">
                  <c:v>0.2493080159876076</c:v>
                </c:pt>
                <c:pt idx="16" formatCode="0%">
                  <c:v>0.20615138574993036</c:v>
                </c:pt>
                <c:pt idx="17" formatCode="0%">
                  <c:v>0.19990288966608516</c:v>
                </c:pt>
                <c:pt idx="19" formatCode="0%">
                  <c:v>0.22753075756364718</c:v>
                </c:pt>
                <c:pt idx="20" formatCode="0%">
                  <c:v>0.26203871657428784</c:v>
                </c:pt>
                <c:pt idx="22" formatCode="0%">
                  <c:v>0.20237164590202783</c:v>
                </c:pt>
                <c:pt idx="23" formatCode="0%">
                  <c:v>0.26365458826581667</c:v>
                </c:pt>
                <c:pt idx="24" formatCode="0%">
                  <c:v>0.27741888562355693</c:v>
                </c:pt>
                <c:pt idx="25" formatCode="0%">
                  <c:v>0.23456131900643534</c:v>
                </c:pt>
                <c:pt idx="27" formatCode="0%">
                  <c:v>0.21460644312890126</c:v>
                </c:pt>
                <c:pt idx="28" formatCode="0%">
                  <c:v>0.226427770985073</c:v>
                </c:pt>
                <c:pt idx="29" formatCode="0%">
                  <c:v>0.28365703900699341</c:v>
                </c:pt>
                <c:pt idx="31" formatCode="0%">
                  <c:v>0.35729575375051242</c:v>
                </c:pt>
                <c:pt idx="32" formatCode="0%">
                  <c:v>0</c:v>
                </c:pt>
                <c:pt idx="33" formatCode="0%">
                  <c:v>7.4639799530107527E-3</c:v>
                </c:pt>
                <c:pt idx="34" formatCode="0%">
                  <c:v>8.9924345908081585E-2</c:v>
                </c:pt>
                <c:pt idx="35" formatCode="0%">
                  <c:v>8.9729750362947891E-2</c:v>
                </c:pt>
                <c:pt idx="36" formatCode="0%">
                  <c:v>0.51823317210260822</c:v>
                </c:pt>
                <c:pt idx="38" formatCode="0%">
                  <c:v>8.270476519876635E-2</c:v>
                </c:pt>
                <c:pt idx="39" formatCode="0%">
                  <c:v>0.10553510877177509</c:v>
                </c:pt>
                <c:pt idx="40" formatCode="0%">
                  <c:v>0.4659047398060448</c:v>
                </c:pt>
                <c:pt idx="41" formatCode="0%">
                  <c:v>0.31074995605395656</c:v>
                </c:pt>
                <c:pt idx="43" formatCode="0%">
                  <c:v>0.32325662813223149</c:v>
                </c:pt>
                <c:pt idx="44" formatCode="0%">
                  <c:v>0.15847570408702502</c:v>
                </c:pt>
                <c:pt idx="46" formatCode="0%">
                  <c:v>0.61852043387952671</c:v>
                </c:pt>
                <c:pt idx="47" formatCode="0%">
                  <c:v>0.14245165410448887</c:v>
                </c:pt>
                <c:pt idx="48" formatCode="0%">
                  <c:v>1.9148744650897397E-2</c:v>
                </c:pt>
                <c:pt idx="49" formatCode="0%">
                  <c:v>1.8900047576881408E-3</c:v>
                </c:pt>
                <c:pt idx="51" formatCode="0%">
                  <c:v>6.074122108947355E-3</c:v>
                </c:pt>
                <c:pt idx="52" formatCode="0%">
                  <c:v>4.4440465261407084E-3</c:v>
                </c:pt>
                <c:pt idx="53" formatCode="0%">
                  <c:v>5.3802976697272215E-2</c:v>
                </c:pt>
                <c:pt idx="54" formatCode="0%">
                  <c:v>0.43247586083033335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7-D0FA-4F1C-ADDC-C254D8881A3B}"/>
            </c:ext>
          </c:extLst>
        </c:ser>
        <c:ser>
          <c:idx val="8"/>
          <c:order val="8"/>
          <c:tx>
            <c:strRef>
              <c:f>Sheet1!$B$399</c:f>
              <c:strCache>
                <c:ptCount val="1"/>
                <c:pt idx="0">
                  <c:v>Está preparado para gobernar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Sheet1!$C$390:$BE$390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Sheet1!$C$399:$BE$399</c:f>
              <c:numCache>
                <c:formatCode>General</c:formatCode>
                <c:ptCount val="55"/>
                <c:pt idx="0" formatCode="0%">
                  <c:v>0.15177671521250716</c:v>
                </c:pt>
                <c:pt idx="2" formatCode="0%">
                  <c:v>0.10647303422184264</c:v>
                </c:pt>
                <c:pt idx="3" formatCode="0%">
                  <c:v>0.19424855232039856</c:v>
                </c:pt>
                <c:pt idx="5" formatCode="0%">
                  <c:v>7.0907297607850583E-2</c:v>
                </c:pt>
                <c:pt idx="6" formatCode="0%">
                  <c:v>0.32953955586514488</c:v>
                </c:pt>
                <c:pt idx="7" formatCode="0%">
                  <c:v>0.13245196336462231</c:v>
                </c:pt>
                <c:pt idx="8" formatCode="0%">
                  <c:v>8.5888418526001431E-2</c:v>
                </c:pt>
                <c:pt idx="10" formatCode="0%">
                  <c:v>7.6639986114028405E-2</c:v>
                </c:pt>
                <c:pt idx="11" formatCode="0%">
                  <c:v>0.11372377662287522</c:v>
                </c:pt>
                <c:pt idx="12" formatCode="0%">
                  <c:v>0.29982433074468084</c:v>
                </c:pt>
                <c:pt idx="14" formatCode="0%">
                  <c:v>9.4522323953615317E-2</c:v>
                </c:pt>
                <c:pt idx="15" formatCode="0%">
                  <c:v>0.12621331036096076</c:v>
                </c:pt>
                <c:pt idx="16" formatCode="0%">
                  <c:v>0.23078650485326971</c:v>
                </c:pt>
                <c:pt idx="17" formatCode="0%">
                  <c:v>8.7802625633112849E-2</c:v>
                </c:pt>
                <c:pt idx="19" formatCode="0%">
                  <c:v>0.1018613155052424</c:v>
                </c:pt>
                <c:pt idx="20" formatCode="0%">
                  <c:v>0.19948940048230926</c:v>
                </c:pt>
                <c:pt idx="22" formatCode="0%">
                  <c:v>7.5004949999476156E-2</c:v>
                </c:pt>
                <c:pt idx="23" formatCode="0%">
                  <c:v>9.3585299064655916E-2</c:v>
                </c:pt>
                <c:pt idx="24" formatCode="0%">
                  <c:v>0.27045280991872495</c:v>
                </c:pt>
                <c:pt idx="25" formatCode="0%">
                  <c:v>0.14149782787050652</c:v>
                </c:pt>
                <c:pt idx="27" formatCode="0%">
                  <c:v>9.1658988208402625E-2</c:v>
                </c:pt>
                <c:pt idx="28" formatCode="0%">
                  <c:v>0.18475480017254375</c:v>
                </c:pt>
                <c:pt idx="29" formatCode="0%">
                  <c:v>0.15840357038296449</c:v>
                </c:pt>
                <c:pt idx="31" formatCode="0%">
                  <c:v>5.192094143203952E-2</c:v>
                </c:pt>
                <c:pt idx="32" formatCode="0%">
                  <c:v>1.4215773634285119E-3</c:v>
                </c:pt>
                <c:pt idx="33" formatCode="0%">
                  <c:v>2.4356014116655854E-4</c:v>
                </c:pt>
                <c:pt idx="34" formatCode="0%">
                  <c:v>4.9081822034416224E-2</c:v>
                </c:pt>
                <c:pt idx="35" formatCode="0%">
                  <c:v>6.5988929739146815E-2</c:v>
                </c:pt>
                <c:pt idx="36" formatCode="0%">
                  <c:v>0.49843666943034287</c:v>
                </c:pt>
                <c:pt idx="38" formatCode="0%">
                  <c:v>5.2710970400452056E-2</c:v>
                </c:pt>
                <c:pt idx="39" formatCode="0%">
                  <c:v>6.1685696311897908E-2</c:v>
                </c:pt>
                <c:pt idx="40" formatCode="0%">
                  <c:v>0.3859410694495512</c:v>
                </c:pt>
                <c:pt idx="41" formatCode="0%">
                  <c:v>0.13701978503913631</c:v>
                </c:pt>
                <c:pt idx="43" formatCode="0%">
                  <c:v>0.24511724692345019</c:v>
                </c:pt>
                <c:pt idx="44" formatCode="0%">
                  <c:v>5.9960586213494343E-2</c:v>
                </c:pt>
                <c:pt idx="46" formatCode="0%">
                  <c:v>0.35680670763483602</c:v>
                </c:pt>
                <c:pt idx="47" formatCode="0%">
                  <c:v>0.12732426236832073</c:v>
                </c:pt>
                <c:pt idx="48" formatCode="0%">
                  <c:v>6.4909618256481379E-4</c:v>
                </c:pt>
                <c:pt idx="49" formatCode="0%">
                  <c:v>0</c:v>
                </c:pt>
                <c:pt idx="51" formatCode="0%">
                  <c:v>0</c:v>
                </c:pt>
                <c:pt idx="52" formatCode="0%">
                  <c:v>0</c:v>
                </c:pt>
                <c:pt idx="53" formatCode="0%">
                  <c:v>5.2764560062847889E-2</c:v>
                </c:pt>
                <c:pt idx="54" formatCode="0%">
                  <c:v>0.26739726064888464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8-D0FA-4F1C-ADDC-C254D8881A3B}"/>
            </c:ext>
          </c:extLst>
        </c:ser>
        <c:ser>
          <c:idx val="9"/>
          <c:order val="9"/>
          <c:tx>
            <c:strRef>
              <c:f>Sheet1!$B$400</c:f>
              <c:strCache>
                <c:ptCount val="1"/>
                <c:pt idx="0">
                  <c:v>Se rodea de gente capaz</c:v>
                </c:pt>
              </c:strCache>
            </c:strRef>
          </c:tx>
          <c:spPr>
            <a:ln w="635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Sheet1!$C$390:$BE$390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Sheet1!$C$400:$BE$400</c:f>
              <c:numCache>
                <c:formatCode>General</c:formatCode>
                <c:ptCount val="55"/>
                <c:pt idx="0" formatCode="0%">
                  <c:v>0.14331358041458528</c:v>
                </c:pt>
                <c:pt idx="2" formatCode="0%">
                  <c:v>9.4606266500272984E-2</c:v>
                </c:pt>
                <c:pt idx="3" formatCode="0%">
                  <c:v>0.18897629598909485</c:v>
                </c:pt>
                <c:pt idx="5" formatCode="0%">
                  <c:v>9.5072338561713737E-2</c:v>
                </c:pt>
                <c:pt idx="6" formatCode="0%">
                  <c:v>0.22014226391578023</c:v>
                </c:pt>
                <c:pt idx="7" formatCode="0%">
                  <c:v>0.21731128517270298</c:v>
                </c:pt>
                <c:pt idx="8" formatCode="0%">
                  <c:v>2.2540074018017022E-2</c:v>
                </c:pt>
                <c:pt idx="10" formatCode="0%">
                  <c:v>0.14659994804973617</c:v>
                </c:pt>
                <c:pt idx="11" formatCode="0%">
                  <c:v>8.0824794578629164E-2</c:v>
                </c:pt>
                <c:pt idx="12" formatCode="0%">
                  <c:v>0.22641133246948658</c:v>
                </c:pt>
                <c:pt idx="14" formatCode="0%">
                  <c:v>0.11902148051833994</c:v>
                </c:pt>
                <c:pt idx="15" formatCode="0%">
                  <c:v>0.14697938999794877</c:v>
                </c:pt>
                <c:pt idx="16" formatCode="0%">
                  <c:v>0.15933357930874067</c:v>
                </c:pt>
                <c:pt idx="17" formatCode="0%">
                  <c:v>0.12973695476747421</c:v>
                </c:pt>
                <c:pt idx="19" formatCode="0%">
                  <c:v>9.093663724900182E-2</c:v>
                </c:pt>
                <c:pt idx="20" formatCode="0%">
                  <c:v>0.19337918380171157</c:v>
                </c:pt>
                <c:pt idx="22" formatCode="0%">
                  <c:v>0.11440704681191047</c:v>
                </c:pt>
                <c:pt idx="23" formatCode="0%">
                  <c:v>7.5166506325825375E-2</c:v>
                </c:pt>
                <c:pt idx="24" formatCode="0%">
                  <c:v>0.15796836098834663</c:v>
                </c:pt>
                <c:pt idx="25" formatCode="0%">
                  <c:v>0.16942949095102994</c:v>
                </c:pt>
                <c:pt idx="27" formatCode="0%">
                  <c:v>0.11249927680716457</c:v>
                </c:pt>
                <c:pt idx="28" formatCode="0%">
                  <c:v>6.5705632869077213E-2</c:v>
                </c:pt>
                <c:pt idx="29" formatCode="0%">
                  <c:v>0.20545933572012992</c:v>
                </c:pt>
                <c:pt idx="31" formatCode="0%">
                  <c:v>8.447032981498008E-2</c:v>
                </c:pt>
                <c:pt idx="32" formatCode="0%">
                  <c:v>0</c:v>
                </c:pt>
                <c:pt idx="33" formatCode="0%">
                  <c:v>3.4488307316168643E-2</c:v>
                </c:pt>
                <c:pt idx="34" formatCode="0%">
                  <c:v>4.1563809367040079E-2</c:v>
                </c:pt>
                <c:pt idx="35" formatCode="0%">
                  <c:v>8.8565136737456987E-2</c:v>
                </c:pt>
                <c:pt idx="36" formatCode="0%">
                  <c:v>0.41340463421026497</c:v>
                </c:pt>
                <c:pt idx="38" formatCode="0%">
                  <c:v>5.2566588802190492E-2</c:v>
                </c:pt>
                <c:pt idx="39" formatCode="0%">
                  <c:v>7.0360050667193266E-2</c:v>
                </c:pt>
                <c:pt idx="40" formatCode="0%">
                  <c:v>0.31373523876816761</c:v>
                </c:pt>
                <c:pt idx="41" formatCode="0%">
                  <c:v>0.17414804873316783</c:v>
                </c:pt>
                <c:pt idx="43" formatCode="0%">
                  <c:v>0.21339872525238454</c:v>
                </c:pt>
                <c:pt idx="44" formatCode="0%">
                  <c:v>6.7700595645100739E-2</c:v>
                </c:pt>
                <c:pt idx="46" formatCode="0%">
                  <c:v>0.40956640982139986</c:v>
                </c:pt>
                <c:pt idx="47" formatCode="0%">
                  <c:v>1.4195874954599752E-2</c:v>
                </c:pt>
                <c:pt idx="48" formatCode="0%">
                  <c:v>0</c:v>
                </c:pt>
                <c:pt idx="49" formatCode="0%">
                  <c:v>4.4200453946542585E-4</c:v>
                </c:pt>
                <c:pt idx="51" formatCode="0%">
                  <c:v>0</c:v>
                </c:pt>
                <c:pt idx="52" formatCode="0%">
                  <c:v>0</c:v>
                </c:pt>
                <c:pt idx="53" formatCode="0%">
                  <c:v>3.8561813617798467E-3</c:v>
                </c:pt>
                <c:pt idx="54" formatCode="0%">
                  <c:v>0.25859911421751364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9-D0FA-4F1C-ADDC-C254D8881A3B}"/>
            </c:ext>
          </c:extLst>
        </c:ser>
        <c:ser>
          <c:idx val="10"/>
          <c:order val="10"/>
          <c:tx>
            <c:strRef>
              <c:f>Sheet1!$B$401</c:f>
              <c:strCache>
                <c:ptCount val="1"/>
                <c:pt idx="0">
                  <c:v>Cercano a la gente</c:v>
                </c:pt>
              </c:strCache>
            </c:strRef>
          </c:tx>
          <c:spPr>
            <a:ln w="6350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C000"/>
              </a:solidFill>
              <a:ln w="9525">
                <a:solidFill>
                  <a:srgbClr val="FFC000"/>
                </a:solidFill>
              </a:ln>
              <a:effectLst/>
            </c:spPr>
          </c:marker>
          <c:cat>
            <c:strRef>
              <c:f>Sheet1!$C$390:$BE$390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Sheet1!$C$401:$BE$401</c:f>
              <c:numCache>
                <c:formatCode>General</c:formatCode>
                <c:ptCount val="55"/>
                <c:pt idx="0" formatCode="0%">
                  <c:v>0.12532855113667221</c:v>
                </c:pt>
                <c:pt idx="2" formatCode="0%">
                  <c:v>8.8316758527956563E-2</c:v>
                </c:pt>
                <c:pt idx="3" formatCode="0%">
                  <c:v>0.16002680948066511</c:v>
                </c:pt>
                <c:pt idx="5" formatCode="0%">
                  <c:v>0.1868528301714904</c:v>
                </c:pt>
                <c:pt idx="6" formatCode="0%">
                  <c:v>0.22078717106592663</c:v>
                </c:pt>
                <c:pt idx="7" formatCode="0%">
                  <c:v>0.12800546992023382</c:v>
                </c:pt>
                <c:pt idx="8" formatCode="0%">
                  <c:v>2.9762222780144069E-2</c:v>
                </c:pt>
                <c:pt idx="10" formatCode="0%">
                  <c:v>0.11579997453591022</c:v>
                </c:pt>
                <c:pt idx="11" formatCode="0%">
                  <c:v>7.1872217437943114E-2</c:v>
                </c:pt>
                <c:pt idx="12" formatCode="0%">
                  <c:v>0.21200334862315079</c:v>
                </c:pt>
                <c:pt idx="14" formatCode="0%">
                  <c:v>0.14397085713525928</c:v>
                </c:pt>
                <c:pt idx="15" formatCode="0%">
                  <c:v>0.10735754721452233</c:v>
                </c:pt>
                <c:pt idx="16" formatCode="0%">
                  <c:v>0.13455800649315239</c:v>
                </c:pt>
                <c:pt idx="17" formatCode="0%">
                  <c:v>6.0910446332954414E-2</c:v>
                </c:pt>
                <c:pt idx="19" formatCode="0%">
                  <c:v>9.0946753980802833E-2</c:v>
                </c:pt>
                <c:pt idx="20" formatCode="0%">
                  <c:v>0.15819311550616125</c:v>
                </c:pt>
                <c:pt idx="22" formatCode="0%">
                  <c:v>4.0104272041959044E-2</c:v>
                </c:pt>
                <c:pt idx="23" formatCode="0%">
                  <c:v>0.15721231141328923</c:v>
                </c:pt>
                <c:pt idx="24" formatCode="0%">
                  <c:v>0.15381583932264176</c:v>
                </c:pt>
                <c:pt idx="25" formatCode="0%">
                  <c:v>0.10046993856251434</c:v>
                </c:pt>
                <c:pt idx="27" formatCode="0%">
                  <c:v>8.7470121735254869E-2</c:v>
                </c:pt>
                <c:pt idx="28" formatCode="0%">
                  <c:v>9.1320476609784956E-2</c:v>
                </c:pt>
                <c:pt idx="29" formatCode="0%">
                  <c:v>0.15632910609942363</c:v>
                </c:pt>
                <c:pt idx="31" formatCode="0%">
                  <c:v>7.3179308305273985E-2</c:v>
                </c:pt>
                <c:pt idx="32" formatCode="0%">
                  <c:v>0</c:v>
                </c:pt>
                <c:pt idx="33" formatCode="0%">
                  <c:v>1.5976695794071039E-5</c:v>
                </c:pt>
                <c:pt idx="34" formatCode="0%">
                  <c:v>2.1240263356742905E-2</c:v>
                </c:pt>
                <c:pt idx="35" formatCode="0%">
                  <c:v>5.6018629513743723E-4</c:v>
                </c:pt>
                <c:pt idx="36" formatCode="0%">
                  <c:v>0.37452179026895399</c:v>
                </c:pt>
                <c:pt idx="38" formatCode="0%">
                  <c:v>5.2601188938549655E-2</c:v>
                </c:pt>
                <c:pt idx="39" formatCode="0%">
                  <c:v>0.10619217252680026</c:v>
                </c:pt>
                <c:pt idx="40" formatCode="0%">
                  <c:v>0.24571904633147146</c:v>
                </c:pt>
                <c:pt idx="41" formatCode="0%">
                  <c:v>0.11568884336280406</c:v>
                </c:pt>
                <c:pt idx="43" formatCode="0%">
                  <c:v>0.172167375082528</c:v>
                </c:pt>
                <c:pt idx="44" formatCode="0%">
                  <c:v>0.10293539977705234</c:v>
                </c:pt>
                <c:pt idx="46" formatCode="0%">
                  <c:v>0.35613188476823454</c:v>
                </c:pt>
                <c:pt idx="47" formatCode="0%">
                  <c:v>1.5604464792760439E-2</c:v>
                </c:pt>
                <c:pt idx="48" formatCode="0%">
                  <c:v>6.4909618256481379E-4</c:v>
                </c:pt>
                <c:pt idx="49" formatCode="0%">
                  <c:v>0</c:v>
                </c:pt>
                <c:pt idx="51" formatCode="0%">
                  <c:v>0</c:v>
                </c:pt>
                <c:pt idx="52" formatCode="0%">
                  <c:v>0</c:v>
                </c:pt>
                <c:pt idx="53" formatCode="0%">
                  <c:v>1.5155355553989015E-3</c:v>
                </c:pt>
                <c:pt idx="54" formatCode="0%">
                  <c:v>0.22639329834843769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A-D0FA-4F1C-ADDC-C254D8881A3B}"/>
            </c:ext>
          </c:extLst>
        </c:ser>
        <c:ser>
          <c:idx val="11"/>
          <c:order val="11"/>
          <c:tx>
            <c:strRef>
              <c:f>Sheet1!$B$402</c:f>
              <c:strCache>
                <c:ptCount val="1"/>
                <c:pt idx="0">
                  <c:v>Capacidad de dialogo y consensos</c:v>
                </c:pt>
              </c:strCache>
            </c:strRef>
          </c:tx>
          <c:spPr>
            <a:ln w="6350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>
                  <a:lumMod val="60000"/>
                  <a:lumOff val="40000"/>
                </a:schemeClr>
              </a:solidFill>
              <a:ln w="63500">
                <a:noFill/>
              </a:ln>
              <a:effectLst/>
            </c:spPr>
          </c:marker>
          <c:cat>
            <c:strRef>
              <c:f>Sheet1!$C$390:$BE$390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Sheet1!$C$402:$BE$402</c:f>
              <c:numCache>
                <c:formatCode>General</c:formatCode>
                <c:ptCount val="55"/>
                <c:pt idx="0" formatCode="0%">
                  <c:v>5.4439960680198386E-2</c:v>
                </c:pt>
                <c:pt idx="2" formatCode="0%">
                  <c:v>2.1680691377992268E-2</c:v>
                </c:pt>
                <c:pt idx="3" formatCode="0%">
                  <c:v>8.5151512387801609E-2</c:v>
                </c:pt>
                <c:pt idx="5" formatCode="0%">
                  <c:v>7.0907297607850583E-2</c:v>
                </c:pt>
                <c:pt idx="6" formatCode="0%">
                  <c:v>0.11492662605282751</c:v>
                </c:pt>
                <c:pt idx="7" formatCode="0%">
                  <c:v>4.6525265436243163E-2</c:v>
                </c:pt>
                <c:pt idx="8" formatCode="0%">
                  <c:v>1.4897832667995114E-2</c:v>
                </c:pt>
                <c:pt idx="10" formatCode="0%">
                  <c:v>2.7111723267167792E-2</c:v>
                </c:pt>
                <c:pt idx="11" formatCode="0%">
                  <c:v>3.1737524895949491E-2</c:v>
                </c:pt>
                <c:pt idx="12" formatCode="0%">
                  <c:v>0.12066043335802262</c:v>
                </c:pt>
                <c:pt idx="14" formatCode="0%">
                  <c:v>7.0212385087907461E-2</c:v>
                </c:pt>
                <c:pt idx="15" formatCode="0%">
                  <c:v>5.7985112101422404E-2</c:v>
                </c:pt>
                <c:pt idx="16" formatCode="0%">
                  <c:v>3.7243299948536146E-2</c:v>
                </c:pt>
                <c:pt idx="17" formatCode="0%">
                  <c:v>5.7039982866415498E-2</c:v>
                </c:pt>
                <c:pt idx="19" formatCode="0%">
                  <c:v>3.6131105124225515E-2</c:v>
                </c:pt>
                <c:pt idx="20" formatCode="0%">
                  <c:v>7.1940865569581916E-2</c:v>
                </c:pt>
                <c:pt idx="22" formatCode="0%">
                  <c:v>3.0212748311266416E-2</c:v>
                </c:pt>
                <c:pt idx="23" formatCode="0%">
                  <c:v>4.3584984604595103E-2</c:v>
                </c:pt>
                <c:pt idx="24" formatCode="0%">
                  <c:v>0.11408012024377384</c:v>
                </c:pt>
                <c:pt idx="25" formatCode="0%">
                  <c:v>4.4850875664045879E-2</c:v>
                </c:pt>
                <c:pt idx="27" formatCode="0%">
                  <c:v>2.9013693225935226E-2</c:v>
                </c:pt>
                <c:pt idx="28" formatCode="0%">
                  <c:v>2.6858448227596109E-2</c:v>
                </c:pt>
                <c:pt idx="29" formatCode="0%">
                  <c:v>9.8484919718803687E-2</c:v>
                </c:pt>
                <c:pt idx="31" formatCode="0%">
                  <c:v>3.4423331761349123E-3</c:v>
                </c:pt>
                <c:pt idx="32" formatCode="0%">
                  <c:v>5.5593462222788827E-5</c:v>
                </c:pt>
                <c:pt idx="33" formatCode="0%">
                  <c:v>1.5976695794071039E-5</c:v>
                </c:pt>
                <c:pt idx="34" formatCode="0%">
                  <c:v>1.2290220415009217E-2</c:v>
                </c:pt>
                <c:pt idx="35" formatCode="0%">
                  <c:v>0</c:v>
                </c:pt>
                <c:pt idx="36" formatCode="0%">
                  <c:v>0.14778725815431215</c:v>
                </c:pt>
                <c:pt idx="38" formatCode="0%">
                  <c:v>5.2601188938549655E-2</c:v>
                </c:pt>
                <c:pt idx="39" formatCode="0%">
                  <c:v>5.7353294636758131E-2</c:v>
                </c:pt>
                <c:pt idx="40" formatCode="0%">
                  <c:v>0.10424066595786931</c:v>
                </c:pt>
                <c:pt idx="41" formatCode="0%">
                  <c:v>2.2390037893653104E-2</c:v>
                </c:pt>
                <c:pt idx="43" formatCode="0%">
                  <c:v>6.7227361719657611E-2</c:v>
                </c:pt>
                <c:pt idx="44" formatCode="0%">
                  <c:v>5.5214476763049365E-2</c:v>
                </c:pt>
                <c:pt idx="46" formatCode="0%">
                  <c:v>0.1587662160921578</c:v>
                </c:pt>
                <c:pt idx="47" formatCode="0%">
                  <c:v>1.9411315478033769E-3</c:v>
                </c:pt>
                <c:pt idx="48" formatCode="0%">
                  <c:v>6.4909618256481379E-4</c:v>
                </c:pt>
                <c:pt idx="49" formatCode="0%">
                  <c:v>0</c:v>
                </c:pt>
                <c:pt idx="51" formatCode="0%">
                  <c:v>0</c:v>
                </c:pt>
                <c:pt idx="52" formatCode="0%">
                  <c:v>0</c:v>
                </c:pt>
                <c:pt idx="53" formatCode="0%">
                  <c:v>2.5918197857445236E-4</c:v>
                </c:pt>
                <c:pt idx="54" formatCode="0%">
                  <c:v>9.8393331649168553E-2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B-D0FA-4F1C-ADDC-C254D8881A3B}"/>
            </c:ext>
          </c:extLst>
        </c:ser>
        <c:ser>
          <c:idx val="12"/>
          <c:order val="12"/>
          <c:tx>
            <c:strRef>
              <c:f>Sheet1!$B$403</c:f>
              <c:strCache>
                <c:ptCount val="1"/>
                <c:pt idx="0">
                  <c:v>Ninguno de ellos</c:v>
                </c:pt>
              </c:strCache>
            </c:strRef>
          </c:tx>
          <c:spPr>
            <a:ln w="63500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bg1">
                  <a:lumMod val="50000"/>
                </a:schemeClr>
              </a:solidFill>
              <a:ln w="63500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cat>
            <c:strRef>
              <c:f>Sheet1!$C$390:$BE$390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Sheet1!$C$403:$BE$403</c:f>
              <c:numCache>
                <c:formatCode>General</c:formatCode>
                <c:ptCount val="55"/>
                <c:pt idx="0" formatCode="0%">
                  <c:v>0.40994338004631459</c:v>
                </c:pt>
                <c:pt idx="2" formatCode="0%">
                  <c:v>0.49824146031898742</c:v>
                </c:pt>
                <c:pt idx="3" formatCode="0%">
                  <c:v>0.32716463791408196</c:v>
                </c:pt>
                <c:pt idx="5" formatCode="0%">
                  <c:v>0.19797456614554712</c:v>
                </c:pt>
                <c:pt idx="6" formatCode="0%">
                  <c:v>0.28387350725486543</c:v>
                </c:pt>
                <c:pt idx="7" formatCode="0%">
                  <c:v>0.45570163859718149</c:v>
                </c:pt>
                <c:pt idx="8" formatCode="0%">
                  <c:v>0.53314234079495615</c:v>
                </c:pt>
                <c:pt idx="10" formatCode="0%">
                  <c:v>0.4413219786758239</c:v>
                </c:pt>
                <c:pt idx="11" formatCode="0%">
                  <c:v>0.44654751361907308</c:v>
                </c:pt>
                <c:pt idx="12" formatCode="0%">
                  <c:v>0.3191961913301668</c:v>
                </c:pt>
                <c:pt idx="14" formatCode="0%">
                  <c:v>0.39419456488328725</c:v>
                </c:pt>
                <c:pt idx="15" formatCode="0%">
                  <c:v>0.48576660880778166</c:v>
                </c:pt>
                <c:pt idx="16" formatCode="0%">
                  <c:v>0.32848664020904517</c:v>
                </c:pt>
                <c:pt idx="17" formatCode="0%">
                  <c:v>0.54711374473852026</c:v>
                </c:pt>
                <c:pt idx="19" formatCode="0%">
                  <c:v>0.47033096086459092</c:v>
                </c:pt>
                <c:pt idx="20" formatCode="0%">
                  <c:v>0.35222064007659321</c:v>
                </c:pt>
                <c:pt idx="22" formatCode="0%">
                  <c:v>0.48939312499259896</c:v>
                </c:pt>
                <c:pt idx="23" formatCode="0%">
                  <c:v>0.4764108142582546</c:v>
                </c:pt>
                <c:pt idx="24" formatCode="0%">
                  <c:v>0.21459378295032416</c:v>
                </c:pt>
                <c:pt idx="25" formatCode="0%">
                  <c:v>0.40010305465521184</c:v>
                </c:pt>
                <c:pt idx="27" formatCode="0%">
                  <c:v>0.46581178406283102</c:v>
                </c:pt>
                <c:pt idx="28" formatCode="0%">
                  <c:v>0.43460865029046691</c:v>
                </c:pt>
                <c:pt idx="29" formatCode="0%">
                  <c:v>0.31234151017176837</c:v>
                </c:pt>
                <c:pt idx="31" formatCode="0%">
                  <c:v>0.21170306098817313</c:v>
                </c:pt>
                <c:pt idx="32" formatCode="0%">
                  <c:v>0.96580718414426958</c:v>
                </c:pt>
                <c:pt idx="33" formatCode="0%">
                  <c:v>0.96061914786131131</c:v>
                </c:pt>
                <c:pt idx="34" formatCode="0%">
                  <c:v>0.13106083354967549</c:v>
                </c:pt>
                <c:pt idx="35" formatCode="0%">
                  <c:v>9.0890534730315484E-2</c:v>
                </c:pt>
                <c:pt idx="36" formatCode="0%">
                  <c:v>8.5524185846326761E-2</c:v>
                </c:pt>
                <c:pt idx="38" formatCode="0%">
                  <c:v>0.4806384612696521</c:v>
                </c:pt>
                <c:pt idx="39" formatCode="0%">
                  <c:v>0.81341970521901208</c:v>
                </c:pt>
                <c:pt idx="40" formatCode="0%">
                  <c:v>0.14850529015136313</c:v>
                </c:pt>
                <c:pt idx="41" formatCode="0%">
                  <c:v>8.3407696919964816E-2</c:v>
                </c:pt>
                <c:pt idx="43" formatCode="0%">
                  <c:v>9.3964837155879E-2</c:v>
                </c:pt>
                <c:pt idx="44" formatCode="0%">
                  <c:v>0.77567802756315574</c:v>
                </c:pt>
                <c:pt idx="46" formatCode="0%">
                  <c:v>1.4862655909871297E-3</c:v>
                </c:pt>
                <c:pt idx="47" formatCode="0%">
                  <c:v>2.2036290426134898E-2</c:v>
                </c:pt>
                <c:pt idx="48" formatCode="0%">
                  <c:v>0.69934637263979982</c:v>
                </c:pt>
                <c:pt idx="49" formatCode="0%">
                  <c:v>0.97048498215782175</c:v>
                </c:pt>
                <c:pt idx="51" formatCode="0%">
                  <c:v>0.99205407075139296</c:v>
                </c:pt>
                <c:pt idx="52" formatCode="0%">
                  <c:v>0.86892837746595186</c:v>
                </c:pt>
                <c:pt idx="53" formatCode="0%">
                  <c:v>0.43217677750612166</c:v>
                </c:pt>
                <c:pt idx="54" formatCode="0%">
                  <c:v>5.128908474231534E-2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C-D0FA-4F1C-ADDC-C254D8881A3B}"/>
            </c:ext>
          </c:extLst>
        </c:ser>
        <c:ser>
          <c:idx val="13"/>
          <c:order val="13"/>
          <c:tx>
            <c:strRef>
              <c:f>Sheet1!$B$404</c:f>
              <c:strCache>
                <c:ptCount val="1"/>
                <c:pt idx="0">
                  <c:v>No sabe</c:v>
                </c:pt>
              </c:strCache>
            </c:strRef>
          </c:tx>
          <c:spPr>
            <a:ln w="63500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  <a:headEnd type="oval"/>
              </a:ln>
              <a:effectLst/>
            </c:spPr>
          </c:marker>
          <c:cat>
            <c:strRef>
              <c:f>Sheet1!$C$390:$BE$390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Sheet1!$C$404:$BE$404</c:f>
              <c:numCache>
                <c:formatCode>General</c:formatCode>
                <c:ptCount val="55"/>
                <c:pt idx="0" formatCode="0%">
                  <c:v>1.2118983101467428E-2</c:v>
                </c:pt>
                <c:pt idx="2" formatCode="0%">
                  <c:v>1.6562286948995183E-2</c:v>
                </c:pt>
                <c:pt idx="3" formatCode="0%">
                  <c:v>7.953421516621104E-3</c:v>
                </c:pt>
                <c:pt idx="5" formatCode="0%">
                  <c:v>0</c:v>
                </c:pt>
                <c:pt idx="6" formatCode="0%">
                  <c:v>0</c:v>
                </c:pt>
                <c:pt idx="7" formatCode="0%">
                  <c:v>1.3421571070290237E-3</c:v>
                </c:pt>
                <c:pt idx="8" formatCode="0%">
                  <c:v>3.8499087156363923E-2</c:v>
                </c:pt>
                <c:pt idx="10" formatCode="0%">
                  <c:v>2.9820821287971436E-2</c:v>
                </c:pt>
                <c:pt idx="11" formatCode="0%">
                  <c:v>7.1584802890046876E-4</c:v>
                </c:pt>
                <c:pt idx="12" formatCode="0%">
                  <c:v>5.6785980670165234E-3</c:v>
                </c:pt>
                <c:pt idx="14" formatCode="0%">
                  <c:v>1.5141249584183286E-2</c:v>
                </c:pt>
                <c:pt idx="15" formatCode="0%">
                  <c:v>4.310596894185008E-3</c:v>
                </c:pt>
                <c:pt idx="16" formatCode="0%">
                  <c:v>1.8532101773679071E-2</c:v>
                </c:pt>
                <c:pt idx="17" formatCode="0%">
                  <c:v>0</c:v>
                </c:pt>
                <c:pt idx="19" formatCode="0%">
                  <c:v>9.7841806673713613E-3</c:v>
                </c:pt>
                <c:pt idx="20" formatCode="0%">
                  <c:v>1.4350753143548854E-2</c:v>
                </c:pt>
                <c:pt idx="22" formatCode="0%">
                  <c:v>9.8003688270196978E-4</c:v>
                </c:pt>
                <c:pt idx="23" formatCode="0%">
                  <c:v>1.7352358779724483E-3</c:v>
                </c:pt>
                <c:pt idx="24" formatCode="0%">
                  <c:v>7.7843263989524424E-6</c:v>
                </c:pt>
                <c:pt idx="25" formatCode="0%">
                  <c:v>1.8277895024405074E-2</c:v>
                </c:pt>
                <c:pt idx="27" formatCode="0%">
                  <c:v>1.2280653107267351E-3</c:v>
                </c:pt>
                <c:pt idx="28" formatCode="0%">
                  <c:v>2.138319698729576E-3</c:v>
                </c:pt>
                <c:pt idx="29" formatCode="0%">
                  <c:v>1.7896460776373021E-2</c:v>
                </c:pt>
                <c:pt idx="31" formatCode="0%">
                  <c:v>3.3918546655043345E-3</c:v>
                </c:pt>
                <c:pt idx="32" formatCode="0%">
                  <c:v>1.8859228831997574E-2</c:v>
                </c:pt>
                <c:pt idx="33" formatCode="0%">
                  <c:v>1.7277705421654795E-2</c:v>
                </c:pt>
                <c:pt idx="34" formatCode="0%">
                  <c:v>1.1832602882580385E-3</c:v>
                </c:pt>
                <c:pt idx="35" formatCode="0%">
                  <c:v>3.1136681747553096E-3</c:v>
                </c:pt>
                <c:pt idx="36" formatCode="0%">
                  <c:v>8.8012878635304057E-6</c:v>
                </c:pt>
                <c:pt idx="38" formatCode="0%">
                  <c:v>7.3801879949916445E-3</c:v>
                </c:pt>
                <c:pt idx="39" formatCode="0%">
                  <c:v>1.7787629608838156E-2</c:v>
                </c:pt>
                <c:pt idx="40" formatCode="0%">
                  <c:v>7.946069131003606E-5</c:v>
                </c:pt>
                <c:pt idx="41" formatCode="0%">
                  <c:v>1.9243120415154275E-2</c:v>
                </c:pt>
                <c:pt idx="43" formatCode="0%">
                  <c:v>9.6840412680923374E-3</c:v>
                </c:pt>
                <c:pt idx="44" formatCode="0%">
                  <c:v>1.7218740799029408E-2</c:v>
                </c:pt>
                <c:pt idx="46" formatCode="0%">
                  <c:v>0</c:v>
                </c:pt>
                <c:pt idx="47" formatCode="0%">
                  <c:v>2.5786173927896436E-2</c:v>
                </c:pt>
                <c:pt idx="48" formatCode="0%">
                  <c:v>3.8409741687427191E-3</c:v>
                </c:pt>
                <c:pt idx="49" formatCode="0%">
                  <c:v>1.4741487486288436E-2</c:v>
                </c:pt>
                <c:pt idx="51" formatCode="0%">
                  <c:v>8.2266318516828474E-3</c:v>
                </c:pt>
                <c:pt idx="52" formatCode="0%">
                  <c:v>2.6816686698545453E-2</c:v>
                </c:pt>
                <c:pt idx="53" formatCode="0%">
                  <c:v>6.6443495924152066E-2</c:v>
                </c:pt>
                <c:pt idx="54" formatCode="0%">
                  <c:v>1.9339378345925766E-3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D-D0FA-4F1C-ADDC-C254D8881A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0662912"/>
        <c:axId val="390660168"/>
      </c:lineChart>
      <c:catAx>
        <c:axId val="390662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Instrument Sans" pitchFamily="2" charset="0"/>
                <a:ea typeface="+mn-ea"/>
                <a:cs typeface="+mn-cs"/>
              </a:defRPr>
            </a:pPr>
            <a:endParaRPr lang="es-AR"/>
          </a:p>
        </c:txPr>
        <c:crossAx val="390660168"/>
        <c:crosses val="autoZero"/>
        <c:auto val="1"/>
        <c:lblAlgn val="ctr"/>
        <c:lblOffset val="100"/>
        <c:noMultiLvlLbl val="0"/>
      </c:catAx>
      <c:valAx>
        <c:axId val="390660168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s-AR"/>
          </a:p>
        </c:txPr>
        <c:crossAx val="3906629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9.3405043155244429E-3"/>
          <c:w val="1"/>
          <c:h val="0.1204151890941889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+mj-lt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3500" cap="flat" cmpd="sng" algn="ctr">
      <a:noFill/>
      <a:round/>
    </a:ln>
    <a:effectLst/>
  </c:spPr>
  <c:txPr>
    <a:bodyPr/>
    <a:lstStyle/>
    <a:p>
      <a:pPr>
        <a:defRPr sz="2000">
          <a:solidFill>
            <a:schemeClr val="tx1"/>
          </a:solidFill>
          <a:latin typeface="+mj-lt"/>
        </a:defRPr>
      </a:pPr>
      <a:endParaRPr lang="es-AR"/>
    </a:p>
  </c:txPr>
  <c:externalData r:id="rId3">
    <c:autoUpdate val="0"/>
  </c:externalData>
  <c:userShapes r:id="rId4"/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2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s-MX" sz="2400" b="1" dirty="0">
                <a:latin typeface="HelveticaNeue Std"/>
              </a:rPr>
              <a:t>¿Cuál considera usted que es la principal problemática de la actualidad entre las siguientes opciones?</a:t>
            </a:r>
            <a:endParaRPr lang="es-ES" sz="2400" b="1" dirty="0">
              <a:latin typeface="HelveticaNeue Std"/>
            </a:endParaRPr>
          </a:p>
        </c:rich>
      </c:tx>
      <c:layout>
        <c:manualLayout>
          <c:xMode val="edge"/>
          <c:yMode val="edge"/>
          <c:x val="7.7977227844723447E-3"/>
          <c:y val="1.0523985848691785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5.3914183860177952E-3"/>
          <c:y val="0.10703261901587569"/>
          <c:w val="0.99382976208004514"/>
          <c:h val="0.8063522152483807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29D-4371-8D01-89311E9E9565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29D-4371-8D01-89311E9E9565}"/>
              </c:ext>
            </c:extLst>
          </c:dPt>
          <c:dPt>
            <c:idx val="2"/>
            <c:invertIfNegative val="0"/>
            <c:bubble3D val="0"/>
            <c:spPr>
              <a:solidFill>
                <a:srgbClr val="1D73FC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329D-4371-8D01-89311E9E9565}"/>
              </c:ext>
            </c:extLst>
          </c:dPt>
          <c:dPt>
            <c:idx val="3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329D-4371-8D01-89311E9E9565}"/>
              </c:ext>
            </c:extLst>
          </c:dPt>
          <c:dPt>
            <c:idx val="4"/>
            <c:invertIfNegative val="0"/>
            <c:bubble3D val="0"/>
            <c:spPr>
              <a:solidFill>
                <a:srgbClr val="7357BE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329D-4371-8D01-89311E9E9565}"/>
              </c:ext>
            </c:extLst>
          </c:dPt>
          <c:dPt>
            <c:idx val="5"/>
            <c:invertIfNegative val="0"/>
            <c:bubble3D val="0"/>
            <c:spPr>
              <a:solidFill>
                <a:srgbClr val="AF1956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329D-4371-8D01-89311E9E9565}"/>
              </c:ext>
            </c:extLst>
          </c:dPt>
          <c:dPt>
            <c:idx val="6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329D-4371-8D01-89311E9E9565}"/>
              </c:ext>
            </c:extLst>
          </c:dPt>
          <c:dPt>
            <c:idx val="7"/>
            <c:invertIfNegative val="0"/>
            <c:bubble3D val="0"/>
            <c:spPr>
              <a:solidFill>
                <a:srgbClr val="007F48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329D-4371-8D01-89311E9E9565}"/>
              </c:ext>
            </c:extLst>
          </c:dPt>
          <c:dPt>
            <c:idx val="8"/>
            <c:invertIfNegative val="0"/>
            <c:bubble3D val="0"/>
            <c:spPr>
              <a:solidFill>
                <a:srgbClr val="02BFA3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1-03AD-4B2F-8346-C5D2DA0A1514}"/>
              </c:ext>
            </c:extLst>
          </c:dPt>
          <c:dPt>
            <c:idx val="9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3-03AD-4B2F-8346-C5D2DA0A1514}"/>
              </c:ext>
            </c:extLst>
          </c:dPt>
          <c:dLbls>
            <c:dLbl>
              <c:idx val="8"/>
              <c:layout>
                <c:manualLayout>
                  <c:x val="1.120134366732092E-3"/>
                  <c:y val="3.595870104367002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1-03AD-4B2F-8346-C5D2DA0A1514}"/>
                </c:ext>
                <c:ext xmlns:c15="http://schemas.microsoft.com/office/drawing/2012/chart" uri="{CE6537A1-D6FC-4f65-9D91-7224C49458BB}"/>
              </c:extLst>
            </c:dLbl>
            <c:dLbl>
              <c:idx val="9"/>
              <c:layout>
                <c:manualLayout>
                  <c:x val="5.6006718336596383E-4"/>
                  <c:y val="3.500132217355019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13-03AD-4B2F-8346-C5D2DA0A151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+mn-ea"/>
                    <a:cs typeface="+mn-cs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Hoja1!$B$261:$B$270</c:f>
              <c:strCache>
                <c:ptCount val="10"/>
                <c:pt idx="0">
                  <c:v>Inseguridad</c:v>
                </c:pt>
                <c:pt idx="1">
                  <c:v>Pobreza</c:v>
                </c:pt>
                <c:pt idx="2">
                  <c:v>Desempleo</c:v>
                </c:pt>
                <c:pt idx="3">
                  <c:v>Salud y educación</c:v>
                </c:pt>
                <c:pt idx="4">
                  <c:v>Bajos ingresos</c:v>
                </c:pt>
                <c:pt idx="5">
                  <c:v>La deuda externa</c:v>
                </c:pt>
                <c:pt idx="6">
                  <c:v>Inflación</c:v>
                </c:pt>
                <c:pt idx="7">
                  <c:v>Los planes sociales</c:v>
                </c:pt>
                <c:pt idx="8">
                  <c:v>Falta de Obra Pública</c:v>
                </c:pt>
                <c:pt idx="9">
                  <c:v>No sabe</c:v>
                </c:pt>
              </c:strCache>
            </c:strRef>
          </c:cat>
          <c:val>
            <c:numRef>
              <c:f>Hoja1!$C$261:$C$270</c:f>
              <c:numCache>
                <c:formatCode>0%</c:formatCode>
                <c:ptCount val="10"/>
                <c:pt idx="0">
                  <c:v>0.32725660026868442</c:v>
                </c:pt>
                <c:pt idx="1">
                  <c:v>0.13517520261720695</c:v>
                </c:pt>
                <c:pt idx="2">
                  <c:v>0.1081938881379709</c:v>
                </c:pt>
                <c:pt idx="3">
                  <c:v>0.10099177829343742</c:v>
                </c:pt>
                <c:pt idx="4">
                  <c:v>9.2842880516543311E-2</c:v>
                </c:pt>
                <c:pt idx="5">
                  <c:v>7.9315789837881387E-2</c:v>
                </c:pt>
                <c:pt idx="6">
                  <c:v>7.9246421623501567E-2</c:v>
                </c:pt>
                <c:pt idx="7">
                  <c:v>3.6168036617116879E-2</c:v>
                </c:pt>
                <c:pt idx="8">
                  <c:v>2.3329150930369122E-2</c:v>
                </c:pt>
                <c:pt idx="9">
                  <c:v>1.7480251157289014E-2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0-329D-4371-8D01-89311E9E956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27"/>
        <c:axId val="390660560"/>
        <c:axId val="390663696"/>
      </c:barChart>
      <c:catAx>
        <c:axId val="390660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390663696"/>
        <c:crosses val="autoZero"/>
        <c:auto val="1"/>
        <c:lblAlgn val="ctr"/>
        <c:lblOffset val="100"/>
        <c:noMultiLvlLbl val="0"/>
      </c:catAx>
      <c:valAx>
        <c:axId val="390663696"/>
        <c:scaling>
          <c:orientation val="minMax"/>
          <c:max val="0.45"/>
        </c:scaling>
        <c:delete val="1"/>
        <c:axPos val="l"/>
        <c:numFmt formatCode="0%" sourceLinked="1"/>
        <c:majorTickMark val="out"/>
        <c:minorTickMark val="none"/>
        <c:tickLblPos val="nextTo"/>
        <c:crossAx val="390660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2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kern="1200" spc="0" baseline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pPr>
            <a:r>
              <a:rPr lang="es-ES" sz="2400" b="1" i="0" u="none" strike="noStrike" kern="1200" spc="0" baseline="0" dirty="0">
                <a:solidFill>
                  <a:srgbClr val="000000"/>
                </a:solidFill>
                <a:effectLst/>
                <a:latin typeface="+mj-lt"/>
                <a:ea typeface="Roboto" panose="02000000000000000000" pitchFamily="2" charset="0"/>
                <a:cs typeface="Roboto" panose="02000000000000000000" pitchFamily="2" charset="0"/>
              </a:rPr>
              <a:t>Cambiando de tema, ¿cuál considera usted que es la principal problemática entre las siguientes opciones?</a:t>
            </a:r>
          </a:p>
        </c:rich>
      </c:tx>
      <c:layout>
        <c:manualLayout>
          <c:xMode val="edge"/>
          <c:yMode val="edge"/>
          <c:x val="1.2025944190405169E-3"/>
          <c:y val="7.1420524234146092E-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"/>
          <c:y val="0.16698363335709168"/>
          <c:w val="1"/>
          <c:h val="0.750962029627107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Problemáticas!$F$2</c:f>
              <c:strCache>
                <c:ptCount val="1"/>
                <c:pt idx="0">
                  <c:v>ago-24</c:v>
                </c:pt>
              </c:strCache>
            </c:strRef>
          </c:tx>
          <c:spPr>
            <a:solidFill>
              <a:srgbClr val="04967A"/>
            </a:solidFill>
            <a:ln w="5715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 w="57150"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6A-0375-41BA-870C-5BA64D853FB0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/>
              </a:solidFill>
              <a:ln w="57150"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6C-0375-41BA-870C-5BA64D853FB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57150"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6E-0375-41BA-870C-5BA64D853FB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  <a:ln w="57150"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70-0375-41BA-870C-5BA64D853FB0}"/>
              </c:ext>
            </c:extLst>
          </c:dPt>
          <c:dPt>
            <c:idx val="4"/>
            <c:invertIfNegative val="0"/>
            <c:bubble3D val="0"/>
            <c:spPr>
              <a:solidFill>
                <a:srgbClr val="7030A0"/>
              </a:solidFill>
              <a:ln w="57150"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72-0375-41BA-870C-5BA64D853FB0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ln w="57150"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74-0375-41BA-870C-5BA64D853FB0}"/>
              </c:ext>
            </c:extLst>
          </c:dPt>
          <c:dPt>
            <c:idx val="6"/>
            <c:invertIfNegative val="0"/>
            <c:bubble3D val="0"/>
            <c:spPr>
              <a:solidFill>
                <a:schemeClr val="bg2"/>
              </a:solidFill>
              <a:ln w="57150"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76-0375-41BA-870C-5BA64D853FB0}"/>
              </c:ext>
            </c:extLst>
          </c:dPt>
          <c:dPt>
            <c:idx val="7"/>
            <c:invertIfNegative val="0"/>
            <c:bubble3D val="0"/>
            <c:spPr>
              <a:solidFill>
                <a:srgbClr val="007F48"/>
              </a:solidFill>
              <a:ln w="57150"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78-0375-41BA-870C-5BA64D853FB0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 w="57150"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7A-0375-41BA-870C-5BA64D853FB0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 w="57150"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7C-0375-41BA-870C-5BA64D853FB0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 w="57150"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7E-0375-41BA-870C-5BA64D853FB0}"/>
              </c:ext>
            </c:extLst>
          </c:dPt>
          <c:dLbls>
            <c:dLbl>
              <c:idx val="0"/>
              <c:spPr>
                <a:noFill/>
                <a:ln w="15875" cap="rnd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tx1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>
                <a:noFill/>
                <a:ln w="15875" cap="rnd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tx2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>
                <a:noFill/>
                <a:ln w="15875" cap="rnd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accent5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 w="15875" cap="rnd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accent6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>
                <a:noFill/>
                <a:ln w="15875" cap="rnd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rgbClr val="7030A0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>
                <a:noFill/>
                <a:ln w="15875" cap="rnd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accent6">
                          <a:lumMod val="7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>
                <a:noFill/>
                <a:ln w="15875" cap="rnd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bg2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>
                <a:noFill/>
                <a:ln w="15875" cap="rnd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rgbClr val="007F48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spPr>
                <a:noFill/>
                <a:ln w="15875" cap="rnd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accent1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spPr>
                <a:noFill/>
                <a:ln w="15875" cap="rnd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0"/>
              <c:spPr>
                <a:noFill/>
                <a:ln w="15875" cap="rnd" cmpd="sng" algn="ctr">
                  <a:noFill/>
                  <a:prstDash val="solid"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1" i="0" u="none" strike="noStrike" kern="1200" baseline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 w="15875" cap="rnd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4967A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Problemáticas!$A$3:$A$12</c:f>
              <c:strCache>
                <c:ptCount val="10"/>
                <c:pt idx="0">
                  <c:v>Inseguridad</c:v>
                </c:pt>
                <c:pt idx="1">
                  <c:v>Pobreza</c:v>
                </c:pt>
                <c:pt idx="2">
                  <c:v>Desempleo</c:v>
                </c:pt>
                <c:pt idx="3">
                  <c:v>Salud y educación</c:v>
                </c:pt>
                <c:pt idx="4">
                  <c:v>Bajos ingresos</c:v>
                </c:pt>
                <c:pt idx="5">
                  <c:v>La deuda externa</c:v>
                </c:pt>
                <c:pt idx="6">
                  <c:v>Inflación</c:v>
                </c:pt>
                <c:pt idx="7">
                  <c:v>Los planes sociales</c:v>
                </c:pt>
                <c:pt idx="8">
                  <c:v>Falta de Obra Pública</c:v>
                </c:pt>
                <c:pt idx="9">
                  <c:v>No sabe</c:v>
                </c:pt>
              </c:strCache>
            </c:strRef>
          </c:cat>
          <c:val>
            <c:numRef>
              <c:f>Problemáticas!$F$3:$F$12</c:f>
              <c:numCache>
                <c:formatCode>0%</c:formatCode>
                <c:ptCount val="10"/>
                <c:pt idx="0">
                  <c:v>8.8131979554362208E-2</c:v>
                </c:pt>
                <c:pt idx="1">
                  <c:v>0.22512064565923917</c:v>
                </c:pt>
                <c:pt idx="2">
                  <c:v>8.6280208484920518E-2</c:v>
                </c:pt>
                <c:pt idx="3">
                  <c:v>0.1240923273239164</c:v>
                </c:pt>
                <c:pt idx="4">
                  <c:v>0.14998213668648649</c:v>
                </c:pt>
                <c:pt idx="5">
                  <c:v>0.12191949828732268</c:v>
                </c:pt>
                <c:pt idx="6">
                  <c:v>7.7445059713477524E-2</c:v>
                </c:pt>
                <c:pt idx="7">
                  <c:v>7.8408357191655773E-2</c:v>
                </c:pt>
                <c:pt idx="9">
                  <c:v>3.4686862141282249E-2</c:v>
                </c:pt>
              </c:numCache>
            </c:numRef>
          </c:val>
          <c:extLst xmlns:c16r2="http://schemas.microsoft.com/office/drawing/2015/06/chart" xmlns:c15="http://schemas.microsoft.com/office/drawing/2012/chart">
            <c:ext xmlns:c16="http://schemas.microsoft.com/office/drawing/2014/chart" uri="{C3380CC4-5D6E-409C-BE32-E72D297353CC}">
              <c16:uniqueId val="{0000007F-0375-41BA-870C-5BA64D853FB0}"/>
            </c:ext>
          </c:extLst>
        </c:ser>
        <c:ser>
          <c:idx val="1"/>
          <c:order val="1"/>
          <c:tx>
            <c:strRef>
              <c:f>Problemáticas!$G$2</c:f>
              <c:strCache>
                <c:ptCount val="1"/>
                <c:pt idx="0">
                  <c:v>oct-24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81-0375-41BA-870C-5BA64D853FB0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83-0375-41BA-870C-5BA64D853FB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85-0375-41BA-870C-5BA64D853FB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87-0375-41BA-870C-5BA64D853FB0}"/>
              </c:ext>
            </c:extLst>
          </c:dPt>
          <c:dPt>
            <c:idx val="4"/>
            <c:invertIfNegative val="0"/>
            <c:bubble3D val="0"/>
            <c:spPr>
              <a:solidFill>
                <a:srgbClr val="7357BE"/>
              </a:solidFill>
              <a:ln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89-0375-41BA-870C-5BA64D853FB0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8B-0375-41BA-870C-5BA64D853FB0}"/>
              </c:ext>
            </c:extLst>
          </c:dPt>
          <c:dPt>
            <c:idx val="6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8D-0375-41BA-870C-5BA64D853FB0}"/>
              </c:ext>
            </c:extLst>
          </c:dPt>
          <c:dPt>
            <c:idx val="8"/>
            <c:invertIfNegative val="0"/>
            <c:bubble3D val="0"/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8E-0375-41BA-870C-5BA64D853FB0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90-0375-41BA-870C-5BA64D853FB0}"/>
              </c:ext>
            </c:extLst>
          </c:dPt>
          <c:dPt>
            <c:idx val="1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92-0375-41BA-870C-5BA64D853FB0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tx1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accent5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accent6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rgbClr val="7030A0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accent6">
                          <a:lumMod val="75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bg2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rgbClr val="007F48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accent1"/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2"/>
                    </a:solidFill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Problemáticas!$A$3:$A$12</c:f>
              <c:strCache>
                <c:ptCount val="10"/>
                <c:pt idx="0">
                  <c:v>Inseguridad</c:v>
                </c:pt>
                <c:pt idx="1">
                  <c:v>Pobreza</c:v>
                </c:pt>
                <c:pt idx="2">
                  <c:v>Desempleo</c:v>
                </c:pt>
                <c:pt idx="3">
                  <c:v>Salud y educación</c:v>
                </c:pt>
                <c:pt idx="4">
                  <c:v>Bajos ingresos</c:v>
                </c:pt>
                <c:pt idx="5">
                  <c:v>La deuda externa</c:v>
                </c:pt>
                <c:pt idx="6">
                  <c:v>Inflación</c:v>
                </c:pt>
                <c:pt idx="7">
                  <c:v>Los planes sociales</c:v>
                </c:pt>
                <c:pt idx="8">
                  <c:v>Falta de Obra Pública</c:v>
                </c:pt>
                <c:pt idx="9">
                  <c:v>No sabe</c:v>
                </c:pt>
              </c:strCache>
            </c:strRef>
          </c:cat>
          <c:val>
            <c:numRef>
              <c:f>Problemáticas!$G$3:$G$12</c:f>
              <c:numCache>
                <c:formatCode>0%</c:formatCode>
                <c:ptCount val="10"/>
                <c:pt idx="0">
                  <c:v>0.16684353226656268</c:v>
                </c:pt>
                <c:pt idx="1">
                  <c:v>0.11542819700294343</c:v>
                </c:pt>
                <c:pt idx="2">
                  <c:v>9.6713486883192742E-2</c:v>
                </c:pt>
                <c:pt idx="3">
                  <c:v>0.174062570983051</c:v>
                </c:pt>
                <c:pt idx="4">
                  <c:v>0.22300585506497264</c:v>
                </c:pt>
                <c:pt idx="5">
                  <c:v>8.3221067551872571E-2</c:v>
                </c:pt>
                <c:pt idx="6">
                  <c:v>3.8528834861338616E-2</c:v>
                </c:pt>
                <c:pt idx="7">
                  <c:v>4.2485906410512156E-2</c:v>
                </c:pt>
                <c:pt idx="9">
                  <c:v>3.9860815308412199E-2</c:v>
                </c:pt>
              </c:numCache>
            </c:numRef>
          </c:val>
          <c:extLst xmlns:c16r2="http://schemas.microsoft.com/office/drawing/2015/06/chart" xmlns:c15="http://schemas.microsoft.com/office/drawing/2012/chart">
            <c:ext xmlns:c16="http://schemas.microsoft.com/office/drawing/2014/chart" uri="{C3380CC4-5D6E-409C-BE32-E72D297353CC}">
              <c16:uniqueId val="{00000094-0375-41BA-870C-5BA64D853FB0}"/>
            </c:ext>
          </c:extLst>
        </c:ser>
        <c:ser>
          <c:idx val="2"/>
          <c:order val="2"/>
          <c:tx>
            <c:strRef>
              <c:f>Problemáticas!$H$2</c:f>
              <c:strCache>
                <c:ptCount val="1"/>
                <c:pt idx="0">
                  <c:v>dic-24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96-0375-41BA-870C-5BA64D853FB0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/>
              </a:solidFill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98-0375-41BA-870C-5BA64D853FB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9A-0375-41BA-870C-5BA64D853FB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9C-0375-41BA-870C-5BA64D853FB0}"/>
              </c:ext>
            </c:extLst>
          </c:dPt>
          <c:dPt>
            <c:idx val="4"/>
            <c:invertIfNegative val="0"/>
            <c:bubble3D val="0"/>
            <c:spPr>
              <a:solidFill>
                <a:srgbClr val="7030A0"/>
              </a:solidFill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9E-0375-41BA-870C-5BA64D853FB0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A0-0375-41BA-870C-5BA64D853FB0}"/>
              </c:ext>
            </c:extLst>
          </c:dPt>
          <c:dPt>
            <c:idx val="6"/>
            <c:invertIfNegative val="0"/>
            <c:bubble3D val="0"/>
            <c:spPr>
              <a:solidFill>
                <a:schemeClr val="bg2"/>
              </a:solidFill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A2-0375-41BA-870C-5BA64D853FB0}"/>
              </c:ext>
            </c:extLst>
          </c:dPt>
          <c:dPt>
            <c:idx val="7"/>
            <c:invertIfNegative val="0"/>
            <c:bubble3D val="0"/>
            <c:spPr>
              <a:solidFill>
                <a:srgbClr val="007F48"/>
              </a:solidFill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A4-0375-41BA-870C-5BA64D853FB0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A6-0375-41BA-870C-5BA64D853FB0}"/>
              </c:ext>
            </c:extLst>
          </c:dPt>
          <c:dPt>
            <c:idx val="9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</c:spPr>
            <c:extLst xmlns:c16r2="http://schemas.microsoft.com/office/drawing/2015/06/chart" xmlns:c15="http://schemas.microsoft.com/office/drawing/2012/chart">
              <c:ext xmlns:c16="http://schemas.microsoft.com/office/drawing/2014/chart" uri="{C3380CC4-5D6E-409C-BE32-E72D297353CC}">
                <c16:uniqueId val="{000000A8-0375-41BA-870C-5BA64D853FB0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tx2"/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accent5"/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accent6"/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rgbClr val="7030A0"/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accent6">
                          <a:lumMod val="75000"/>
                        </a:schemeClr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2"/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rgbClr val="007F48"/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accent1"/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 xmlns:c15="http://schemas.microsoft.com/office/drawing/2012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Problemáticas!$A$3:$A$12</c:f>
              <c:strCache>
                <c:ptCount val="10"/>
                <c:pt idx="0">
                  <c:v>Inseguridad</c:v>
                </c:pt>
                <c:pt idx="1">
                  <c:v>Pobreza</c:v>
                </c:pt>
                <c:pt idx="2">
                  <c:v>Desempleo</c:v>
                </c:pt>
                <c:pt idx="3">
                  <c:v>Salud y educación</c:v>
                </c:pt>
                <c:pt idx="4">
                  <c:v>Bajos ingresos</c:v>
                </c:pt>
                <c:pt idx="5">
                  <c:v>La deuda externa</c:v>
                </c:pt>
                <c:pt idx="6">
                  <c:v>Inflación</c:v>
                </c:pt>
                <c:pt idx="7">
                  <c:v>Los planes sociales</c:v>
                </c:pt>
                <c:pt idx="8">
                  <c:v>Falta de Obra Pública</c:v>
                </c:pt>
                <c:pt idx="9">
                  <c:v>No sabe</c:v>
                </c:pt>
              </c:strCache>
            </c:strRef>
          </c:cat>
          <c:val>
            <c:numRef>
              <c:f>Problemáticas!$H$3:$H$12</c:f>
              <c:numCache>
                <c:formatCode>0%</c:formatCode>
                <c:ptCount val="10"/>
                <c:pt idx="0">
                  <c:v>0.15619007891637948</c:v>
                </c:pt>
                <c:pt idx="1">
                  <c:v>0.20138567016745557</c:v>
                </c:pt>
                <c:pt idx="2">
                  <c:v>0.16181844264473427</c:v>
                </c:pt>
                <c:pt idx="3">
                  <c:v>0.1157907297529006</c:v>
                </c:pt>
                <c:pt idx="4">
                  <c:v>0.13218934161516066</c:v>
                </c:pt>
                <c:pt idx="5">
                  <c:v>8.1772521310013294E-2</c:v>
                </c:pt>
                <c:pt idx="6">
                  <c:v>8.1539682529171403E-2</c:v>
                </c:pt>
                <c:pt idx="7">
                  <c:v>2.2625760071410258E-2</c:v>
                </c:pt>
                <c:pt idx="9">
                  <c:v>2.2284804784152953E-2</c:v>
                </c:pt>
              </c:numCache>
            </c:numRef>
          </c:val>
          <c:extLst xmlns:c16r2="http://schemas.microsoft.com/office/drawing/2015/06/chart" xmlns:c15="http://schemas.microsoft.com/office/drawing/2012/chart">
            <c:ext xmlns:c16="http://schemas.microsoft.com/office/drawing/2014/chart" uri="{C3380CC4-5D6E-409C-BE32-E72D297353CC}">
              <c16:uniqueId val="{000000A9-0375-41BA-870C-5BA64D853FB0}"/>
            </c:ext>
          </c:extLst>
        </c:ser>
        <c:ser>
          <c:idx val="3"/>
          <c:order val="3"/>
          <c:tx>
            <c:strRef>
              <c:f>Problemáticas!$I$2</c:f>
              <c:strCache>
                <c:ptCount val="1"/>
                <c:pt idx="0">
                  <c:v>mar-25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262626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0375-41BA-870C-5BA64D853FB0}"/>
              </c:ext>
            </c:extLst>
          </c:dPt>
          <c:dPt>
            <c:idx val="1"/>
            <c:invertIfNegative val="0"/>
            <c:bubble3D val="0"/>
            <c:spPr>
              <a:solidFill>
                <a:srgbClr val="022E74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0375-41BA-870C-5BA64D853FB0}"/>
              </c:ext>
            </c:extLst>
          </c:dPt>
          <c:dPt>
            <c:idx val="2"/>
            <c:invertIfNegative val="0"/>
            <c:bubble3D val="0"/>
            <c:spPr>
              <a:solidFill>
                <a:srgbClr val="77ABFD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0375-41BA-870C-5BA64D853FB0}"/>
              </c:ext>
            </c:extLst>
          </c:dPt>
          <c:dPt>
            <c:idx val="3"/>
            <c:invertIfNegative val="0"/>
            <c:bubble3D val="0"/>
            <c:spPr>
              <a:solidFill>
                <a:srgbClr val="FF66BB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0375-41BA-870C-5BA64D853FB0}"/>
              </c:ext>
            </c:extLst>
          </c:dPt>
          <c:dPt>
            <c:idx val="4"/>
            <c:invertIfNegative val="0"/>
            <c:bubble3D val="0"/>
            <c:spPr>
              <a:solidFill>
                <a:srgbClr val="7357BE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0375-41BA-870C-5BA64D853FB0}"/>
              </c:ext>
            </c:extLst>
          </c:dPt>
          <c:dPt>
            <c:idx val="5"/>
            <c:invertIfNegative val="0"/>
            <c:bubble3D val="0"/>
            <c:spPr>
              <a:solidFill>
                <a:srgbClr val="BF006A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0375-41BA-870C-5BA64D853FB0}"/>
              </c:ext>
            </c:extLst>
          </c:dPt>
          <c:dPt>
            <c:idx val="6"/>
            <c:invertIfNegative val="0"/>
            <c:bubble3D val="0"/>
            <c:spPr>
              <a:solidFill>
                <a:srgbClr val="F19B85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0375-41BA-870C-5BA64D853FB0}"/>
              </c:ext>
            </c:extLst>
          </c:dPt>
          <c:dPt>
            <c:idx val="7"/>
            <c:invertIfNegative val="0"/>
            <c:bubble3D val="0"/>
            <c:spPr>
              <a:solidFill>
                <a:srgbClr val="04967A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0375-41BA-870C-5BA64D853FB0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2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1-0375-41BA-870C-5BA64D853FB0}"/>
              </c:ext>
            </c:extLst>
          </c:dPt>
          <c:dPt>
            <c:idx val="9"/>
            <c:invertIfNegative val="0"/>
            <c:bubble3D val="0"/>
            <c:spPr>
              <a:solidFill>
                <a:srgbClr val="A6A6A6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3-0375-41BA-870C-5BA64D853FB0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tx2"/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accent5"/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accent6"/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rgbClr val="7030A0"/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accent6">
                          <a:lumMod val="75000"/>
                        </a:schemeClr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accent3"/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rgbClr val="007F48"/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accent1"/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</a:defRPr>
                  </a:pPr>
                  <a:endParaRPr lang="es-A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Problemáticas!$A$3:$A$12</c:f>
              <c:strCache>
                <c:ptCount val="10"/>
                <c:pt idx="0">
                  <c:v>Inseguridad</c:v>
                </c:pt>
                <c:pt idx="1">
                  <c:v>Pobreza</c:v>
                </c:pt>
                <c:pt idx="2">
                  <c:v>Desempleo</c:v>
                </c:pt>
                <c:pt idx="3">
                  <c:v>Salud y educación</c:v>
                </c:pt>
                <c:pt idx="4">
                  <c:v>Bajos ingresos</c:v>
                </c:pt>
                <c:pt idx="5">
                  <c:v>La deuda externa</c:v>
                </c:pt>
                <c:pt idx="6">
                  <c:v>Inflación</c:v>
                </c:pt>
                <c:pt idx="7">
                  <c:v>Los planes sociales</c:v>
                </c:pt>
                <c:pt idx="8">
                  <c:v>Falta de Obra Pública</c:v>
                </c:pt>
                <c:pt idx="9">
                  <c:v>No sabe</c:v>
                </c:pt>
              </c:strCache>
            </c:strRef>
          </c:cat>
          <c:val>
            <c:numRef>
              <c:f>Problemáticas!$I$3:$I$12</c:f>
              <c:numCache>
                <c:formatCode>0%</c:formatCode>
                <c:ptCount val="10"/>
                <c:pt idx="0">
                  <c:v>0.32725660026868442</c:v>
                </c:pt>
                <c:pt idx="1">
                  <c:v>0.13517520261720695</c:v>
                </c:pt>
                <c:pt idx="2">
                  <c:v>0.1081938881379709</c:v>
                </c:pt>
                <c:pt idx="3">
                  <c:v>0.10099177829343742</c:v>
                </c:pt>
                <c:pt idx="4">
                  <c:v>9.2842880516543311E-2</c:v>
                </c:pt>
                <c:pt idx="5">
                  <c:v>7.9315789837881387E-2</c:v>
                </c:pt>
                <c:pt idx="6">
                  <c:v>7.9246421623501567E-2</c:v>
                </c:pt>
                <c:pt idx="7">
                  <c:v>3.6168036617116879E-2</c:v>
                </c:pt>
                <c:pt idx="8">
                  <c:v>2.3329150930369122E-2</c:v>
                </c:pt>
                <c:pt idx="9">
                  <c:v>1.7480251157289014E-2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4-0375-41BA-870C-5BA64D853F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90669184"/>
        <c:axId val="390669576"/>
        <c:extLst xmlns:c16r2="http://schemas.microsoft.com/office/drawing/2015/06/chart"/>
      </c:barChart>
      <c:catAx>
        <c:axId val="3906691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390669576"/>
        <c:crosses val="autoZero"/>
        <c:auto val="0"/>
        <c:lblAlgn val="ctr"/>
        <c:lblOffset val="100"/>
        <c:noMultiLvlLbl val="1"/>
      </c:catAx>
      <c:valAx>
        <c:axId val="390669576"/>
        <c:scaling>
          <c:orientation val="minMax"/>
          <c:max val="0.4"/>
        </c:scaling>
        <c:delete val="1"/>
        <c:axPos val="l"/>
        <c:numFmt formatCode="0%" sourceLinked="1"/>
        <c:majorTickMark val="out"/>
        <c:minorTickMark val="none"/>
        <c:tickLblPos val="nextTo"/>
        <c:crossAx val="3906691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4.5103688628099986E-3"/>
          <c:y val="8.6156714243031868E-2"/>
          <c:w val="0.31643028251248267"/>
          <c:h val="3.7935217264993118E-2"/>
        </c:manualLayout>
      </c:layout>
      <c:overlay val="0"/>
      <c:spPr>
        <a:noFill/>
        <a:ln w="57150"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j-lt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0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1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9770310179599911E-2"/>
          <c:y val="0.22641190431406694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Sheet1!$B$323</c:f>
              <c:strCache>
                <c:ptCount val="1"/>
                <c:pt idx="0">
                  <c:v>Inseguridad</c:v>
                </c:pt>
              </c:strCache>
            </c:strRef>
          </c:tx>
          <c:spPr>
            <a:solidFill>
              <a:srgbClr val="00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Sheet1!$C$322:$BE$322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Sheet1!$C$323:$BE$323</c:f>
              <c:numCache>
                <c:formatCode>General</c:formatCode>
                <c:ptCount val="55"/>
                <c:pt idx="0" formatCode="0%">
                  <c:v>0.32725660026868442</c:v>
                </c:pt>
                <c:pt idx="2" formatCode="0%">
                  <c:v>0.29189018403721106</c:v>
                </c:pt>
                <c:pt idx="3" formatCode="0%">
                  <c:v>0.36238273824114037</c:v>
                </c:pt>
                <c:pt idx="5" formatCode="0%">
                  <c:v>0.25698883026115638</c:v>
                </c:pt>
                <c:pt idx="6" formatCode="0%">
                  <c:v>0.48399407265827127</c:v>
                </c:pt>
                <c:pt idx="7" formatCode="0%">
                  <c:v>0.32689712631611195</c:v>
                </c:pt>
                <c:pt idx="8" formatCode="0%">
                  <c:v>0.21646652761237967</c:v>
                </c:pt>
                <c:pt idx="10" formatCode="0%">
                  <c:v>0.31426832878364819</c:v>
                </c:pt>
                <c:pt idx="11" formatCode="0%">
                  <c:v>0.34152339948323485</c:v>
                </c:pt>
                <c:pt idx="12" formatCode="0%">
                  <c:v>0.32094993262517124</c:v>
                </c:pt>
                <c:pt idx="14" formatCode="0%">
                  <c:v>0.34729789667055583</c:v>
                </c:pt>
                <c:pt idx="15" formatCode="0%">
                  <c:v>0.2806578831298836</c:v>
                </c:pt>
                <c:pt idx="16" formatCode="0%">
                  <c:v>0.38003925293599528</c:v>
                </c:pt>
                <c:pt idx="17" formatCode="0%">
                  <c:v>0.31119784563621489</c:v>
                </c:pt>
                <c:pt idx="19" formatCode="0%">
                  <c:v>0.31775378806644455</c:v>
                </c:pt>
                <c:pt idx="20" formatCode="0%">
                  <c:v>0.34184629725383586</c:v>
                </c:pt>
                <c:pt idx="22" formatCode="0%">
                  <c:v>0.37173972031627306</c:v>
                </c:pt>
                <c:pt idx="23" formatCode="0%">
                  <c:v>0.34452122289451803</c:v>
                </c:pt>
                <c:pt idx="24" formatCode="0%">
                  <c:v>0.50965882230874493</c:v>
                </c:pt>
                <c:pt idx="25" formatCode="0%">
                  <c:v>0.2779401302168954</c:v>
                </c:pt>
                <c:pt idx="27" formatCode="0%">
                  <c:v>0.32593996593329472</c:v>
                </c:pt>
                <c:pt idx="28" formatCode="0%">
                  <c:v>0.34708589454962285</c:v>
                </c:pt>
                <c:pt idx="29" formatCode="0%">
                  <c:v>0.37892179452733493</c:v>
                </c:pt>
                <c:pt idx="31" formatCode="0%">
                  <c:v>0.34990835936628062</c:v>
                </c:pt>
                <c:pt idx="32" formatCode="0%">
                  <c:v>7.4771090037029447E-2</c:v>
                </c:pt>
                <c:pt idx="33" formatCode="0%">
                  <c:v>6.1905342775161284E-2</c:v>
                </c:pt>
                <c:pt idx="34" formatCode="0%">
                  <c:v>0.62584465422957791</c:v>
                </c:pt>
                <c:pt idx="35" formatCode="0%">
                  <c:v>0.44481063585038799</c:v>
                </c:pt>
                <c:pt idx="36" formatCode="0%">
                  <c:v>0.47929660845525029</c:v>
                </c:pt>
                <c:pt idx="38" formatCode="0%">
                  <c:v>0.41359805255478899</c:v>
                </c:pt>
                <c:pt idx="39" formatCode="0%">
                  <c:v>0.14457082848688177</c:v>
                </c:pt>
                <c:pt idx="40" formatCode="0%">
                  <c:v>0.35805194498195986</c:v>
                </c:pt>
                <c:pt idx="41" formatCode="0%">
                  <c:v>0.66542953695383322</c:v>
                </c:pt>
                <c:pt idx="43" formatCode="0%">
                  <c:v>0.51186895562849577</c:v>
                </c:pt>
                <c:pt idx="44" formatCode="0%">
                  <c:v>0.13749843329644174</c:v>
                </c:pt>
                <c:pt idx="46" formatCode="0%">
                  <c:v>0.5683019677164558</c:v>
                </c:pt>
                <c:pt idx="47" formatCode="0%">
                  <c:v>0.57995839033764041</c:v>
                </c:pt>
                <c:pt idx="48" formatCode="0%">
                  <c:v>6.3129274932591364E-2</c:v>
                </c:pt>
                <c:pt idx="49" formatCode="0%">
                  <c:v>7.814183056531783E-2</c:v>
                </c:pt>
                <c:pt idx="51" formatCode="0%">
                  <c:v>8.4544893974872831E-2</c:v>
                </c:pt>
                <c:pt idx="52" formatCode="0%">
                  <c:v>2.1813694302600141E-2</c:v>
                </c:pt>
                <c:pt idx="53" formatCode="0%">
                  <c:v>0.27399277420830925</c:v>
                </c:pt>
                <c:pt idx="54" formatCode="0%">
                  <c:v>0.55703081656928366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Sheet1!$B$324</c:f>
              <c:strCache>
                <c:ptCount val="1"/>
                <c:pt idx="0">
                  <c:v>Pobreza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Sheet1!$C$322:$BE$322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Sheet1!$C$324:$BE$324</c:f>
              <c:numCache>
                <c:formatCode>General</c:formatCode>
                <c:ptCount val="55"/>
                <c:pt idx="0" formatCode="0%">
                  <c:v>0.13517520261720695</c:v>
                </c:pt>
                <c:pt idx="2" formatCode="0%">
                  <c:v>0.11248583942361626</c:v>
                </c:pt>
                <c:pt idx="3" formatCode="0%">
                  <c:v>0.15771042255877507</c:v>
                </c:pt>
                <c:pt idx="5" formatCode="0%">
                  <c:v>0.27349818461552439</c:v>
                </c:pt>
                <c:pt idx="6" formatCode="0%">
                  <c:v>5.9120578321974489E-2</c:v>
                </c:pt>
                <c:pt idx="7" formatCode="0%">
                  <c:v>0.12805313501206755</c:v>
                </c:pt>
                <c:pt idx="8" formatCode="0%">
                  <c:v>0.10029973828957975</c:v>
                </c:pt>
                <c:pt idx="10" formatCode="0%">
                  <c:v>9.6975808757398377E-2</c:v>
                </c:pt>
                <c:pt idx="11" formatCode="0%">
                  <c:v>0.10383657619594017</c:v>
                </c:pt>
                <c:pt idx="12" formatCode="0%">
                  <c:v>0.20146603445868835</c:v>
                </c:pt>
                <c:pt idx="14" formatCode="0%">
                  <c:v>0.13203588902421468</c:v>
                </c:pt>
                <c:pt idx="15" formatCode="0%">
                  <c:v>0.1363202176360164</c:v>
                </c:pt>
                <c:pt idx="16" formatCode="0%">
                  <c:v>0.12878037332049322</c:v>
                </c:pt>
                <c:pt idx="17" formatCode="0%">
                  <c:v>0.14754087114946798</c:v>
                </c:pt>
                <c:pt idx="19" formatCode="0%">
                  <c:v>0.13691795563388637</c:v>
                </c:pt>
                <c:pt idx="20" formatCode="0%">
                  <c:v>0.13249954851690596</c:v>
                </c:pt>
                <c:pt idx="22" formatCode="0%">
                  <c:v>9.1650048445215779E-2</c:v>
                </c:pt>
                <c:pt idx="23" formatCode="0%">
                  <c:v>0.20955365110001037</c:v>
                </c:pt>
                <c:pt idx="24" formatCode="0%">
                  <c:v>0.11725312165651795</c:v>
                </c:pt>
                <c:pt idx="25" formatCode="0%">
                  <c:v>0.12402432067727426</c:v>
                </c:pt>
                <c:pt idx="27" formatCode="0%">
                  <c:v>0.22196839096852863</c:v>
                </c:pt>
                <c:pt idx="28" formatCode="0%">
                  <c:v>0.10864478599532061</c:v>
                </c:pt>
                <c:pt idx="29" formatCode="0%">
                  <c:v>7.3342226901832563E-2</c:v>
                </c:pt>
                <c:pt idx="31" formatCode="0%">
                  <c:v>0.11266427567137016</c:v>
                </c:pt>
                <c:pt idx="32" formatCode="0%">
                  <c:v>0.19504560347630343</c:v>
                </c:pt>
                <c:pt idx="33" formatCode="0%">
                  <c:v>0.26075948051802539</c:v>
                </c:pt>
                <c:pt idx="34" formatCode="0%">
                  <c:v>2.7508813302618337E-2</c:v>
                </c:pt>
                <c:pt idx="35" formatCode="0%">
                  <c:v>0.38937858686108173</c:v>
                </c:pt>
                <c:pt idx="36" formatCode="0%">
                  <c:v>3.853226934690638E-2</c:v>
                </c:pt>
                <c:pt idx="38" formatCode="0%">
                  <c:v>0.14839850603375296</c:v>
                </c:pt>
                <c:pt idx="39" formatCode="0%">
                  <c:v>0.23059628947215077</c:v>
                </c:pt>
                <c:pt idx="40" formatCode="0%">
                  <c:v>2.8016959161705456E-2</c:v>
                </c:pt>
                <c:pt idx="41" formatCode="0%">
                  <c:v>7.5257384407831598E-2</c:v>
                </c:pt>
                <c:pt idx="43" formatCode="0%">
                  <c:v>4.4720737010879891E-2</c:v>
                </c:pt>
                <c:pt idx="44" formatCode="0%">
                  <c:v>0.24585736996001065</c:v>
                </c:pt>
                <c:pt idx="46" formatCode="0%">
                  <c:v>5.288518200166676E-2</c:v>
                </c:pt>
                <c:pt idx="47" formatCode="0%">
                  <c:v>3.6876961925044589E-2</c:v>
                </c:pt>
                <c:pt idx="48" formatCode="0%">
                  <c:v>0.35492297030175896</c:v>
                </c:pt>
                <c:pt idx="49" formatCode="0%">
                  <c:v>0.18255709522578797</c:v>
                </c:pt>
                <c:pt idx="51" formatCode="0%">
                  <c:v>0.21551835901993072</c:v>
                </c:pt>
                <c:pt idx="52" formatCode="0%">
                  <c:v>0.26075814709358824</c:v>
                </c:pt>
                <c:pt idx="53" formatCode="0%">
                  <c:v>0.18670352723936925</c:v>
                </c:pt>
                <c:pt idx="54" formatCode="0%">
                  <c:v>4.0341692025942726E-2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Sheet1!$B$325</c:f>
              <c:strCache>
                <c:ptCount val="1"/>
                <c:pt idx="0">
                  <c:v>Desempleo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Sheet1!$C$322:$BE$322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Sheet1!$C$325:$BE$325</c:f>
              <c:numCache>
                <c:formatCode>General</c:formatCode>
                <c:ptCount val="55"/>
                <c:pt idx="0" formatCode="0%">
                  <c:v>0.1081938881379709</c:v>
                </c:pt>
                <c:pt idx="2" formatCode="0%">
                  <c:v>0.13594970015470303</c:v>
                </c:pt>
                <c:pt idx="3" formatCode="0%">
                  <c:v>8.0626677568481145E-2</c:v>
                </c:pt>
                <c:pt idx="5" formatCode="0%">
                  <c:v>8.137620367533803E-2</c:v>
                </c:pt>
                <c:pt idx="6" formatCode="0%">
                  <c:v>7.8745956389930385E-2</c:v>
                </c:pt>
                <c:pt idx="7" formatCode="0%">
                  <c:v>0.13066143609162748</c:v>
                </c:pt>
                <c:pt idx="8" formatCode="0%">
                  <c:v>0.14239025109886713</c:v>
                </c:pt>
                <c:pt idx="10" formatCode="0%">
                  <c:v>0.16120652786876388</c:v>
                </c:pt>
                <c:pt idx="11" formatCode="0%">
                  <c:v>8.7128285391338503E-2</c:v>
                </c:pt>
                <c:pt idx="12" formatCode="0%">
                  <c:v>9.0917842713235442E-2</c:v>
                </c:pt>
                <c:pt idx="14" formatCode="0%">
                  <c:v>9.9521922722892023E-2</c:v>
                </c:pt>
                <c:pt idx="15" formatCode="0%">
                  <c:v>0.14592817404376834</c:v>
                </c:pt>
                <c:pt idx="16" formatCode="0%">
                  <c:v>7.7641871051432887E-2</c:v>
                </c:pt>
                <c:pt idx="17" formatCode="0%">
                  <c:v>2.1329895712660994E-2</c:v>
                </c:pt>
                <c:pt idx="19" formatCode="0%">
                  <c:v>0.13271415209356882</c:v>
                </c:pt>
                <c:pt idx="20" formatCode="0%">
                  <c:v>7.0547850997112069E-2</c:v>
                </c:pt>
                <c:pt idx="22" formatCode="0%">
                  <c:v>0.24217747366269662</c:v>
                </c:pt>
                <c:pt idx="23" formatCode="0%">
                  <c:v>8.8077754551054779E-2</c:v>
                </c:pt>
                <c:pt idx="24" formatCode="0%">
                  <c:v>6.103507138454254E-2</c:v>
                </c:pt>
                <c:pt idx="25" formatCode="0%">
                  <c:v>8.9324952984478512E-2</c:v>
                </c:pt>
                <c:pt idx="27" formatCode="0%">
                  <c:v>0.14878720049665134</c:v>
                </c:pt>
                <c:pt idx="28" formatCode="0%">
                  <c:v>9.9652208100444561E-2</c:v>
                </c:pt>
                <c:pt idx="29" formatCode="0%">
                  <c:v>8.4650312813259757E-2</c:v>
                </c:pt>
                <c:pt idx="31" formatCode="0%">
                  <c:v>0.135003894702764</c:v>
                </c:pt>
                <c:pt idx="32" formatCode="0%">
                  <c:v>0.17176645692276865</c:v>
                </c:pt>
                <c:pt idx="33" formatCode="0%">
                  <c:v>0.16629315068583417</c:v>
                </c:pt>
                <c:pt idx="34" formatCode="0%">
                  <c:v>3.9845946061106065E-2</c:v>
                </c:pt>
                <c:pt idx="35" formatCode="0%">
                  <c:v>1.5008036395580493E-2</c:v>
                </c:pt>
                <c:pt idx="36" formatCode="0%">
                  <c:v>3.7126376261275518E-2</c:v>
                </c:pt>
                <c:pt idx="38" formatCode="0%">
                  <c:v>9.6620177786406553E-2</c:v>
                </c:pt>
                <c:pt idx="39" formatCode="0%">
                  <c:v>0.1151616511692389</c:v>
                </c:pt>
                <c:pt idx="40" formatCode="0%">
                  <c:v>9.1057272192742594E-2</c:v>
                </c:pt>
                <c:pt idx="41" formatCode="0%">
                  <c:v>5.7771502958844125E-2</c:v>
                </c:pt>
                <c:pt idx="43" formatCode="0%">
                  <c:v>8.9872581831097254E-2</c:v>
                </c:pt>
                <c:pt idx="44" formatCode="0%">
                  <c:v>9.2535367147617537E-2</c:v>
                </c:pt>
                <c:pt idx="46" formatCode="0%">
                  <c:v>5.7176593181538192E-2</c:v>
                </c:pt>
                <c:pt idx="47" formatCode="0%">
                  <c:v>4.2933871015043257E-2</c:v>
                </c:pt>
                <c:pt idx="48" formatCode="0%">
                  <c:v>5.3733389005628372E-2</c:v>
                </c:pt>
                <c:pt idx="49" formatCode="0%">
                  <c:v>0.181378558354923</c:v>
                </c:pt>
                <c:pt idx="51" formatCode="0%">
                  <c:v>0.14442540415548857</c:v>
                </c:pt>
                <c:pt idx="52" formatCode="0%">
                  <c:v>0.17307025466552747</c:v>
                </c:pt>
                <c:pt idx="53" formatCode="0%">
                  <c:v>2.8096901628197203E-2</c:v>
                </c:pt>
                <c:pt idx="54" formatCode="0%">
                  <c:v>9.1621429730152928E-2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Sheet1!$B$326</c:f>
              <c:strCache>
                <c:ptCount val="1"/>
                <c:pt idx="0">
                  <c:v>Salud y educación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Sheet1!$C$322:$BE$322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Sheet1!$C$326:$BE$326</c:f>
              <c:numCache>
                <c:formatCode>General</c:formatCode>
                <c:ptCount val="55"/>
                <c:pt idx="0" formatCode="0%">
                  <c:v>0.10099177829343742</c:v>
                </c:pt>
                <c:pt idx="2" formatCode="0%">
                  <c:v>9.6789199202349199E-2</c:v>
                </c:pt>
                <c:pt idx="3" formatCode="0%">
                  <c:v>0.10516579535844275</c:v>
                </c:pt>
                <c:pt idx="5" formatCode="0%">
                  <c:v>0.14749402101762307</c:v>
                </c:pt>
                <c:pt idx="6" formatCode="0%">
                  <c:v>9.0136546957706218E-2</c:v>
                </c:pt>
                <c:pt idx="7" formatCode="0%">
                  <c:v>9.0120694965212481E-2</c:v>
                </c:pt>
                <c:pt idx="8" formatCode="0%">
                  <c:v>8.1667857958189941E-2</c:v>
                </c:pt>
                <c:pt idx="10" formatCode="0%">
                  <c:v>8.4992914059075414E-2</c:v>
                </c:pt>
                <c:pt idx="11" formatCode="0%">
                  <c:v>0.11055042801497454</c:v>
                </c:pt>
                <c:pt idx="12" formatCode="0%">
                  <c:v>0.10250035262080556</c:v>
                </c:pt>
                <c:pt idx="14" formatCode="0%">
                  <c:v>5.8461190267570115E-2</c:v>
                </c:pt>
                <c:pt idx="15" formatCode="0%">
                  <c:v>8.9801073171893689E-2</c:v>
                </c:pt>
                <c:pt idx="16" formatCode="0%">
                  <c:v>0.15231968206670099</c:v>
                </c:pt>
                <c:pt idx="17" formatCode="0%">
                  <c:v>0.10505424435311482</c:v>
                </c:pt>
                <c:pt idx="19" formatCode="0%">
                  <c:v>0.10616410194311475</c:v>
                </c:pt>
                <c:pt idx="20" formatCode="0%">
                  <c:v>9.3050693785827934E-2</c:v>
                </c:pt>
                <c:pt idx="22" formatCode="0%">
                  <c:v>4.8220178990352337E-2</c:v>
                </c:pt>
                <c:pt idx="23" formatCode="0%">
                  <c:v>4.9768592766700023E-2</c:v>
                </c:pt>
                <c:pt idx="24" formatCode="0%">
                  <c:v>0.17095937857163804</c:v>
                </c:pt>
                <c:pt idx="25" formatCode="0%">
                  <c:v>0.15885229435815301</c:v>
                </c:pt>
                <c:pt idx="27" formatCode="0%">
                  <c:v>7.3064896932704876E-2</c:v>
                </c:pt>
                <c:pt idx="28" formatCode="0%">
                  <c:v>0.10540674675105828</c:v>
                </c:pt>
                <c:pt idx="29" formatCode="0%">
                  <c:v>0.15858471016531306</c:v>
                </c:pt>
                <c:pt idx="31" formatCode="0%">
                  <c:v>8.3933082868525147E-2</c:v>
                </c:pt>
                <c:pt idx="32" formatCode="0%">
                  <c:v>0.15602846656071673</c:v>
                </c:pt>
                <c:pt idx="33" formatCode="0%">
                  <c:v>8.4468276330887992E-2</c:v>
                </c:pt>
                <c:pt idx="34" formatCode="0%">
                  <c:v>0.15714478701946027</c:v>
                </c:pt>
                <c:pt idx="35" formatCode="0%">
                  <c:v>4.7790289475318657E-3</c:v>
                </c:pt>
                <c:pt idx="36" formatCode="0%">
                  <c:v>0.10181110843770658</c:v>
                </c:pt>
                <c:pt idx="38" formatCode="0%">
                  <c:v>3.845840315585905E-2</c:v>
                </c:pt>
                <c:pt idx="39" formatCode="0%">
                  <c:v>0.12646418952772742</c:v>
                </c:pt>
                <c:pt idx="40" formatCode="0%">
                  <c:v>0.12895273860446063</c:v>
                </c:pt>
                <c:pt idx="41" formatCode="0%">
                  <c:v>2.2773163038787073E-2</c:v>
                </c:pt>
                <c:pt idx="43" formatCode="0%">
                  <c:v>6.2436636245049346E-2</c:v>
                </c:pt>
                <c:pt idx="44" formatCode="0%">
                  <c:v>0.14375285140490923</c:v>
                </c:pt>
                <c:pt idx="46" formatCode="0%">
                  <c:v>8.0298727677634407E-2</c:v>
                </c:pt>
                <c:pt idx="47" formatCode="0%">
                  <c:v>0.10465947736451231</c:v>
                </c:pt>
                <c:pt idx="48" formatCode="0%">
                  <c:v>0.23437039771681756</c:v>
                </c:pt>
                <c:pt idx="49" formatCode="0%">
                  <c:v>6.7363652583786654E-2</c:v>
                </c:pt>
                <c:pt idx="51" formatCode="0%">
                  <c:v>1.991251331654887E-2</c:v>
                </c:pt>
                <c:pt idx="52" formatCode="0%">
                  <c:v>0.19789037310645291</c:v>
                </c:pt>
                <c:pt idx="53" formatCode="0%">
                  <c:v>0.1120232356900709</c:v>
                </c:pt>
                <c:pt idx="54" formatCode="0%">
                  <c:v>8.4418647981478301E-2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Sheet1!$B$327</c:f>
              <c:strCache>
                <c:ptCount val="1"/>
                <c:pt idx="0">
                  <c:v>Bajos ingresos</c:v>
                </c:pt>
              </c:strCache>
            </c:strRef>
          </c:tx>
          <c:spPr>
            <a:solidFill>
              <a:srgbClr val="7357B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Sheet1!$C$322:$BE$322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Sheet1!$C$327:$BE$327</c:f>
              <c:numCache>
                <c:formatCode>General</c:formatCode>
                <c:ptCount val="55"/>
                <c:pt idx="0" formatCode="0%">
                  <c:v>9.2842880516543311E-2</c:v>
                </c:pt>
                <c:pt idx="2" formatCode="0%">
                  <c:v>0.10626382325718466</c:v>
                </c:pt>
                <c:pt idx="3" formatCode="0%">
                  <c:v>7.9513052481821542E-2</c:v>
                </c:pt>
                <c:pt idx="5" formatCode="0%">
                  <c:v>8.4152308183089469E-2</c:v>
                </c:pt>
                <c:pt idx="6" formatCode="0%">
                  <c:v>6.8239310117868726E-2</c:v>
                </c:pt>
                <c:pt idx="7" formatCode="0%">
                  <c:v>7.0598425900008033E-2</c:v>
                </c:pt>
                <c:pt idx="8" formatCode="0%">
                  <c:v>0.15195891800487651</c:v>
                </c:pt>
                <c:pt idx="10" formatCode="0%">
                  <c:v>0.12903723546887921</c:v>
                </c:pt>
                <c:pt idx="11" formatCode="0%">
                  <c:v>8.7117910267966836E-2</c:v>
                </c:pt>
                <c:pt idx="12" formatCode="0%">
                  <c:v>7.1026963307922297E-2</c:v>
                </c:pt>
                <c:pt idx="14" formatCode="0%">
                  <c:v>0.13115768965333663</c:v>
                </c:pt>
                <c:pt idx="15" formatCode="0%">
                  <c:v>9.1683903075970061E-2</c:v>
                </c:pt>
                <c:pt idx="16" formatCode="0%">
                  <c:v>7.3550474312585504E-2</c:v>
                </c:pt>
                <c:pt idx="17" formatCode="0%">
                  <c:v>2.336594825689535E-2</c:v>
                </c:pt>
                <c:pt idx="19" formatCode="0%">
                  <c:v>9.1385199964922711E-2</c:v>
                </c:pt>
                <c:pt idx="20" formatCode="0%">
                  <c:v>9.5080861978944664E-2</c:v>
                </c:pt>
                <c:pt idx="22" formatCode="0%">
                  <c:v>7.7968699807625635E-2</c:v>
                </c:pt>
                <c:pt idx="23" formatCode="0%">
                  <c:v>6.6007323035348536E-2</c:v>
                </c:pt>
                <c:pt idx="24" formatCode="0%">
                  <c:v>4.339523843503805E-2</c:v>
                </c:pt>
                <c:pt idx="25" formatCode="0%">
                  <c:v>9.2211472104574976E-2</c:v>
                </c:pt>
                <c:pt idx="27" formatCode="0%">
                  <c:v>4.9751564180726515E-2</c:v>
                </c:pt>
                <c:pt idx="28" formatCode="0%">
                  <c:v>9.1423992155150846E-2</c:v>
                </c:pt>
                <c:pt idx="29" formatCode="0%">
                  <c:v>8.9004196443274508E-2</c:v>
                </c:pt>
                <c:pt idx="31" formatCode="0%">
                  <c:v>0.12848352349474773</c:v>
                </c:pt>
                <c:pt idx="32" formatCode="0%">
                  <c:v>0.11734829917303373</c:v>
                </c:pt>
                <c:pt idx="33" formatCode="0%">
                  <c:v>0.16263274947182757</c:v>
                </c:pt>
                <c:pt idx="34" formatCode="0%">
                  <c:v>3.892133595756693E-2</c:v>
                </c:pt>
                <c:pt idx="35" formatCode="0%">
                  <c:v>4.3415709487884778E-2</c:v>
                </c:pt>
                <c:pt idx="36" formatCode="0%">
                  <c:v>2.4215989974640272E-2</c:v>
                </c:pt>
                <c:pt idx="38" formatCode="0%">
                  <c:v>0.15142809106343999</c:v>
                </c:pt>
                <c:pt idx="39" formatCode="0%">
                  <c:v>0.10282883605953551</c:v>
                </c:pt>
                <c:pt idx="40" formatCode="0%">
                  <c:v>6.7966531207777958E-2</c:v>
                </c:pt>
                <c:pt idx="41" formatCode="0%">
                  <c:v>7.3321467774406623E-2</c:v>
                </c:pt>
                <c:pt idx="43" formatCode="0%">
                  <c:v>6.9608107393594312E-2</c:v>
                </c:pt>
                <c:pt idx="44" formatCode="0%">
                  <c:v>0.10531488434480682</c:v>
                </c:pt>
                <c:pt idx="46" formatCode="0%">
                  <c:v>2.8301773617188219E-2</c:v>
                </c:pt>
                <c:pt idx="47" formatCode="0%">
                  <c:v>7.9812138483460832E-2</c:v>
                </c:pt>
                <c:pt idx="48" formatCode="0%">
                  <c:v>0.10835518208980079</c:v>
                </c:pt>
                <c:pt idx="49" formatCode="0%">
                  <c:v>0.15626844160860737</c:v>
                </c:pt>
                <c:pt idx="51" formatCode="0%">
                  <c:v>0.19013325657462507</c:v>
                </c:pt>
                <c:pt idx="52" formatCode="0%">
                  <c:v>0.15168038478368018</c:v>
                </c:pt>
                <c:pt idx="53" formatCode="0%">
                  <c:v>7.9821329552312262E-2</c:v>
                </c:pt>
                <c:pt idx="54" formatCode="0%">
                  <c:v>3.739464879918545E-2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Sheet1!$B$328</c:f>
              <c:strCache>
                <c:ptCount val="1"/>
                <c:pt idx="0">
                  <c:v>La deuda externa</c:v>
                </c:pt>
              </c:strCache>
            </c:strRef>
          </c:tx>
          <c:spPr>
            <a:solidFill>
              <a:srgbClr val="AF1956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15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Sheet1!$C$322:$BE$322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Sheet1!$C$328:$BE$328</c:f>
              <c:numCache>
                <c:formatCode>General</c:formatCode>
                <c:ptCount val="55"/>
                <c:pt idx="0" formatCode="0%">
                  <c:v>7.9315789837881387E-2</c:v>
                </c:pt>
                <c:pt idx="2" formatCode="0%">
                  <c:v>9.9615005405041798E-2</c:v>
                </c:pt>
                <c:pt idx="3" formatCode="0%">
                  <c:v>5.9154507983916554E-2</c:v>
                </c:pt>
                <c:pt idx="5" formatCode="0%">
                  <c:v>1.85359048590427E-2</c:v>
                </c:pt>
                <c:pt idx="6" formatCode="0%">
                  <c:v>7.3233066822379914E-2</c:v>
                </c:pt>
                <c:pt idx="7" formatCode="0%">
                  <c:v>9.668940000695353E-2</c:v>
                </c:pt>
                <c:pt idx="8" formatCode="0%">
                  <c:v>0.12401398735309083</c:v>
                </c:pt>
                <c:pt idx="10" formatCode="0%">
                  <c:v>5.2125144376135184E-2</c:v>
                </c:pt>
                <c:pt idx="11" formatCode="0%">
                  <c:v>0.12261842475367074</c:v>
                </c:pt>
                <c:pt idx="12" formatCode="0%">
                  <c:v>5.0562079830292157E-2</c:v>
                </c:pt>
                <c:pt idx="14" formatCode="0%">
                  <c:v>5.3431707986776197E-2</c:v>
                </c:pt>
                <c:pt idx="15" formatCode="0%">
                  <c:v>9.4267044271442627E-2</c:v>
                </c:pt>
                <c:pt idx="16" formatCode="0%">
                  <c:v>8.9703805445157631E-2</c:v>
                </c:pt>
                <c:pt idx="17" formatCode="0%">
                  <c:v>1.6493541057557556E-2</c:v>
                </c:pt>
                <c:pt idx="19" formatCode="0%">
                  <c:v>7.8180616980003878E-2</c:v>
                </c:pt>
                <c:pt idx="20" formatCode="0%">
                  <c:v>8.1058624239922855E-2</c:v>
                </c:pt>
                <c:pt idx="22" formatCode="0%">
                  <c:v>7.0383030351803336E-2</c:v>
                </c:pt>
                <c:pt idx="23" formatCode="0%">
                  <c:v>9.4078935029222863E-2</c:v>
                </c:pt>
                <c:pt idx="24" formatCode="0%">
                  <c:v>8.8004217906843471E-2</c:v>
                </c:pt>
                <c:pt idx="25" formatCode="0%">
                  <c:v>5.7829262009815335E-2</c:v>
                </c:pt>
                <c:pt idx="27" formatCode="0%">
                  <c:v>9.284295672632524E-2</c:v>
                </c:pt>
                <c:pt idx="28" formatCode="0%">
                  <c:v>8.1781002846595854E-2</c:v>
                </c:pt>
                <c:pt idx="29" formatCode="0%">
                  <c:v>4.6329172996021996E-2</c:v>
                </c:pt>
                <c:pt idx="31" formatCode="0%">
                  <c:v>3.6010460743743998E-2</c:v>
                </c:pt>
                <c:pt idx="32" formatCode="0%">
                  <c:v>0.19225527750732924</c:v>
                </c:pt>
                <c:pt idx="33" formatCode="0%">
                  <c:v>0.14315999500912607</c:v>
                </c:pt>
                <c:pt idx="34" formatCode="0%">
                  <c:v>3.6472267080724152E-2</c:v>
                </c:pt>
                <c:pt idx="35" formatCode="0%">
                  <c:v>1.1634082097747413E-4</c:v>
                </c:pt>
                <c:pt idx="36" formatCode="0%">
                  <c:v>4.9671937135510394E-3</c:v>
                </c:pt>
                <c:pt idx="38" formatCode="0%">
                  <c:v>4.7933332639073727E-2</c:v>
                </c:pt>
                <c:pt idx="39" formatCode="0%">
                  <c:v>0.15901920460607943</c:v>
                </c:pt>
                <c:pt idx="40" formatCode="0%">
                  <c:v>1.841545730761281E-2</c:v>
                </c:pt>
                <c:pt idx="41" formatCode="0%">
                  <c:v>1.5964367125559233E-2</c:v>
                </c:pt>
                <c:pt idx="43" formatCode="0%">
                  <c:v>1.3408067226474226E-2</c:v>
                </c:pt>
                <c:pt idx="44" formatCode="0%">
                  <c:v>0.14812479561222527</c:v>
                </c:pt>
                <c:pt idx="46" formatCode="0%">
                  <c:v>1.0874454406238525E-3</c:v>
                </c:pt>
                <c:pt idx="47" formatCode="0%">
                  <c:v>2.9704956850252266E-2</c:v>
                </c:pt>
                <c:pt idx="48" formatCode="0%">
                  <c:v>2.7257396634120589E-2</c:v>
                </c:pt>
                <c:pt idx="49" formatCode="0%">
                  <c:v>0.20474818190512881</c:v>
                </c:pt>
                <c:pt idx="51" formatCode="0%">
                  <c:v>0.24943741734166036</c:v>
                </c:pt>
                <c:pt idx="52" formatCode="0%">
                  <c:v>0.12074177371977371</c:v>
                </c:pt>
                <c:pt idx="53" formatCode="0%">
                  <c:v>6.2505025904188966E-2</c:v>
                </c:pt>
                <c:pt idx="54" formatCode="0%">
                  <c:v>6.1519912493016001E-3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57B8-49D9-AD77-812DF7EE2186}"/>
            </c:ext>
          </c:extLst>
        </c:ser>
        <c:ser>
          <c:idx val="6"/>
          <c:order val="6"/>
          <c:tx>
            <c:strRef>
              <c:f>Sheet1!$B$329</c:f>
              <c:strCache>
                <c:ptCount val="1"/>
                <c:pt idx="0">
                  <c:v>Inflación</c:v>
                </c:pt>
              </c:strCache>
            </c:strRef>
          </c:tx>
          <c:spPr>
            <a:solidFill>
              <a:srgbClr val="E8583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15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Sheet1!$C$322:$BE$322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Sheet1!$C$329:$BE$329</c:f>
              <c:numCache>
                <c:formatCode>General</c:formatCode>
                <c:ptCount val="55"/>
                <c:pt idx="0" formatCode="0%">
                  <c:v>7.9246421623501567E-2</c:v>
                </c:pt>
                <c:pt idx="2" formatCode="0%">
                  <c:v>8.6828962886771291E-2</c:v>
                </c:pt>
                <c:pt idx="3" formatCode="0%">
                  <c:v>7.1715411316695857E-2</c:v>
                </c:pt>
                <c:pt idx="5" formatCode="0%">
                  <c:v>8.2563289162822476E-2</c:v>
                </c:pt>
                <c:pt idx="6" formatCode="0%">
                  <c:v>8.5161079554289129E-2</c:v>
                </c:pt>
                <c:pt idx="7" formatCode="0%">
                  <c:v>6.2620171936653479E-2</c:v>
                </c:pt>
                <c:pt idx="8" formatCode="0%">
                  <c:v>8.7055353734570476E-2</c:v>
                </c:pt>
                <c:pt idx="10" formatCode="0%">
                  <c:v>7.3910713696747815E-2</c:v>
                </c:pt>
                <c:pt idx="11" formatCode="0%">
                  <c:v>6.5676179382823816E-2</c:v>
                </c:pt>
                <c:pt idx="12" formatCode="0%">
                  <c:v>9.9146230253436385E-2</c:v>
                </c:pt>
                <c:pt idx="14" formatCode="0%">
                  <c:v>0.10755135779495963</c:v>
                </c:pt>
                <c:pt idx="15" formatCode="0%">
                  <c:v>7.3030279203459447E-2</c:v>
                </c:pt>
                <c:pt idx="16" formatCode="0%">
                  <c:v>6.0408740364262116E-2</c:v>
                </c:pt>
                <c:pt idx="17" formatCode="0%">
                  <c:v>0.10290640069648874</c:v>
                </c:pt>
                <c:pt idx="19" formatCode="0%">
                  <c:v>6.7850034681858157E-2</c:v>
                </c:pt>
                <c:pt idx="20" formatCode="0%">
                  <c:v>9.6743329766644154E-2</c:v>
                </c:pt>
                <c:pt idx="22" formatCode="0%">
                  <c:v>5.2572397780524006E-2</c:v>
                </c:pt>
                <c:pt idx="23" formatCode="0%">
                  <c:v>8.0237551822697262E-2</c:v>
                </c:pt>
                <c:pt idx="24" formatCode="0%">
                  <c:v>2.8939063551881262E-3</c:v>
                </c:pt>
                <c:pt idx="25" formatCode="0%">
                  <c:v>9.7760270327931303E-2</c:v>
                </c:pt>
                <c:pt idx="27" formatCode="0%">
                  <c:v>4.8558825310719526E-2</c:v>
                </c:pt>
                <c:pt idx="28" formatCode="0%">
                  <c:v>9.9303461065042994E-2</c:v>
                </c:pt>
                <c:pt idx="29" formatCode="0%">
                  <c:v>6.7279493291780082E-2</c:v>
                </c:pt>
                <c:pt idx="31" formatCode="0%">
                  <c:v>6.2282998710089063E-2</c:v>
                </c:pt>
                <c:pt idx="32" formatCode="0%">
                  <c:v>6.941019334141682E-2</c:v>
                </c:pt>
                <c:pt idx="33" formatCode="0%">
                  <c:v>7.3880877193922528E-2</c:v>
                </c:pt>
                <c:pt idx="34" formatCode="0%">
                  <c:v>3.3686984485019701E-2</c:v>
                </c:pt>
                <c:pt idx="35" formatCode="0%">
                  <c:v>1.7884673602700796E-3</c:v>
                </c:pt>
                <c:pt idx="36" formatCode="0%">
                  <c:v>0.16573886495702411</c:v>
                </c:pt>
                <c:pt idx="38" formatCode="0%">
                  <c:v>5.220874736350959E-2</c:v>
                </c:pt>
                <c:pt idx="39" formatCode="0%">
                  <c:v>6.5113748695319648E-2</c:v>
                </c:pt>
                <c:pt idx="40" formatCode="0%">
                  <c:v>0.1504285662181308</c:v>
                </c:pt>
                <c:pt idx="41" formatCode="0%">
                  <c:v>4.2400975998420493E-2</c:v>
                </c:pt>
                <c:pt idx="43" formatCode="0%">
                  <c:v>0.10930296324434546</c:v>
                </c:pt>
                <c:pt idx="44" formatCode="0%">
                  <c:v>6.6397419849516082E-2</c:v>
                </c:pt>
                <c:pt idx="46" formatCode="0%">
                  <c:v>0.13115776956953915</c:v>
                </c:pt>
                <c:pt idx="47" formatCode="0%">
                  <c:v>7.2720943906055852E-2</c:v>
                </c:pt>
                <c:pt idx="48" formatCode="0%">
                  <c:v>6.5059225667476892E-2</c:v>
                </c:pt>
                <c:pt idx="49" formatCode="0%">
                  <c:v>5.4165061114297836E-2</c:v>
                </c:pt>
                <c:pt idx="51" formatCode="0%">
                  <c:v>6.9761214863444651E-2</c:v>
                </c:pt>
                <c:pt idx="52" formatCode="0%">
                  <c:v>3.4405128451964966E-2</c:v>
                </c:pt>
                <c:pt idx="53" formatCode="0%">
                  <c:v>4.4077719020529683E-2</c:v>
                </c:pt>
                <c:pt idx="54" formatCode="0%">
                  <c:v>0.11033188456605511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57B8-49D9-AD77-812DF7EE2186}"/>
            </c:ext>
          </c:extLst>
        </c:ser>
        <c:ser>
          <c:idx val="7"/>
          <c:order val="7"/>
          <c:tx>
            <c:strRef>
              <c:f>Sheet1!$B$330</c:f>
              <c:strCache>
                <c:ptCount val="1"/>
                <c:pt idx="0">
                  <c:v>Los planes sociales</c:v>
                </c:pt>
              </c:strCache>
            </c:strRef>
          </c:tx>
          <c:spPr>
            <a:solidFill>
              <a:srgbClr val="007F4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15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Sheet1!$C$322:$BE$322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Sheet1!$C$330:$BE$330</c:f>
              <c:numCache>
                <c:formatCode>General</c:formatCode>
                <c:ptCount val="55"/>
                <c:pt idx="0" formatCode="0%">
                  <c:v>3.6168036617116879E-2</c:v>
                </c:pt>
                <c:pt idx="2" formatCode="0%">
                  <c:v>1.5570426035834519E-2</c:v>
                </c:pt>
                <c:pt idx="3" formatCode="0%">
                  <c:v>5.6625700507085396E-2</c:v>
                </c:pt>
                <c:pt idx="5" formatCode="0%">
                  <c:v>3.7635775777590513E-3</c:v>
                </c:pt>
                <c:pt idx="6" formatCode="0%">
                  <c:v>3.7484420147774984E-2</c:v>
                </c:pt>
                <c:pt idx="7" formatCode="0%">
                  <c:v>3.6775143924906786E-2</c:v>
                </c:pt>
                <c:pt idx="8" formatCode="0%">
                  <c:v>6.3996580166615885E-2</c:v>
                </c:pt>
                <c:pt idx="10" formatCode="0%">
                  <c:v>4.7898087988947097E-2</c:v>
                </c:pt>
                <c:pt idx="11" formatCode="0%">
                  <c:v>4.7386153318480249E-2</c:v>
                </c:pt>
                <c:pt idx="12" formatCode="0%">
                  <c:v>1.3965888264985474E-2</c:v>
                </c:pt>
                <c:pt idx="14" formatCode="0%">
                  <c:v>2.7728020403325459E-2</c:v>
                </c:pt>
                <c:pt idx="15" formatCode="0%">
                  <c:v>5.5840159560299363E-2</c:v>
                </c:pt>
                <c:pt idx="16" formatCode="0%">
                  <c:v>1.4680217805840562E-2</c:v>
                </c:pt>
                <c:pt idx="17" formatCode="0%">
                  <c:v>4.9126145505977756E-2</c:v>
                </c:pt>
                <c:pt idx="19" formatCode="0%">
                  <c:v>3.8300927585147769E-2</c:v>
                </c:pt>
                <c:pt idx="20" formatCode="0%">
                  <c:v>3.2893402512635214E-2</c:v>
                </c:pt>
                <c:pt idx="22" formatCode="0%">
                  <c:v>2.4431620765180503E-2</c:v>
                </c:pt>
                <c:pt idx="23" formatCode="0%">
                  <c:v>2.5937994741611067E-2</c:v>
                </c:pt>
                <c:pt idx="24" formatCode="0%">
                  <c:v>9.257919318218428E-4</c:v>
                </c:pt>
                <c:pt idx="25" formatCode="0%">
                  <c:v>4.738894255002872E-2</c:v>
                </c:pt>
                <c:pt idx="27" formatCode="0%">
                  <c:v>1.6587851615804595E-2</c:v>
                </c:pt>
                <c:pt idx="28" formatCode="0%">
                  <c:v>3.5366849118105941E-2</c:v>
                </c:pt>
                <c:pt idx="29" formatCode="0%">
                  <c:v>4.1142497196368616E-2</c:v>
                </c:pt>
                <c:pt idx="31" formatCode="0%">
                  <c:v>5.0160764858798369E-2</c:v>
                </c:pt>
                <c:pt idx="32" formatCode="0%">
                  <c:v>1.791523945922572E-3</c:v>
                </c:pt>
                <c:pt idx="33" formatCode="0%">
                  <c:v>1.1225346516058271E-2</c:v>
                </c:pt>
                <c:pt idx="34" formatCode="0%">
                  <c:v>1.678761199554411E-2</c:v>
                </c:pt>
                <c:pt idx="35" formatCode="0%">
                  <c:v>4.5014225386946653E-2</c:v>
                </c:pt>
                <c:pt idx="36" formatCode="0%">
                  <c:v>7.6075344762785435E-2</c:v>
                </c:pt>
                <c:pt idx="38" formatCode="0%">
                  <c:v>2.831060064721486E-2</c:v>
                </c:pt>
                <c:pt idx="39" formatCode="0%">
                  <c:v>3.2071070392333166E-2</c:v>
                </c:pt>
                <c:pt idx="40" formatCode="0%">
                  <c:v>6.7429463883350277E-2</c:v>
                </c:pt>
                <c:pt idx="41" formatCode="0%">
                  <c:v>2.3200924608042614E-2</c:v>
                </c:pt>
                <c:pt idx="43" formatCode="0%">
                  <c:v>5.0268508046671115E-2</c:v>
                </c:pt>
                <c:pt idx="44" formatCode="0%">
                  <c:v>2.8846541997245394E-2</c:v>
                </c:pt>
                <c:pt idx="46" formatCode="0%">
                  <c:v>5.644579437032167E-2</c:v>
                </c:pt>
                <c:pt idx="47" formatCode="0%">
                  <c:v>3.0797850037890265E-2</c:v>
                </c:pt>
                <c:pt idx="48" formatCode="0%">
                  <c:v>7.0943793759580015E-2</c:v>
                </c:pt>
                <c:pt idx="49" formatCode="0%">
                  <c:v>1.1068735649435456E-2</c:v>
                </c:pt>
                <c:pt idx="51" formatCode="0%">
                  <c:v>7.3499344810723337E-3</c:v>
                </c:pt>
                <c:pt idx="52" formatCode="0%">
                  <c:v>3.1608666387420879E-4</c:v>
                </c:pt>
                <c:pt idx="53" formatCode="0%">
                  <c:v>8.0093686625893307E-2</c:v>
                </c:pt>
                <c:pt idx="54" formatCode="0%">
                  <c:v>5.2216469089201342E-2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57B8-49D9-AD77-812DF7EE2186}"/>
            </c:ext>
          </c:extLst>
        </c:ser>
        <c:ser>
          <c:idx val="8"/>
          <c:order val="8"/>
          <c:tx>
            <c:strRef>
              <c:f>Sheet1!$B$331</c:f>
              <c:strCache>
                <c:ptCount val="1"/>
                <c:pt idx="0">
                  <c:v>Falta de Obra Pública</c:v>
                </c:pt>
              </c:strCache>
            </c:strRef>
          </c:tx>
          <c:spPr>
            <a:solidFill>
              <a:srgbClr val="02BFA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15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Sheet1!$C$322:$BE$322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Sheet1!$C$331:$BE$331</c:f>
              <c:numCache>
                <c:formatCode>General</c:formatCode>
                <c:ptCount val="55"/>
                <c:pt idx="0" formatCode="0%">
                  <c:v>2.3329150930369122E-2</c:v>
                </c:pt>
                <c:pt idx="2" formatCode="0%">
                  <c:v>4.3784816412641626E-2</c:v>
                </c:pt>
                <c:pt idx="3" formatCode="0%">
                  <c:v>3.0124719256506799E-3</c:v>
                </c:pt>
                <c:pt idx="5" formatCode="0%">
                  <c:v>5.1627680647644364E-2</c:v>
                </c:pt>
                <c:pt idx="6" formatCode="0%">
                  <c:v>3.3365928733787012E-4</c:v>
                </c:pt>
                <c:pt idx="7" formatCode="0%">
                  <c:v>3.6682169631659184E-2</c:v>
                </c:pt>
                <c:pt idx="8" formatCode="0%">
                  <c:v>8.9431024263001372E-3</c:v>
                </c:pt>
                <c:pt idx="10" formatCode="0%">
                  <c:v>1.6397688141093516E-2</c:v>
                </c:pt>
                <c:pt idx="11" formatCode="0%">
                  <c:v>1.2977096265270289E-2</c:v>
                </c:pt>
                <c:pt idx="12" formatCode="0%">
                  <c:v>4.0758041819973896E-2</c:v>
                </c:pt>
                <c:pt idx="14" formatCode="0%">
                  <c:v>1.810666185975043E-2</c:v>
                </c:pt>
                <c:pt idx="15" formatCode="0%">
                  <c:v>6.1896919086150051E-3</c:v>
                </c:pt>
                <c:pt idx="16" formatCode="0%">
                  <c:v>2.1025884401644365E-2</c:v>
                </c:pt>
                <c:pt idx="17" formatCode="0%">
                  <c:v>0.22099947080406657</c:v>
                </c:pt>
                <c:pt idx="19" formatCode="0%">
                  <c:v>1.3603281733907718E-2</c:v>
                </c:pt>
                <c:pt idx="20" formatCode="0%">
                  <c:v>3.8261308009107743E-2</c:v>
                </c:pt>
                <c:pt idx="22" formatCode="0%">
                  <c:v>4.6409992124210051E-3</c:v>
                </c:pt>
                <c:pt idx="23" formatCode="0%">
                  <c:v>1.6582708625396608E-2</c:v>
                </c:pt>
                <c:pt idx="24" formatCode="0%">
                  <c:v>5.8744514496647778E-3</c:v>
                </c:pt>
                <c:pt idx="25" formatCode="0%">
                  <c:v>4.5912653755114302E-2</c:v>
                </c:pt>
                <c:pt idx="27" formatCode="0%">
                  <c:v>1.2432877851701132E-2</c:v>
                </c:pt>
                <c:pt idx="28" formatCode="0%">
                  <c:v>8.5473157849798916E-3</c:v>
                </c:pt>
                <c:pt idx="29" formatCode="0%">
                  <c:v>5.2629281745661796E-2</c:v>
                </c:pt>
                <c:pt idx="31" formatCode="0%">
                  <c:v>1.777891358548505E-2</c:v>
                </c:pt>
                <c:pt idx="32" formatCode="0%">
                  <c:v>7.10032655029098E-3</c:v>
                </c:pt>
                <c:pt idx="33" formatCode="0%">
                  <c:v>3.562571307230291E-2</c:v>
                </c:pt>
                <c:pt idx="34" formatCode="0%">
                  <c:v>2.5111763540425795E-3</c:v>
                </c:pt>
                <c:pt idx="35" formatCode="0%">
                  <c:v>4.9756361869207053E-2</c:v>
                </c:pt>
                <c:pt idx="36" formatCode="0%">
                  <c:v>4.6549542501910429E-2</c:v>
                </c:pt>
                <c:pt idx="38" formatCode="0%">
                  <c:v>6.1865016908217545E-4</c:v>
                </c:pt>
                <c:pt idx="39" formatCode="0%">
                  <c:v>1.6128862271770565E-2</c:v>
                </c:pt>
                <c:pt idx="40" formatCode="0%">
                  <c:v>5.4447546615434932E-2</c:v>
                </c:pt>
                <c:pt idx="41" formatCode="0%">
                  <c:v>1.9262774758887286E-2</c:v>
                </c:pt>
                <c:pt idx="43" formatCode="0%">
                  <c:v>2.6749356912721491E-2</c:v>
                </c:pt>
                <c:pt idx="44" formatCode="0%">
                  <c:v>2.4476312432214507E-2</c:v>
                </c:pt>
                <c:pt idx="46" formatCode="0%">
                  <c:v>3.0701808532859636E-3</c:v>
                </c:pt>
                <c:pt idx="47" formatCode="0%">
                  <c:v>4.4841275623275258E-3</c:v>
                </c:pt>
                <c:pt idx="48" formatCode="0%">
                  <c:v>2.2033789344924157E-2</c:v>
                </c:pt>
                <c:pt idx="49" formatCode="0%">
                  <c:v>5.5381031060838672E-2</c:v>
                </c:pt>
                <c:pt idx="51" formatCode="0%">
                  <c:v>1.8823775841933368E-2</c:v>
                </c:pt>
                <c:pt idx="52" formatCode="0%">
                  <c:v>1.6655205250459552E-2</c:v>
                </c:pt>
                <c:pt idx="53" formatCode="0%">
                  <c:v>0.11661878645327697</c:v>
                </c:pt>
                <c:pt idx="54" formatCode="0%">
                  <c:v>3.5843968292253699E-3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57B8-49D9-AD77-812DF7EE2186}"/>
            </c:ext>
          </c:extLst>
        </c:ser>
        <c:ser>
          <c:idx val="9"/>
          <c:order val="9"/>
          <c:tx>
            <c:strRef>
              <c:f>Sheet1!$B$332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>
                  <a:defRPr lang="es-AR" sz="15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Sheet1!$C$322:$BE$322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Sheet1!$C$332:$BE$332</c:f>
              <c:numCache>
                <c:formatCode>General</c:formatCode>
                <c:ptCount val="55"/>
                <c:pt idx="0" formatCode="0%">
                  <c:v>1.7480251157289014E-2</c:v>
                </c:pt>
                <c:pt idx="2" formatCode="0%">
                  <c:v>1.0822043184647108E-2</c:v>
                </c:pt>
                <c:pt idx="3" formatCode="0%">
                  <c:v>2.4093222057989153E-2</c:v>
                </c:pt>
                <c:pt idx="5" formatCode="0%">
                  <c:v>0</c:v>
                </c:pt>
                <c:pt idx="6" formatCode="0%">
                  <c:v>2.3551309742466556E-2</c:v>
                </c:pt>
                <c:pt idx="7" formatCode="0%">
                  <c:v>2.0902296214798909E-2</c:v>
                </c:pt>
                <c:pt idx="8" formatCode="0%">
                  <c:v>2.3207683355528422E-2</c:v>
                </c:pt>
                <c:pt idx="10" formatCode="0%">
                  <c:v>2.3187550859310523E-2</c:v>
                </c:pt>
                <c:pt idx="11" formatCode="0%">
                  <c:v>2.1185546926299335E-2</c:v>
                </c:pt>
                <c:pt idx="12" formatCode="0%">
                  <c:v>8.7066341054886937E-3</c:v>
                </c:pt>
                <c:pt idx="14" formatCode="0%">
                  <c:v>2.4707663616618102E-2</c:v>
                </c:pt>
                <c:pt idx="15" formatCode="0%">
                  <c:v>2.6281573998650568E-2</c:v>
                </c:pt>
                <c:pt idx="16" formatCode="0%">
                  <c:v>1.8496982958871714E-3</c:v>
                </c:pt>
                <c:pt idx="17" formatCode="0%">
                  <c:v>1.9856368275555035E-3</c:v>
                </c:pt>
                <c:pt idx="19" formatCode="0%">
                  <c:v>1.7129941317146381E-2</c:v>
                </c:pt>
                <c:pt idx="20" formatCode="0%">
                  <c:v>1.8018082939063425E-2</c:v>
                </c:pt>
                <c:pt idx="22" formatCode="0%">
                  <c:v>1.6215830667907247E-2</c:v>
                </c:pt>
                <c:pt idx="23" formatCode="0%">
                  <c:v>2.5234265433440359E-2</c:v>
                </c:pt>
                <c:pt idx="24" formatCode="0%">
                  <c:v>0</c:v>
                </c:pt>
                <c:pt idx="25" formatCode="0%">
                  <c:v>8.75570101573412E-3</c:v>
                </c:pt>
                <c:pt idx="27" formatCode="0%">
                  <c:v>1.0065469983543088E-2</c:v>
                </c:pt>
                <c:pt idx="28" formatCode="0%">
                  <c:v>2.2787743633677197E-2</c:v>
                </c:pt>
                <c:pt idx="29" formatCode="0%">
                  <c:v>8.1163139191527747E-3</c:v>
                </c:pt>
                <c:pt idx="31" formatCode="0%">
                  <c:v>2.3773725998195758E-2</c:v>
                </c:pt>
                <c:pt idx="32" formatCode="0%">
                  <c:v>1.4482762485188448E-2</c:v>
                </c:pt>
                <c:pt idx="33" formatCode="0%">
                  <c:v>4.90684268538796E-5</c:v>
                </c:pt>
                <c:pt idx="34" formatCode="0%">
                  <c:v>2.1276423514339195E-2</c:v>
                </c:pt>
                <c:pt idx="35" formatCode="0%">
                  <c:v>5.9326070201318297E-3</c:v>
                </c:pt>
                <c:pt idx="36" formatCode="0%">
                  <c:v>2.5686701588949635E-2</c:v>
                </c:pt>
                <c:pt idx="38" formatCode="0%">
                  <c:v>2.2425438586872244E-2</c:v>
                </c:pt>
                <c:pt idx="39" formatCode="0%">
                  <c:v>8.0453193189622095E-3</c:v>
                </c:pt>
                <c:pt idx="40" formatCode="0%">
                  <c:v>3.5233519826823635E-2</c:v>
                </c:pt>
                <c:pt idx="41" formatCode="0%">
                  <c:v>4.6179023753874599E-3</c:v>
                </c:pt>
                <c:pt idx="43" formatCode="0%">
                  <c:v>2.1764086460670837E-2</c:v>
                </c:pt>
                <c:pt idx="44" formatCode="0%">
                  <c:v>7.1960239550127201E-3</c:v>
                </c:pt>
                <c:pt idx="46" formatCode="0%">
                  <c:v>2.1274565571744768E-2</c:v>
                </c:pt>
                <c:pt idx="47" formatCode="0%">
                  <c:v>1.8051282517771969E-2</c:v>
                </c:pt>
                <c:pt idx="48" formatCode="0%">
                  <c:v>1.9458054730123281E-4</c:v>
                </c:pt>
                <c:pt idx="49" formatCode="0%">
                  <c:v>8.9274119318758626E-3</c:v>
                </c:pt>
                <c:pt idx="51" formatCode="0%">
                  <c:v>9.3230430423050825E-5</c:v>
                </c:pt>
                <c:pt idx="52" formatCode="0%">
                  <c:v>2.2668951962078659E-2</c:v>
                </c:pt>
                <c:pt idx="53" formatCode="0%">
                  <c:v>1.6067013677852217E-2</c:v>
                </c:pt>
                <c:pt idx="54" formatCode="0%">
                  <c:v>1.6908023160172821E-2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57B8-49D9-AD77-812DF7EE21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62128"/>
        <c:axId val="390666832"/>
      </c:barChart>
      <c:catAx>
        <c:axId val="39066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66832"/>
        <c:crosses val="autoZero"/>
        <c:auto val="1"/>
        <c:lblAlgn val="ctr"/>
        <c:lblOffset val="100"/>
        <c:noMultiLvlLbl val="0"/>
      </c:catAx>
      <c:valAx>
        <c:axId val="39066683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6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8.7645480930853663E-3"/>
          <c:y val="3.6327093895890089E-2"/>
          <c:w val="0.97230752176795432"/>
          <c:h val="8.4405290132416863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2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Sheet1!$B$43</c:f>
              <c:strCache>
                <c:ptCount val="1"/>
                <c:pt idx="0">
                  <c:v>Clase baja</c:v>
                </c:pt>
              </c:strCache>
            </c:strRef>
          </c:tx>
          <c:spPr>
            <a:solidFill>
              <a:srgbClr val="00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6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Sheet1!$C$42:$AZ$42</c:f>
              <c:strCache>
                <c:ptCount val="50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GBA</c:v>
                </c:pt>
                <c:pt idx="15">
                  <c:v>Interior</c:v>
                </c:pt>
                <c:pt idx="17">
                  <c:v>1er Cordon</c:v>
                </c:pt>
                <c:pt idx="18">
                  <c:v>2do Cordon</c:v>
                </c:pt>
                <c:pt idx="19">
                  <c:v>3er Cordon</c:v>
                </c:pt>
                <c:pt idx="20">
                  <c:v>Resto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Ninguno</c:v>
                </c:pt>
                <c:pt idx="27">
                  <c:v>Kirchnerismo</c:v>
                </c:pt>
                <c:pt idx="28">
                  <c:v>Peronismo</c:v>
                </c:pt>
                <c:pt idx="29">
                  <c:v>PRO</c:v>
                </c:pt>
                <c:pt idx="30">
                  <c:v>Radicalismo</c:v>
                </c:pt>
                <c:pt idx="31">
                  <c:v>Libertario</c:v>
                </c:pt>
                <c:pt idx="33">
                  <c:v>No fui a votar</c:v>
                </c:pt>
                <c:pt idx="34">
                  <c:v>Sergio Massa</c:v>
                </c:pt>
                <c:pt idx="35">
                  <c:v>Javier Milei </c:v>
                </c:pt>
                <c:pt idx="36">
                  <c:v>Patricia Bullrich 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Muy buena</c:v>
                </c:pt>
                <c:pt idx="42">
                  <c:v>Buena</c:v>
                </c:pt>
                <c:pt idx="43">
                  <c:v>Mala</c:v>
                </c:pt>
                <c:pt idx="44">
                  <c:v>Muy mala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</c:strCache>
            </c:strRef>
          </c:cat>
          <c:val>
            <c:numRef>
              <c:f>Sheet1!$C$43:$AZ$43</c:f>
              <c:numCache>
                <c:formatCode>General</c:formatCode>
                <c:ptCount val="50"/>
                <c:pt idx="0" formatCode="0%">
                  <c:v>0.27266454934638967</c:v>
                </c:pt>
                <c:pt idx="2" formatCode="0%">
                  <c:v>0.25748901421918063</c:v>
                </c:pt>
                <c:pt idx="3" formatCode="0%">
                  <c:v>0.28738655905789945</c:v>
                </c:pt>
                <c:pt idx="5" formatCode="0%">
                  <c:v>0.33547911294434785</c:v>
                </c:pt>
                <c:pt idx="6" formatCode="0%">
                  <c:v>0.26358952738017527</c:v>
                </c:pt>
                <c:pt idx="7" formatCode="0%">
                  <c:v>0.2242455037790079</c:v>
                </c:pt>
                <c:pt idx="8" formatCode="0%">
                  <c:v>0.26550447950297323</c:v>
                </c:pt>
                <c:pt idx="10" formatCode="0%">
                  <c:v>0.43853737884261468</c:v>
                </c:pt>
                <c:pt idx="11" formatCode="0%">
                  <c:v>0.26396002834210924</c:v>
                </c:pt>
                <c:pt idx="12" formatCode="0%">
                  <c:v>0.14138794510239963</c:v>
                </c:pt>
                <c:pt idx="14" formatCode="0%">
                  <c:v>0.27384657244840832</c:v>
                </c:pt>
                <c:pt idx="15" formatCode="0%">
                  <c:v>0.27067311718756837</c:v>
                </c:pt>
                <c:pt idx="17" formatCode="0%">
                  <c:v>0.18388993248039301</c:v>
                </c:pt>
                <c:pt idx="18" formatCode="0%">
                  <c:v>0.38976925324366507</c:v>
                </c:pt>
                <c:pt idx="19" formatCode="0%">
                  <c:v>0.43631020249918501</c:v>
                </c:pt>
                <c:pt idx="20" formatCode="0%">
                  <c:v>0.17500168966705087</c:v>
                </c:pt>
                <c:pt idx="22" formatCode="0%">
                  <c:v>0.25259412403524145</c:v>
                </c:pt>
                <c:pt idx="23" formatCode="0%">
                  <c:v>0.34344434647497479</c:v>
                </c:pt>
                <c:pt idx="24" formatCode="0%">
                  <c:v>0.22263455557337636</c:v>
                </c:pt>
                <c:pt idx="26" formatCode="0%">
                  <c:v>0.34037599333205337</c:v>
                </c:pt>
                <c:pt idx="27" formatCode="0%">
                  <c:v>0.27535743477602376</c:v>
                </c:pt>
                <c:pt idx="28" formatCode="0%">
                  <c:v>0.27601061891595413</c:v>
                </c:pt>
                <c:pt idx="29" formatCode="0%">
                  <c:v>0.28162701539960194</c:v>
                </c:pt>
                <c:pt idx="30" formatCode="0%">
                  <c:v>0.14714185721988157</c:v>
                </c:pt>
                <c:pt idx="31" formatCode="0%">
                  <c:v>0.1899056397219937</c:v>
                </c:pt>
                <c:pt idx="33" formatCode="0%">
                  <c:v>0.44006651799068114</c:v>
                </c:pt>
                <c:pt idx="34" formatCode="0%">
                  <c:v>0.30540958570658172</c:v>
                </c:pt>
                <c:pt idx="35" formatCode="0%">
                  <c:v>0.22210798089893566</c:v>
                </c:pt>
                <c:pt idx="36" formatCode="0%">
                  <c:v>0.14607276495175217</c:v>
                </c:pt>
                <c:pt idx="38" formatCode="0%">
                  <c:v>0.19370122099990042</c:v>
                </c:pt>
                <c:pt idx="39" formatCode="0%">
                  <c:v>0.310991147772467</c:v>
                </c:pt>
                <c:pt idx="41" formatCode="0%">
                  <c:v>0.25674147393341418</c:v>
                </c:pt>
                <c:pt idx="42" formatCode="0%">
                  <c:v>0.20208599229971846</c:v>
                </c:pt>
                <c:pt idx="43" formatCode="0%">
                  <c:v>0.32994063716461669</c:v>
                </c:pt>
                <c:pt idx="44" formatCode="0%">
                  <c:v>0.30667407003303765</c:v>
                </c:pt>
                <c:pt idx="46" formatCode="0%">
                  <c:v>0.40917261497418389</c:v>
                </c:pt>
                <c:pt idx="47" formatCode="0%">
                  <c:v>0.20670208507049226</c:v>
                </c:pt>
                <c:pt idx="48" formatCode="0%">
                  <c:v>0.29984920422079708</c:v>
                </c:pt>
                <c:pt idx="49" formatCode="0%">
                  <c:v>0.2624684319135655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092-497F-A35B-332CA6F64F1E}"/>
            </c:ext>
          </c:extLst>
        </c:ser>
        <c:ser>
          <c:idx val="1"/>
          <c:order val="1"/>
          <c:tx>
            <c:strRef>
              <c:f>Sheet1!$B$44</c:f>
              <c:strCache>
                <c:ptCount val="1"/>
                <c:pt idx="0">
                  <c:v>Clase media baja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6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Sheet1!$C$42:$AZ$42</c:f>
              <c:strCache>
                <c:ptCount val="50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GBA</c:v>
                </c:pt>
                <c:pt idx="15">
                  <c:v>Interior</c:v>
                </c:pt>
                <c:pt idx="17">
                  <c:v>1er Cordon</c:v>
                </c:pt>
                <c:pt idx="18">
                  <c:v>2do Cordon</c:v>
                </c:pt>
                <c:pt idx="19">
                  <c:v>3er Cordon</c:v>
                </c:pt>
                <c:pt idx="20">
                  <c:v>Resto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Ninguno</c:v>
                </c:pt>
                <c:pt idx="27">
                  <c:v>Kirchnerismo</c:v>
                </c:pt>
                <c:pt idx="28">
                  <c:v>Peronismo</c:v>
                </c:pt>
                <c:pt idx="29">
                  <c:v>PRO</c:v>
                </c:pt>
                <c:pt idx="30">
                  <c:v>Radicalismo</c:v>
                </c:pt>
                <c:pt idx="31">
                  <c:v>Libertario</c:v>
                </c:pt>
                <c:pt idx="33">
                  <c:v>No fui a votar</c:v>
                </c:pt>
                <c:pt idx="34">
                  <c:v>Sergio Massa</c:v>
                </c:pt>
                <c:pt idx="35">
                  <c:v>Javier Milei </c:v>
                </c:pt>
                <c:pt idx="36">
                  <c:v>Patricia Bullrich 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Muy buena</c:v>
                </c:pt>
                <c:pt idx="42">
                  <c:v>Buena</c:v>
                </c:pt>
                <c:pt idx="43">
                  <c:v>Mala</c:v>
                </c:pt>
                <c:pt idx="44">
                  <c:v>Muy mala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</c:strCache>
            </c:strRef>
          </c:cat>
          <c:val>
            <c:numRef>
              <c:f>Sheet1!$C$44:$AZ$44</c:f>
              <c:numCache>
                <c:formatCode>General</c:formatCode>
                <c:ptCount val="50"/>
                <c:pt idx="0" formatCode="0%">
                  <c:v>0.41541404071240379</c:v>
                </c:pt>
                <c:pt idx="2" formatCode="0%">
                  <c:v>0.471617495207591</c:v>
                </c:pt>
                <c:pt idx="3" formatCode="0%">
                  <c:v>0.36090720626648914</c:v>
                </c:pt>
                <c:pt idx="5" formatCode="0%">
                  <c:v>0.39875296619389167</c:v>
                </c:pt>
                <c:pt idx="6" formatCode="0%">
                  <c:v>0.40925212801578909</c:v>
                </c:pt>
                <c:pt idx="7" formatCode="0%">
                  <c:v>0.40867476550571313</c:v>
                </c:pt>
                <c:pt idx="8" formatCode="0%">
                  <c:v>0.44736408307587305</c:v>
                </c:pt>
                <c:pt idx="10" formatCode="0%">
                  <c:v>0.4011235232479739</c:v>
                </c:pt>
                <c:pt idx="11" formatCode="0%">
                  <c:v>0.48682662200275978</c:v>
                </c:pt>
                <c:pt idx="12" formatCode="0%">
                  <c:v>0.3372922092525979</c:v>
                </c:pt>
                <c:pt idx="14" formatCode="0%">
                  <c:v>0.46353511131357328</c:v>
                </c:pt>
                <c:pt idx="15" formatCode="0%">
                  <c:v>0.33434130419111957</c:v>
                </c:pt>
                <c:pt idx="17" formatCode="0%">
                  <c:v>0.43920270345139911</c:v>
                </c:pt>
                <c:pt idx="18" formatCode="0%">
                  <c:v>0.41702719314319003</c:v>
                </c:pt>
                <c:pt idx="19" formatCode="0%">
                  <c:v>0.26986810952688289</c:v>
                </c:pt>
                <c:pt idx="20" formatCode="0%">
                  <c:v>0.38712814156906444</c:v>
                </c:pt>
                <c:pt idx="22" formatCode="0%">
                  <c:v>0.41747011764612901</c:v>
                </c:pt>
                <c:pt idx="23" formatCode="0%">
                  <c:v>0.36027580585118862</c:v>
                </c:pt>
                <c:pt idx="24" formatCode="0%">
                  <c:v>0.38890139115990702</c:v>
                </c:pt>
                <c:pt idx="26" formatCode="0%">
                  <c:v>0.41536083739149587</c:v>
                </c:pt>
                <c:pt idx="27" formatCode="0%">
                  <c:v>0.55835567099495687</c:v>
                </c:pt>
                <c:pt idx="28" formatCode="0%">
                  <c:v>0.40421662795384028</c:v>
                </c:pt>
                <c:pt idx="29" formatCode="0%">
                  <c:v>0.21176144991612728</c:v>
                </c:pt>
                <c:pt idx="30" formatCode="0%">
                  <c:v>4.1489482921570515E-2</c:v>
                </c:pt>
                <c:pt idx="31" formatCode="0%">
                  <c:v>0.39165561705887181</c:v>
                </c:pt>
                <c:pt idx="33" formatCode="0%">
                  <c:v>0.40808753706180284</c:v>
                </c:pt>
                <c:pt idx="34" formatCode="0%">
                  <c:v>0.48304599951194049</c:v>
                </c:pt>
                <c:pt idx="35" formatCode="0%">
                  <c:v>0.39141948494570172</c:v>
                </c:pt>
                <c:pt idx="36" formatCode="0%">
                  <c:v>0.28616184730211014</c:v>
                </c:pt>
                <c:pt idx="38" formatCode="0%">
                  <c:v>0.37246757096702948</c:v>
                </c:pt>
                <c:pt idx="39" formatCode="0%">
                  <c:v>0.44296384915326575</c:v>
                </c:pt>
                <c:pt idx="41" formatCode="0%">
                  <c:v>0.3683821171540414</c:v>
                </c:pt>
                <c:pt idx="42" formatCode="0%">
                  <c:v>0.33581182588042485</c:v>
                </c:pt>
                <c:pt idx="43" formatCode="0%">
                  <c:v>0.5075661735730389</c:v>
                </c:pt>
                <c:pt idx="44" formatCode="0%">
                  <c:v>0.41049073797320867</c:v>
                </c:pt>
                <c:pt idx="46" formatCode="0%">
                  <c:v>0.32308893330076993</c:v>
                </c:pt>
                <c:pt idx="47" formatCode="0%">
                  <c:v>0.55659978761084006</c:v>
                </c:pt>
                <c:pt idx="48" formatCode="0%">
                  <c:v>0.41369141331273918</c:v>
                </c:pt>
                <c:pt idx="49" formatCode="0%">
                  <c:v>0.38308427665289957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7092-497F-A35B-332CA6F64F1E}"/>
            </c:ext>
          </c:extLst>
        </c:ser>
        <c:ser>
          <c:idx val="2"/>
          <c:order val="2"/>
          <c:tx>
            <c:strRef>
              <c:f>Sheet1!$B$45</c:f>
              <c:strCache>
                <c:ptCount val="1"/>
                <c:pt idx="0">
                  <c:v>Clase media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6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Sheet1!$C$42:$AZ$42</c:f>
              <c:strCache>
                <c:ptCount val="50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GBA</c:v>
                </c:pt>
                <c:pt idx="15">
                  <c:v>Interior</c:v>
                </c:pt>
                <c:pt idx="17">
                  <c:v>1er Cordon</c:v>
                </c:pt>
                <c:pt idx="18">
                  <c:v>2do Cordon</c:v>
                </c:pt>
                <c:pt idx="19">
                  <c:v>3er Cordon</c:v>
                </c:pt>
                <c:pt idx="20">
                  <c:v>Resto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Ninguno</c:v>
                </c:pt>
                <c:pt idx="27">
                  <c:v>Kirchnerismo</c:v>
                </c:pt>
                <c:pt idx="28">
                  <c:v>Peronismo</c:v>
                </c:pt>
                <c:pt idx="29">
                  <c:v>PRO</c:v>
                </c:pt>
                <c:pt idx="30">
                  <c:v>Radicalismo</c:v>
                </c:pt>
                <c:pt idx="31">
                  <c:v>Libertario</c:v>
                </c:pt>
                <c:pt idx="33">
                  <c:v>No fui a votar</c:v>
                </c:pt>
                <c:pt idx="34">
                  <c:v>Sergio Massa</c:v>
                </c:pt>
                <c:pt idx="35">
                  <c:v>Javier Milei </c:v>
                </c:pt>
                <c:pt idx="36">
                  <c:v>Patricia Bullrich 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Muy buena</c:v>
                </c:pt>
                <c:pt idx="42">
                  <c:v>Buena</c:v>
                </c:pt>
                <c:pt idx="43">
                  <c:v>Mala</c:v>
                </c:pt>
                <c:pt idx="44">
                  <c:v>Muy mala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</c:strCache>
            </c:strRef>
          </c:cat>
          <c:val>
            <c:numRef>
              <c:f>Sheet1!$C$45:$AZ$45</c:f>
              <c:numCache>
                <c:formatCode>General</c:formatCode>
                <c:ptCount val="50"/>
                <c:pt idx="0" formatCode="0%">
                  <c:v>0.26128265986712229</c:v>
                </c:pt>
                <c:pt idx="2" formatCode="0%">
                  <c:v>0.2055059528780705</c:v>
                </c:pt>
                <c:pt idx="3" formatCode="0%">
                  <c:v>0.31554199992414983</c:v>
                </c:pt>
                <c:pt idx="5" formatCode="0%">
                  <c:v>0.19998860381884545</c:v>
                </c:pt>
                <c:pt idx="6" formatCode="0%">
                  <c:v>0.28328546467738447</c:v>
                </c:pt>
                <c:pt idx="7" formatCode="0%">
                  <c:v>0.31973274989635836</c:v>
                </c:pt>
                <c:pt idx="8" formatCode="0%">
                  <c:v>0.24146062302823013</c:v>
                </c:pt>
                <c:pt idx="10" formatCode="0%">
                  <c:v>0.12700043300501776</c:v>
                </c:pt>
                <c:pt idx="11" formatCode="0%">
                  <c:v>0.22831750908318416</c:v>
                </c:pt>
                <c:pt idx="12" formatCode="0%">
                  <c:v>0.41819721161337464</c:v>
                </c:pt>
                <c:pt idx="14" formatCode="0%">
                  <c:v>0.21641138652256939</c:v>
                </c:pt>
                <c:pt idx="15" formatCode="0%">
                  <c:v>0.33688024894380886</c:v>
                </c:pt>
                <c:pt idx="17" formatCode="0%">
                  <c:v>0.33770918839905451</c:v>
                </c:pt>
                <c:pt idx="18" formatCode="0%">
                  <c:v>0.15613872348257823</c:v>
                </c:pt>
                <c:pt idx="19" formatCode="0%">
                  <c:v>0.28425580793276489</c:v>
                </c:pt>
                <c:pt idx="20" formatCode="0%">
                  <c:v>0.34720631963349513</c:v>
                </c:pt>
                <c:pt idx="22" formatCode="0%">
                  <c:v>0.29780050439120159</c:v>
                </c:pt>
                <c:pt idx="23" formatCode="0%">
                  <c:v>0.25278302367576116</c:v>
                </c:pt>
                <c:pt idx="24" formatCode="0%">
                  <c:v>0.29446324286066511</c:v>
                </c:pt>
                <c:pt idx="26" formatCode="0%">
                  <c:v>0.21229051039394226</c:v>
                </c:pt>
                <c:pt idx="27" formatCode="0%">
                  <c:v>0.13388752461657669</c:v>
                </c:pt>
                <c:pt idx="28" formatCode="0%">
                  <c:v>0.26192410099366448</c:v>
                </c:pt>
                <c:pt idx="29" formatCode="0%">
                  <c:v>0.48642179859113283</c:v>
                </c:pt>
                <c:pt idx="30" formatCode="0%">
                  <c:v>0.80499429062028194</c:v>
                </c:pt>
                <c:pt idx="31" formatCode="0%">
                  <c:v>0.31140355980954298</c:v>
                </c:pt>
                <c:pt idx="33" formatCode="0%">
                  <c:v>0.1151400158310599</c:v>
                </c:pt>
                <c:pt idx="34" formatCode="0%">
                  <c:v>0.16551674245100759</c:v>
                </c:pt>
                <c:pt idx="35" formatCode="0%">
                  <c:v>0.30479303038163019</c:v>
                </c:pt>
                <c:pt idx="36" formatCode="0%">
                  <c:v>0.52372414270787093</c:v>
                </c:pt>
                <c:pt idx="38" formatCode="0%">
                  <c:v>0.36629671168404138</c:v>
                </c:pt>
                <c:pt idx="39" formatCode="0%">
                  <c:v>0.20697249951984115</c:v>
                </c:pt>
                <c:pt idx="41" formatCode="0%">
                  <c:v>0.31997892542112799</c:v>
                </c:pt>
                <c:pt idx="42" formatCode="0%">
                  <c:v>0.42179128915605146</c:v>
                </c:pt>
                <c:pt idx="43" formatCode="0%">
                  <c:v>0.14869062529662944</c:v>
                </c:pt>
                <c:pt idx="44" formatCode="0%">
                  <c:v>0.21669844197257798</c:v>
                </c:pt>
                <c:pt idx="46" formatCode="0%">
                  <c:v>0.22763219527310002</c:v>
                </c:pt>
                <c:pt idx="47" formatCode="0%">
                  <c:v>0.2130019417216501</c:v>
                </c:pt>
                <c:pt idx="48" formatCode="0%">
                  <c:v>0.21418101242416188</c:v>
                </c:pt>
                <c:pt idx="49" formatCode="0%">
                  <c:v>0.31075956269441435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7092-497F-A35B-332CA6F64F1E}"/>
            </c:ext>
          </c:extLst>
        </c:ser>
        <c:ser>
          <c:idx val="3"/>
          <c:order val="3"/>
          <c:tx>
            <c:strRef>
              <c:f>Sheet1!$B$46</c:f>
              <c:strCache>
                <c:ptCount val="1"/>
                <c:pt idx="0">
                  <c:v>Clase media alta</c:v>
                </c:pt>
              </c:strCache>
            </c:strRef>
          </c:tx>
          <c:spPr>
            <a:solidFill>
              <a:srgbClr val="C8283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6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Sheet1!$C$42:$AZ$42</c:f>
              <c:strCache>
                <c:ptCount val="50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GBA</c:v>
                </c:pt>
                <c:pt idx="15">
                  <c:v>Interior</c:v>
                </c:pt>
                <c:pt idx="17">
                  <c:v>1er Cordon</c:v>
                </c:pt>
                <c:pt idx="18">
                  <c:v>2do Cordon</c:v>
                </c:pt>
                <c:pt idx="19">
                  <c:v>3er Cordon</c:v>
                </c:pt>
                <c:pt idx="20">
                  <c:v>Resto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Ninguno</c:v>
                </c:pt>
                <c:pt idx="27">
                  <c:v>Kirchnerismo</c:v>
                </c:pt>
                <c:pt idx="28">
                  <c:v>Peronismo</c:v>
                </c:pt>
                <c:pt idx="29">
                  <c:v>PRO</c:v>
                </c:pt>
                <c:pt idx="30">
                  <c:v>Radicalismo</c:v>
                </c:pt>
                <c:pt idx="31">
                  <c:v>Libertario</c:v>
                </c:pt>
                <c:pt idx="33">
                  <c:v>No fui a votar</c:v>
                </c:pt>
                <c:pt idx="34">
                  <c:v>Sergio Massa</c:v>
                </c:pt>
                <c:pt idx="35">
                  <c:v>Javier Milei </c:v>
                </c:pt>
                <c:pt idx="36">
                  <c:v>Patricia Bullrich 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Muy buena</c:v>
                </c:pt>
                <c:pt idx="42">
                  <c:v>Buena</c:v>
                </c:pt>
                <c:pt idx="43">
                  <c:v>Mala</c:v>
                </c:pt>
                <c:pt idx="44">
                  <c:v>Muy mala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</c:strCache>
            </c:strRef>
          </c:cat>
          <c:val>
            <c:numRef>
              <c:f>Sheet1!$C$46:$AZ$46</c:f>
              <c:numCache>
                <c:formatCode>General</c:formatCode>
                <c:ptCount val="50"/>
                <c:pt idx="0" formatCode="0%">
                  <c:v>2.6785882335381862E-2</c:v>
                </c:pt>
                <c:pt idx="2" formatCode="0%">
                  <c:v>4.1792479014781531E-2</c:v>
                </c:pt>
                <c:pt idx="3" formatCode="0%">
                  <c:v>1.2177792110539659E-2</c:v>
                </c:pt>
                <c:pt idx="5" formatCode="0%">
                  <c:v>3.7047401435847033E-2</c:v>
                </c:pt>
                <c:pt idx="6" formatCode="0%">
                  <c:v>2.1690617325536767E-2</c:v>
                </c:pt>
                <c:pt idx="7" formatCode="0%">
                  <c:v>2.811143495717389E-2</c:v>
                </c:pt>
                <c:pt idx="8" formatCode="0%">
                  <c:v>2.0370577370647455E-2</c:v>
                </c:pt>
                <c:pt idx="10" formatCode="0%">
                  <c:v>1.4059364678882221E-2</c:v>
                </c:pt>
                <c:pt idx="11" formatCode="0%">
                  <c:v>7.2648082587970318E-3</c:v>
                </c:pt>
                <c:pt idx="12" formatCode="0%">
                  <c:v>6.2409439199275267E-2</c:v>
                </c:pt>
                <c:pt idx="14" formatCode="0%">
                  <c:v>1.7431536643019108E-2</c:v>
                </c:pt>
                <c:pt idx="15" formatCode="0%">
                  <c:v>4.2545764527768065E-2</c:v>
                </c:pt>
                <c:pt idx="17" formatCode="0%">
                  <c:v>2.041960715453979E-2</c:v>
                </c:pt>
                <c:pt idx="18" formatCode="0%">
                  <c:v>1.760396176618054E-2</c:v>
                </c:pt>
                <c:pt idx="19" formatCode="0%">
                  <c:v>5.5706072079478022E-3</c:v>
                </c:pt>
                <c:pt idx="20" formatCode="0%">
                  <c:v>5.4157543443623141E-2</c:v>
                </c:pt>
                <c:pt idx="22" formatCode="0%">
                  <c:v>1.4184102884741045E-2</c:v>
                </c:pt>
                <c:pt idx="23" formatCode="0%">
                  <c:v>2.7648750393614627E-2</c:v>
                </c:pt>
                <c:pt idx="24" formatCode="0%">
                  <c:v>5.4142253626163962E-2</c:v>
                </c:pt>
                <c:pt idx="26" formatCode="0%">
                  <c:v>1.3716540881387568E-2</c:v>
                </c:pt>
                <c:pt idx="27" formatCode="0%">
                  <c:v>7.2924450125282994E-3</c:v>
                </c:pt>
                <c:pt idx="28" formatCode="0%">
                  <c:v>4.3948687774285761E-2</c:v>
                </c:pt>
                <c:pt idx="29" formatCode="0%">
                  <c:v>2.018973609313731E-2</c:v>
                </c:pt>
                <c:pt idx="30" formatCode="0%">
                  <c:v>6.3743692382660132E-3</c:v>
                </c:pt>
                <c:pt idx="31" formatCode="0%">
                  <c:v>7.2727715475094309E-2</c:v>
                </c:pt>
                <c:pt idx="33" formatCode="0%">
                  <c:v>1.3671568831031726E-2</c:v>
                </c:pt>
                <c:pt idx="34" formatCode="0%">
                  <c:v>2.1238096382831823E-2</c:v>
                </c:pt>
                <c:pt idx="35" formatCode="0%">
                  <c:v>4.8468749617383594E-2</c:v>
                </c:pt>
                <c:pt idx="36" formatCode="0%">
                  <c:v>3.320547514825678E-2</c:v>
                </c:pt>
                <c:pt idx="38" formatCode="0%">
                  <c:v>4.2494568509332871E-2</c:v>
                </c:pt>
                <c:pt idx="39" formatCode="0%">
                  <c:v>2.1577091736357818E-2</c:v>
                </c:pt>
                <c:pt idx="41" formatCode="0%">
                  <c:v>1.9579154016718985E-2</c:v>
                </c:pt>
                <c:pt idx="42" formatCode="0%">
                  <c:v>3.1959605606660911E-2</c:v>
                </c:pt>
                <c:pt idx="43" formatCode="0%">
                  <c:v>2.8018446968247873E-4</c:v>
                </c:pt>
                <c:pt idx="44" formatCode="0%">
                  <c:v>4.6609871289678327E-2</c:v>
                </c:pt>
                <c:pt idx="46" formatCode="0%">
                  <c:v>5.1359582239289044E-3</c:v>
                </c:pt>
                <c:pt idx="47" formatCode="0%">
                  <c:v>2.2310179607245222E-2</c:v>
                </c:pt>
                <c:pt idx="48" formatCode="0%">
                  <c:v>5.5691064360372501E-2</c:v>
                </c:pt>
                <c:pt idx="49" formatCode="0%">
                  <c:v>2.2860115347313279E-2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7092-497F-A35B-332CA6F64F1E}"/>
            </c:ext>
          </c:extLst>
        </c:ser>
        <c:ser>
          <c:idx val="4"/>
          <c:order val="4"/>
          <c:tx>
            <c:strRef>
              <c:f>Sheet1!$B$47</c:f>
              <c:strCache>
                <c:ptCount val="1"/>
                <c:pt idx="0">
                  <c:v>Clase alta</c:v>
                </c:pt>
              </c:strCache>
            </c:strRef>
          </c:tx>
          <c:spPr>
            <a:solidFill>
              <a:srgbClr val="E85833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6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Sheet1!$C$42:$AZ$42</c:f>
              <c:strCache>
                <c:ptCount val="50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GBA</c:v>
                </c:pt>
                <c:pt idx="15">
                  <c:v>Interior</c:v>
                </c:pt>
                <c:pt idx="17">
                  <c:v>1er Cordon</c:v>
                </c:pt>
                <c:pt idx="18">
                  <c:v>2do Cordon</c:v>
                </c:pt>
                <c:pt idx="19">
                  <c:v>3er Cordon</c:v>
                </c:pt>
                <c:pt idx="20">
                  <c:v>Resto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Ninguno</c:v>
                </c:pt>
                <c:pt idx="27">
                  <c:v>Kirchnerismo</c:v>
                </c:pt>
                <c:pt idx="28">
                  <c:v>Peronismo</c:v>
                </c:pt>
                <c:pt idx="29">
                  <c:v>PRO</c:v>
                </c:pt>
                <c:pt idx="30">
                  <c:v>Radicalismo</c:v>
                </c:pt>
                <c:pt idx="31">
                  <c:v>Libertario</c:v>
                </c:pt>
                <c:pt idx="33">
                  <c:v>No fui a votar</c:v>
                </c:pt>
                <c:pt idx="34">
                  <c:v>Sergio Massa</c:v>
                </c:pt>
                <c:pt idx="35">
                  <c:v>Javier Milei </c:v>
                </c:pt>
                <c:pt idx="36">
                  <c:v>Patricia Bullrich 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Muy buena</c:v>
                </c:pt>
                <c:pt idx="42">
                  <c:v>Buena</c:v>
                </c:pt>
                <c:pt idx="43">
                  <c:v>Mala</c:v>
                </c:pt>
                <c:pt idx="44">
                  <c:v>Muy mala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</c:strCache>
            </c:strRef>
          </c:cat>
          <c:val>
            <c:numRef>
              <c:f>Sheet1!$C$47:$AZ$47</c:f>
              <c:numCache>
                <c:formatCode>General</c:formatCode>
                <c:ptCount val="50"/>
                <c:pt idx="0" formatCode="0%">
                  <c:v>1.330465221549184E-2</c:v>
                </c:pt>
                <c:pt idx="2" formatCode="0%">
                  <c:v>1.1787495008017705E-2</c:v>
                </c:pt>
                <c:pt idx="3" formatCode="0%">
                  <c:v>1.4658054465291828E-2</c:v>
                </c:pt>
                <c:pt idx="5" formatCode="0%">
                  <c:v>1.2177374607298629E-2</c:v>
                </c:pt>
                <c:pt idx="6" formatCode="0%">
                  <c:v>2.1842933648476549E-2</c:v>
                </c:pt>
                <c:pt idx="7" formatCode="0%">
                  <c:v>6.8909092022202923E-3</c:v>
                </c:pt>
                <c:pt idx="8" formatCode="0%">
                  <c:v>1.1123924886182975E-2</c:v>
                </c:pt>
                <c:pt idx="10" formatCode="0%">
                  <c:v>7.9253081605684065E-9</c:v>
                </c:pt>
                <c:pt idx="11" formatCode="0%">
                  <c:v>4.0283344921154445E-3</c:v>
                </c:pt>
                <c:pt idx="12" formatCode="0%">
                  <c:v>3.6458228117733187E-2</c:v>
                </c:pt>
                <c:pt idx="14" formatCode="0%">
                  <c:v>1.3749253685945166E-2</c:v>
                </c:pt>
                <c:pt idx="15" formatCode="0%">
                  <c:v>1.255560284022373E-2</c:v>
                </c:pt>
                <c:pt idx="17" formatCode="0%">
                  <c:v>7.0363416780323471E-3</c:v>
                </c:pt>
                <c:pt idx="18" formatCode="0%">
                  <c:v>1.2762125913228624E-2</c:v>
                </c:pt>
                <c:pt idx="19" formatCode="0%">
                  <c:v>3.7699898486001258E-4</c:v>
                </c:pt>
                <c:pt idx="20" formatCode="0%">
                  <c:v>2.4689263945448691E-2</c:v>
                </c:pt>
                <c:pt idx="22" formatCode="0%">
                  <c:v>1.0886948756848838E-2</c:v>
                </c:pt>
                <c:pt idx="23" formatCode="0%">
                  <c:v>4.8812687061723457E-3</c:v>
                </c:pt>
                <c:pt idx="24" formatCode="0%">
                  <c:v>2.9940262074074981E-2</c:v>
                </c:pt>
                <c:pt idx="26" formatCode="0%">
                  <c:v>9.7392398268338863E-3</c:v>
                </c:pt>
                <c:pt idx="27" formatCode="0%">
                  <c:v>1.2736939387905205E-2</c:v>
                </c:pt>
                <c:pt idx="28" formatCode="0%">
                  <c:v>0</c:v>
                </c:pt>
                <c:pt idx="29" formatCode="0%">
                  <c:v>0</c:v>
                </c:pt>
                <c:pt idx="30" formatCode="0%">
                  <c:v>0</c:v>
                </c:pt>
                <c:pt idx="31" formatCode="0%">
                  <c:v>3.3446584366961893E-2</c:v>
                </c:pt>
                <c:pt idx="33" formatCode="0%">
                  <c:v>9.0398087158468886E-3</c:v>
                </c:pt>
                <c:pt idx="34" formatCode="0%">
                  <c:v>7.8831622855082394E-3</c:v>
                </c:pt>
                <c:pt idx="35" formatCode="0%">
                  <c:v>3.2251162871056345E-2</c:v>
                </c:pt>
                <c:pt idx="36" formatCode="0%">
                  <c:v>1.0835769890009658E-2</c:v>
                </c:pt>
                <c:pt idx="38" formatCode="0%">
                  <c:v>2.4134150075737749E-2</c:v>
                </c:pt>
                <c:pt idx="39" formatCode="0%">
                  <c:v>4.327036815659005E-3</c:v>
                </c:pt>
                <c:pt idx="41" formatCode="0%">
                  <c:v>3.2710929447733336E-2</c:v>
                </c:pt>
                <c:pt idx="42" formatCode="0%">
                  <c:v>7.0981252778086227E-3</c:v>
                </c:pt>
                <c:pt idx="43" formatCode="0%">
                  <c:v>0</c:v>
                </c:pt>
                <c:pt idx="44" formatCode="0%">
                  <c:v>4.8826542529716672E-3</c:v>
                </c:pt>
                <c:pt idx="46" formatCode="0%">
                  <c:v>1.6928588163190119E-2</c:v>
                </c:pt>
                <c:pt idx="47" formatCode="0%">
                  <c:v>2.1222227103023068E-4</c:v>
                </c:pt>
                <c:pt idx="48" formatCode="0%">
                  <c:v>0</c:v>
                </c:pt>
                <c:pt idx="49" formatCode="0%">
                  <c:v>1.8839827704805766E-2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7092-497F-A35B-332CA6F64F1E}"/>
            </c:ext>
          </c:extLst>
        </c:ser>
        <c:ser>
          <c:idx val="5"/>
          <c:order val="5"/>
          <c:tx>
            <c:strRef>
              <c:f>Sheet1!$B$48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BFBFB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Sheet1!$C$42:$AZ$42</c:f>
              <c:strCache>
                <c:ptCount val="50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GBA</c:v>
                </c:pt>
                <c:pt idx="15">
                  <c:v>Interior</c:v>
                </c:pt>
                <c:pt idx="17">
                  <c:v>1er Cordon</c:v>
                </c:pt>
                <c:pt idx="18">
                  <c:v>2do Cordon</c:v>
                </c:pt>
                <c:pt idx="19">
                  <c:v>3er Cordon</c:v>
                </c:pt>
                <c:pt idx="20">
                  <c:v>Resto</c:v>
                </c:pt>
                <c:pt idx="22">
                  <c:v>1era SE</c:v>
                </c:pt>
                <c:pt idx="23">
                  <c:v>3era SE</c:v>
                </c:pt>
                <c:pt idx="24">
                  <c:v>Resto</c:v>
                </c:pt>
                <c:pt idx="26">
                  <c:v>Ninguno</c:v>
                </c:pt>
                <c:pt idx="27">
                  <c:v>Kirchnerismo</c:v>
                </c:pt>
                <c:pt idx="28">
                  <c:v>Peronismo</c:v>
                </c:pt>
                <c:pt idx="29">
                  <c:v>PRO</c:v>
                </c:pt>
                <c:pt idx="30">
                  <c:v>Radicalismo</c:v>
                </c:pt>
                <c:pt idx="31">
                  <c:v>Libertario</c:v>
                </c:pt>
                <c:pt idx="33">
                  <c:v>No fui a votar</c:v>
                </c:pt>
                <c:pt idx="34">
                  <c:v>Sergio Massa</c:v>
                </c:pt>
                <c:pt idx="35">
                  <c:v>Javier Milei </c:v>
                </c:pt>
                <c:pt idx="36">
                  <c:v>Patricia Bullrich 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Muy buena</c:v>
                </c:pt>
                <c:pt idx="42">
                  <c:v>Buena</c:v>
                </c:pt>
                <c:pt idx="43">
                  <c:v>Mala</c:v>
                </c:pt>
                <c:pt idx="44">
                  <c:v>Muy mala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</c:strCache>
            </c:strRef>
          </c:cat>
          <c:val>
            <c:numRef>
              <c:f>Sheet1!$C$48:$AZ$48</c:f>
              <c:numCache>
                <c:formatCode>General</c:formatCode>
                <c:ptCount val="50"/>
                <c:pt idx="0" formatCode="0%">
                  <c:v>1.0548215523211689E-2</c:v>
                </c:pt>
                <c:pt idx="2" formatCode="0%">
                  <c:v>1.1807563672360086E-2</c:v>
                </c:pt>
                <c:pt idx="3" formatCode="0%">
                  <c:v>9.3283881756284232E-3</c:v>
                </c:pt>
                <c:pt idx="5" formatCode="0%">
                  <c:v>1.6554540999769225E-2</c:v>
                </c:pt>
                <c:pt idx="6" formatCode="0%">
                  <c:v>3.3932895263835694E-4</c:v>
                </c:pt>
                <c:pt idx="7" formatCode="0%">
                  <c:v>1.2344636659525277E-2</c:v>
                </c:pt>
                <c:pt idx="8" formatCode="0%">
                  <c:v>1.4176312136092288E-2</c:v>
                </c:pt>
                <c:pt idx="10" formatCode="0%">
                  <c:v>1.9279292300202634E-2</c:v>
                </c:pt>
                <c:pt idx="11" formatCode="0%">
                  <c:v>9.6026978210337448E-3</c:v>
                </c:pt>
                <c:pt idx="12" formatCode="0%">
                  <c:v>4.2549667146191657E-3</c:v>
                </c:pt>
                <c:pt idx="14" formatCode="0%">
                  <c:v>1.5026139386485475E-2</c:v>
                </c:pt>
                <c:pt idx="15" formatCode="0%">
                  <c:v>3.0039623095115238E-3</c:v>
                </c:pt>
                <c:pt idx="17" formatCode="0%">
                  <c:v>1.1742226836581306E-2</c:v>
                </c:pt>
                <c:pt idx="18" formatCode="0%">
                  <c:v>6.6987424511578001E-3</c:v>
                </c:pt>
                <c:pt idx="19" formatCode="0%">
                  <c:v>3.6182738483592847E-3</c:v>
                </c:pt>
                <c:pt idx="20" formatCode="0%">
                  <c:v>1.1817041741317775E-2</c:v>
                </c:pt>
                <c:pt idx="22" formatCode="0%">
                  <c:v>7.0642022858376126E-3</c:v>
                </c:pt>
                <c:pt idx="23" formatCode="0%">
                  <c:v>1.0966804898288105E-2</c:v>
                </c:pt>
                <c:pt idx="24" formatCode="0%">
                  <c:v>9.9182947058125935E-3</c:v>
                </c:pt>
                <c:pt idx="26" formatCode="0%">
                  <c:v>8.5168781742872447E-3</c:v>
                </c:pt>
                <c:pt idx="27" formatCode="0%">
                  <c:v>1.2369985212009334E-2</c:v>
                </c:pt>
                <c:pt idx="28" formatCode="0%">
                  <c:v>1.3899964362255289E-2</c:v>
                </c:pt>
                <c:pt idx="29" formatCode="0%">
                  <c:v>0</c:v>
                </c:pt>
                <c:pt idx="30" formatCode="0%">
                  <c:v>0</c:v>
                </c:pt>
                <c:pt idx="31" formatCode="0%">
                  <c:v>8.6088356753530283E-4</c:v>
                </c:pt>
                <c:pt idx="33" formatCode="0%">
                  <c:v>1.3994551569577702E-2</c:v>
                </c:pt>
                <c:pt idx="34" formatCode="0%">
                  <c:v>1.690641366213004E-2</c:v>
                </c:pt>
                <c:pt idx="35" formatCode="0%">
                  <c:v>9.5959128529203195E-4</c:v>
                </c:pt>
                <c:pt idx="36" formatCode="0%">
                  <c:v>0</c:v>
                </c:pt>
                <c:pt idx="38" formatCode="0%">
                  <c:v>9.0577776395726135E-4</c:v>
                </c:pt>
                <c:pt idx="39" formatCode="0%">
                  <c:v>1.3168375002409381E-2</c:v>
                </c:pt>
                <c:pt idx="41" formatCode="0%">
                  <c:v>2.6074000269633853E-3</c:v>
                </c:pt>
                <c:pt idx="42" formatCode="0%">
                  <c:v>1.2531617793359396E-3</c:v>
                </c:pt>
                <c:pt idx="43" formatCode="0%">
                  <c:v>1.3522379496032143E-2</c:v>
                </c:pt>
                <c:pt idx="44" formatCode="0%">
                  <c:v>1.4644224478526013E-2</c:v>
                </c:pt>
                <c:pt idx="46" formatCode="0%">
                  <c:v>1.8041710064827039E-2</c:v>
                </c:pt>
                <c:pt idx="47" formatCode="0%">
                  <c:v>1.1737837187424985E-3</c:v>
                </c:pt>
                <c:pt idx="48" formatCode="0%">
                  <c:v>1.6587305681929173E-2</c:v>
                </c:pt>
                <c:pt idx="49" formatCode="0%">
                  <c:v>1.9877856870003548E-3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7092-497F-A35B-332CA6F64F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64480"/>
        <c:axId val="390670752"/>
      </c:barChart>
      <c:catAx>
        <c:axId val="390664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18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70752"/>
        <c:crosses val="autoZero"/>
        <c:auto val="1"/>
        <c:lblAlgn val="ctr"/>
        <c:lblOffset val="100"/>
        <c:noMultiLvlLbl val="0"/>
      </c:catAx>
      <c:valAx>
        <c:axId val="39067075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64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2.410250725598476E-2"/>
          <c:y val="3.399317411161043E-2"/>
          <c:w val="0.95112940605090257"/>
          <c:h val="3.7975080168766294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079676532381511E-2"/>
          <c:y val="9.237297671596402E-2"/>
          <c:w val="0.93945885176170385"/>
          <c:h val="0.79671205041103799"/>
        </c:manualLayout>
      </c:layout>
      <c:lineChart>
        <c:grouping val="standard"/>
        <c:varyColors val="0"/>
        <c:ser>
          <c:idx val="0"/>
          <c:order val="0"/>
          <c:tx>
            <c:strRef>
              <c:f>'Cercania partidaria'!$A$3</c:f>
              <c:strCache>
                <c:ptCount val="1"/>
                <c:pt idx="0">
                  <c:v>Ninguno</c:v>
                </c:pt>
              </c:strCache>
            </c:strRef>
          </c:tx>
          <c:spPr>
            <a:ln w="5715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tx1"/>
              </a:solidFill>
              <a:ln w="66675">
                <a:solidFill>
                  <a:schemeClr val="tx1"/>
                </a:solidFill>
              </a:ln>
              <a:effectLst/>
            </c:spPr>
          </c:marker>
          <c:dLbls>
            <c:spPr>
              <a:noFill/>
              <a:ln w="15875" cap="rnd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'Cercania partidaria'!$E$2:$J$2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'Cercania partidaria'!$E$3:$J$3</c:f>
              <c:numCache>
                <c:formatCode>0%</c:formatCode>
                <c:ptCount val="6"/>
                <c:pt idx="0">
                  <c:v>0.38859056240034229</c:v>
                </c:pt>
                <c:pt idx="1">
                  <c:v>0.34783074926773483</c:v>
                </c:pt>
                <c:pt idx="2">
                  <c:v>0.3363860444014094</c:v>
                </c:pt>
                <c:pt idx="3">
                  <c:v>0.31896147628680438</c:v>
                </c:pt>
                <c:pt idx="4">
                  <c:v>0.33050449468270293</c:v>
                </c:pt>
                <c:pt idx="5">
                  <c:v>0.34878301491739289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BCAB-4288-97B0-C3C574B2419C}"/>
            </c:ext>
          </c:extLst>
        </c:ser>
        <c:ser>
          <c:idx val="1"/>
          <c:order val="1"/>
          <c:tx>
            <c:strRef>
              <c:f>'Cercania partidaria'!$A$4</c:f>
              <c:strCache>
                <c:ptCount val="1"/>
                <c:pt idx="0">
                  <c:v>Libertario</c:v>
                </c:pt>
              </c:strCache>
            </c:strRef>
          </c:tx>
          <c:spPr>
            <a:ln w="57150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7030A0"/>
              </a:solidFill>
              <a:ln w="66675">
                <a:solidFill>
                  <a:srgbClr val="7030A0"/>
                </a:solidFill>
              </a:ln>
              <a:effectLst/>
            </c:spPr>
          </c:marker>
          <c:dLbls>
            <c:dLbl>
              <c:idx val="0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C59E-4958-B547-A7AB41BB8C2F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1DA5-448F-82AA-1575B1309E3A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C59E-4958-B547-A7AB41BB8C2F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 w="15875" cap="rnd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7030A0"/>
                    </a:solidFill>
                    <a:latin typeface="+mj-lt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'Cercania partidaria'!$E$2:$J$2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'Cercania partidaria'!$E$4:$J$4</c:f>
              <c:numCache>
                <c:formatCode>0%</c:formatCode>
                <c:ptCount val="6"/>
                <c:pt idx="0">
                  <c:v>0.19237699093393912</c:v>
                </c:pt>
                <c:pt idx="1">
                  <c:v>0.20906475348068854</c:v>
                </c:pt>
                <c:pt idx="2">
                  <c:v>0.11854199639680846</c:v>
                </c:pt>
                <c:pt idx="3">
                  <c:v>0.14900006345364644</c:v>
                </c:pt>
                <c:pt idx="4">
                  <c:v>0.19657239209186217</c:v>
                </c:pt>
                <c:pt idx="5">
                  <c:v>0.1861958201992826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2-BCAB-4288-97B0-C3C574B2419C}"/>
            </c:ext>
          </c:extLst>
        </c:ser>
        <c:ser>
          <c:idx val="2"/>
          <c:order val="2"/>
          <c:tx>
            <c:strRef>
              <c:f>'Cercania partidaria'!$A$5</c:f>
              <c:strCache>
                <c:ptCount val="1"/>
                <c:pt idx="0">
                  <c:v>Kirchnerismo</c:v>
                </c:pt>
              </c:strCache>
            </c:strRef>
          </c:tx>
          <c:spPr>
            <a:ln w="5715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070C0"/>
              </a:solidFill>
              <a:ln w="66675">
                <a:solidFill>
                  <a:srgbClr val="0070C0"/>
                </a:solidFill>
              </a:ln>
              <a:effectLst/>
            </c:spPr>
          </c:marker>
          <c:dLbls>
            <c:dLbl>
              <c:idx val="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C59E-4958-B547-A7AB41BB8C2F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C59E-4958-B547-A7AB41BB8C2F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C59E-4958-B547-A7AB41BB8C2F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C59E-4958-B547-A7AB41BB8C2F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 w="15875" cap="rnd" cmpd="sng" algn="ctr">
                <a:noFill/>
                <a:prstDash val="solid"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rgbClr val="0070C0"/>
                    </a:solidFill>
                    <a:latin typeface="+mj-lt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'Cercania partidaria'!$E$2:$J$2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'Cercania partidaria'!$E$5:$J$5</c:f>
              <c:numCache>
                <c:formatCode>0%</c:formatCode>
                <c:ptCount val="6"/>
                <c:pt idx="0">
                  <c:v>0.2008004102790048</c:v>
                </c:pt>
                <c:pt idx="1">
                  <c:v>0.17338695917100583</c:v>
                </c:pt>
                <c:pt idx="2">
                  <c:v>0.21319474833949298</c:v>
                </c:pt>
                <c:pt idx="3">
                  <c:v>0.17625170995933101</c:v>
                </c:pt>
                <c:pt idx="4">
                  <c:v>0.20433718124216463</c:v>
                </c:pt>
                <c:pt idx="5">
                  <c:v>0.18314090240691885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3-BCAB-4288-97B0-C3C574B2419C}"/>
            </c:ext>
          </c:extLst>
        </c:ser>
        <c:ser>
          <c:idx val="3"/>
          <c:order val="3"/>
          <c:tx>
            <c:strRef>
              <c:f>'Cercania partidaria'!$A$6</c:f>
              <c:strCache>
                <c:ptCount val="1"/>
                <c:pt idx="0">
                  <c:v>Peronismo</c:v>
                </c:pt>
              </c:strCache>
            </c:strRef>
          </c:tx>
          <c:spPr>
            <a:ln w="57150" cap="rnd">
              <a:solidFill>
                <a:srgbClr val="007F48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rgbClr val="007F48"/>
              </a:solidFill>
              <a:ln w="66675">
                <a:solidFill>
                  <a:srgbClr val="007F48"/>
                </a:solidFill>
              </a:ln>
              <a:effectLst/>
            </c:spPr>
          </c:marker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rgbClr val="007F48"/>
                      </a:solidFill>
                      <a:latin typeface="HelveticaNeue Std (Títulos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BCAB-4288-97B0-C3C574B2419C}"/>
                </c:ext>
                <c:ext xmlns:c15="http://schemas.microsoft.com/office/drawing/2012/chart" uri="{CE6537A1-D6FC-4f65-9D91-7224C49458BB}"/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rgbClr val="007F48"/>
                      </a:solidFill>
                      <a:latin typeface="HelveticaNeue Std (Títulos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CAB-4288-97B0-C3C574B2419C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rgbClr val="007F48"/>
                      </a:solidFill>
                      <a:latin typeface="HelveticaNeue Std (Títulos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F-BCAB-4288-97B0-C3C574B2419C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1" i="0" u="none" strike="noStrike" kern="1200" baseline="0">
                      <a:solidFill>
                        <a:srgbClr val="007F48"/>
                      </a:solidFill>
                      <a:latin typeface="HelveticaNeue Std (Títulos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1DA5-448F-82AA-1575B1309E3A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tx1"/>
                    </a:solidFill>
                    <a:latin typeface="HelveticaNeue Std (Títulos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'Cercania partidaria'!$E$2:$J$2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'Cercania partidaria'!$E$6:$J$6</c:f>
              <c:numCache>
                <c:formatCode>0%</c:formatCode>
                <c:ptCount val="6"/>
                <c:pt idx="0">
                  <c:v>7.6467554657390344E-2</c:v>
                </c:pt>
                <c:pt idx="1">
                  <c:v>0.10881277257729532</c:v>
                </c:pt>
                <c:pt idx="2">
                  <c:v>0.11472377941360148</c:v>
                </c:pt>
                <c:pt idx="3">
                  <c:v>0.16546323306925095</c:v>
                </c:pt>
                <c:pt idx="4">
                  <c:v>9.5706888239977694E-2</c:v>
                </c:pt>
                <c:pt idx="5">
                  <c:v>0.11834378777829378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6-BCAB-4288-97B0-C3C574B2419C}"/>
            </c:ext>
          </c:extLst>
        </c:ser>
        <c:ser>
          <c:idx val="4"/>
          <c:order val="4"/>
          <c:tx>
            <c:strRef>
              <c:f>'Cercania partidaria'!$A$7</c:f>
              <c:strCache>
                <c:ptCount val="1"/>
                <c:pt idx="0">
                  <c:v>PRO</c:v>
                </c:pt>
              </c:strCache>
            </c:strRef>
          </c:tx>
          <c:spPr>
            <a:ln w="5715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'Cercania partidaria'!$E$2:$J$2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'Cercania partidaria'!$E$7:$J$7</c:f>
              <c:numCache>
                <c:formatCode>0%</c:formatCode>
                <c:ptCount val="6"/>
                <c:pt idx="0">
                  <c:v>5.4668940688883116E-2</c:v>
                </c:pt>
                <c:pt idx="1">
                  <c:v>6.9500080074187578E-2</c:v>
                </c:pt>
                <c:pt idx="2">
                  <c:v>0.10041869577773163</c:v>
                </c:pt>
                <c:pt idx="3">
                  <c:v>8.763696037744706E-2</c:v>
                </c:pt>
                <c:pt idx="4">
                  <c:v>6.7266544786652532E-2</c:v>
                </c:pt>
                <c:pt idx="5">
                  <c:v>7.1494665980930364E-2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7-BCAB-4288-97B0-C3C574B2419C}"/>
            </c:ext>
          </c:extLst>
        </c:ser>
        <c:ser>
          <c:idx val="5"/>
          <c:order val="5"/>
          <c:tx>
            <c:strRef>
              <c:f>'Cercania partidaria'!$A$8</c:f>
              <c:strCache>
                <c:ptCount val="1"/>
                <c:pt idx="0">
                  <c:v>Radicalismo</c:v>
                </c:pt>
              </c:strCache>
            </c:strRef>
          </c:tx>
          <c:spPr>
            <a:ln w="571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'Cercania partidaria'!$E$2:$J$2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'Cercania partidaria'!$E$8:$J$8</c:f>
              <c:numCache>
                <c:formatCode>0%</c:formatCode>
                <c:ptCount val="6"/>
                <c:pt idx="0">
                  <c:v>2.6657935570306664E-2</c:v>
                </c:pt>
                <c:pt idx="1">
                  <c:v>2.5636975677778836E-2</c:v>
                </c:pt>
                <c:pt idx="2">
                  <c:v>3.5168540107198464E-2</c:v>
                </c:pt>
                <c:pt idx="3">
                  <c:v>2.3308511525768027E-2</c:v>
                </c:pt>
                <c:pt idx="4">
                  <c:v>2.6147372365824061E-2</c:v>
                </c:pt>
                <c:pt idx="5">
                  <c:v>3.5980326710826217E-2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9-BCAB-4288-97B0-C3C574B2419C}"/>
            </c:ext>
          </c:extLst>
        </c:ser>
        <c:ser>
          <c:idx val="6"/>
          <c:order val="6"/>
          <c:tx>
            <c:strRef>
              <c:f>'Cercania partidaria'!$A$9</c:f>
              <c:strCache>
                <c:ptCount val="1"/>
                <c:pt idx="0">
                  <c:v>Izquierda</c:v>
                </c:pt>
              </c:strCache>
            </c:strRef>
          </c:tx>
          <c:spPr>
            <a:ln w="571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'Cercania partidaria'!$E$2:$J$2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'Cercania partidaria'!$E$9:$J$9</c:f>
              <c:numCache>
                <c:formatCode>0%</c:formatCode>
                <c:ptCount val="6"/>
                <c:pt idx="0">
                  <c:v>1.4175639977694878E-2</c:v>
                </c:pt>
                <c:pt idx="1">
                  <c:v>2.0718538146190468E-2</c:v>
                </c:pt>
                <c:pt idx="2">
                  <c:v>3.0139942380530794E-2</c:v>
                </c:pt>
                <c:pt idx="3">
                  <c:v>2.0188105462418851E-2</c:v>
                </c:pt>
                <c:pt idx="4">
                  <c:v>2.5327714404899834E-2</c:v>
                </c:pt>
                <c:pt idx="5">
                  <c:v>8.1754571346783194E-3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A-BCAB-4288-97B0-C3C574B2419C}"/>
            </c:ext>
          </c:extLst>
        </c:ser>
        <c:ser>
          <c:idx val="7"/>
          <c:order val="7"/>
          <c:tx>
            <c:strRef>
              <c:f>'Cercania partidaria'!$A$10</c:f>
              <c:strCache>
                <c:ptCount val="1"/>
                <c:pt idx="0">
                  <c:v>A otro</c:v>
                </c:pt>
              </c:strCache>
            </c:strRef>
          </c:tx>
          <c:spPr>
            <a:ln w="57150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'Cercania partidaria'!$E$2:$J$2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'Cercania partidaria'!$E$10:$J$10</c:f>
              <c:numCache>
                <c:formatCode>0%</c:formatCode>
                <c:ptCount val="6"/>
                <c:pt idx="0">
                  <c:v>8.587433343427384E-3</c:v>
                </c:pt>
                <c:pt idx="1">
                  <c:v>2.1282251250700449E-2</c:v>
                </c:pt>
                <c:pt idx="2">
                  <c:v>2.9043561198462832E-2</c:v>
                </c:pt>
                <c:pt idx="3">
                  <c:v>2.7113859511238458E-2</c:v>
                </c:pt>
                <c:pt idx="4">
                  <c:v>1.5238783098881494E-2</c:v>
                </c:pt>
                <c:pt idx="5">
                  <c:v>1.0267107130106328E-2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B-BCAB-4288-97B0-C3C574B2419C}"/>
            </c:ext>
          </c:extLst>
        </c:ser>
        <c:ser>
          <c:idx val="8"/>
          <c:order val="8"/>
          <c:tx>
            <c:strRef>
              <c:f>'Cercania partidaria'!$A$11</c:f>
              <c:strCache>
                <c:ptCount val="1"/>
                <c:pt idx="0">
                  <c:v>No sabe</c:v>
                </c:pt>
              </c:strCache>
            </c:strRef>
          </c:tx>
          <c:spPr>
            <a:ln w="57150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  <a:effectLst/>
            </c:spPr>
          </c:marker>
          <c:dLbls>
            <c:delete val="1"/>
          </c:dLbls>
          <c:cat>
            <c:numRef>
              <c:f>'Cercania partidaria'!$E$2:$J$2</c:f>
              <c:numCache>
                <c:formatCode>mmm\-yy</c:formatCode>
                <c:ptCount val="6"/>
                <c:pt idx="0">
                  <c:v>45383</c:v>
                </c:pt>
                <c:pt idx="1">
                  <c:v>45413</c:v>
                </c:pt>
                <c:pt idx="2">
                  <c:v>45505</c:v>
                </c:pt>
                <c:pt idx="3">
                  <c:v>45566</c:v>
                </c:pt>
                <c:pt idx="4">
                  <c:v>45627</c:v>
                </c:pt>
                <c:pt idx="5">
                  <c:v>45717</c:v>
                </c:pt>
              </c:numCache>
            </c:numRef>
          </c:cat>
          <c:val>
            <c:numRef>
              <c:f>'Cercania partidaria'!$E$11:$J$11</c:f>
              <c:numCache>
                <c:formatCode>0%</c:formatCode>
                <c:ptCount val="6"/>
                <c:pt idx="0">
                  <c:v>3.7674532149010523E-2</c:v>
                </c:pt>
                <c:pt idx="1">
                  <c:v>2.3766920354419688E-2</c:v>
                </c:pt>
                <c:pt idx="2">
                  <c:v>2.2382691984763552E-2</c:v>
                </c:pt>
                <c:pt idx="3">
                  <c:v>3.2076080354092498E-2</c:v>
                </c:pt>
                <c:pt idx="4">
                  <c:v>3.8898629087028985E-2</c:v>
                </c:pt>
                <c:pt idx="5">
                  <c:v>3.7618917741571424E-2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C-BCAB-4288-97B0-C3C574B2419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90665656"/>
        <c:axId val="390671536"/>
        <c:extLst xmlns:c16r2="http://schemas.microsoft.com/office/drawing/2015/06/chart"/>
      </c:lineChart>
      <c:dateAx>
        <c:axId val="390665656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j-lt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390671536"/>
        <c:crosses val="autoZero"/>
        <c:auto val="0"/>
        <c:lblOffset val="100"/>
        <c:baseTimeUnit val="days"/>
        <c:majorUnit val="1"/>
        <c:majorTimeUnit val="months"/>
      </c:dateAx>
      <c:valAx>
        <c:axId val="390671536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39066565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7.2495071714287116E-4"/>
          <c:y val="1.1717225881266859E-2"/>
          <c:w val="0.98948813087151366"/>
          <c:h val="3.86570988440434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j-lt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2000" b="1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3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Sheet1!$B$51</c:f>
              <c:strCache>
                <c:ptCount val="1"/>
                <c:pt idx="0">
                  <c:v>A ningún espacio político</c:v>
                </c:pt>
              </c:strCache>
            </c:strRef>
          </c:tx>
          <c:spPr>
            <a:solidFill>
              <a:srgbClr val="000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6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Sheet1!$C$50:$AX$50</c:f>
              <c:strCache>
                <c:ptCount val="48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No fui a votar</c:v>
                </c:pt>
                <c:pt idx="32">
                  <c:v>Sergio Massa</c:v>
                </c:pt>
                <c:pt idx="33">
                  <c:v>Javier Milei </c:v>
                </c:pt>
                <c:pt idx="34">
                  <c:v>Patricia Bullrich </c:v>
                </c:pt>
                <c:pt idx="36">
                  <c:v>Javier Milei</c:v>
                </c:pt>
                <c:pt idx="37">
                  <c:v>Sergio Massa</c:v>
                </c:pt>
                <c:pt idx="39">
                  <c:v>Muy buena</c:v>
                </c:pt>
                <c:pt idx="40">
                  <c:v>Buena</c:v>
                </c:pt>
                <c:pt idx="41">
                  <c:v>Mala</c:v>
                </c:pt>
                <c:pt idx="42">
                  <c:v>Muy mala</c:v>
                </c:pt>
                <c:pt idx="44">
                  <c:v>Muy buena</c:v>
                </c:pt>
                <c:pt idx="45">
                  <c:v>Buena</c:v>
                </c:pt>
                <c:pt idx="46">
                  <c:v>Mala</c:v>
                </c:pt>
                <c:pt idx="47">
                  <c:v>Muy mala</c:v>
                </c:pt>
              </c:strCache>
            </c:strRef>
          </c:cat>
          <c:val>
            <c:numRef>
              <c:f>Sheet1!$C$51:$AX$51</c:f>
              <c:numCache>
                <c:formatCode>General</c:formatCode>
                <c:ptCount val="48"/>
                <c:pt idx="0" formatCode="0%">
                  <c:v>0.34878301491739289</c:v>
                </c:pt>
                <c:pt idx="2" formatCode="0%">
                  <c:v>0.3644069560587061</c:v>
                </c:pt>
                <c:pt idx="3" formatCode="0%">
                  <c:v>0.33359463604730705</c:v>
                </c:pt>
                <c:pt idx="5" formatCode="0%">
                  <c:v>0.3220747515729403</c:v>
                </c:pt>
                <c:pt idx="6" formatCode="0%">
                  <c:v>0.39647827054131424</c:v>
                </c:pt>
                <c:pt idx="7" formatCode="0%">
                  <c:v>0.34501562577576356</c:v>
                </c:pt>
                <c:pt idx="8" formatCode="0%">
                  <c:v>0.32564498848227091</c:v>
                </c:pt>
                <c:pt idx="10" formatCode="0%">
                  <c:v>0.46815853444359645</c:v>
                </c:pt>
                <c:pt idx="11" formatCode="0%">
                  <c:v>0.34963534239420335</c:v>
                </c:pt>
                <c:pt idx="12" formatCode="0%">
                  <c:v>0.24529859986273234</c:v>
                </c:pt>
                <c:pt idx="14" formatCode="0%">
                  <c:v>0.43539714071534441</c:v>
                </c:pt>
                <c:pt idx="15" formatCode="0%">
                  <c:v>0.34873834523160652</c:v>
                </c:pt>
                <c:pt idx="16" formatCode="0%">
                  <c:v>0.28338399605701631</c:v>
                </c:pt>
                <c:pt idx="17" formatCode="0%">
                  <c:v>0.2040625799656845</c:v>
                </c:pt>
                <c:pt idx="19" formatCode="0%">
                  <c:v>0.37547632052808261</c:v>
                </c:pt>
                <c:pt idx="20" formatCode="0%">
                  <c:v>0.30381104514153789</c:v>
                </c:pt>
                <c:pt idx="22" formatCode="0%">
                  <c:v>0.40003604287656452</c:v>
                </c:pt>
                <c:pt idx="23" formatCode="0%">
                  <c:v>0.42435332449852192</c:v>
                </c:pt>
                <c:pt idx="24" formatCode="0%">
                  <c:v>0.25286512273860945</c:v>
                </c:pt>
                <c:pt idx="25" formatCode="0%">
                  <c:v>0.30958676296282595</c:v>
                </c:pt>
                <c:pt idx="27" formatCode="0%">
                  <c:v>0.38090947408559278</c:v>
                </c:pt>
                <c:pt idx="28" formatCode="0%">
                  <c:v>0.37270915564816465</c:v>
                </c:pt>
                <c:pt idx="29" formatCode="0%">
                  <c:v>0.29552784574884455</c:v>
                </c:pt>
                <c:pt idx="31" formatCode="0%">
                  <c:v>0.52877056473694561</c:v>
                </c:pt>
                <c:pt idx="32" formatCode="0%">
                  <c:v>0.20284608028894954</c:v>
                </c:pt>
                <c:pt idx="33" formatCode="0%">
                  <c:v>0.22654518359069178</c:v>
                </c:pt>
                <c:pt idx="34" formatCode="0%">
                  <c:v>0.38737681114358258</c:v>
                </c:pt>
                <c:pt idx="36" formatCode="0%">
                  <c:v>0.27498700907414991</c:v>
                </c:pt>
                <c:pt idx="37" formatCode="0%">
                  <c:v>0.19647630347428116</c:v>
                </c:pt>
                <c:pt idx="39" formatCode="0%">
                  <c:v>0.2720385536316115</c:v>
                </c:pt>
                <c:pt idx="40" formatCode="0%">
                  <c:v>0.39687274951056606</c:v>
                </c:pt>
                <c:pt idx="41" formatCode="0%">
                  <c:v>0.47096629429571968</c:v>
                </c:pt>
                <c:pt idx="42" formatCode="0%">
                  <c:v>0.19489431948812524</c:v>
                </c:pt>
                <c:pt idx="44" formatCode="0%">
                  <c:v>0.18630536634270592</c:v>
                </c:pt>
                <c:pt idx="45" formatCode="0%">
                  <c:v>0.20635306581295057</c:v>
                </c:pt>
                <c:pt idx="46" formatCode="0%">
                  <c:v>0.55512868963924378</c:v>
                </c:pt>
                <c:pt idx="47" formatCode="0%">
                  <c:v>0.37096138347220181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762-4636-A29C-E4619025A81E}"/>
            </c:ext>
          </c:extLst>
        </c:ser>
        <c:ser>
          <c:idx val="1"/>
          <c:order val="1"/>
          <c:tx>
            <c:strRef>
              <c:f>Sheet1!$B$52</c:f>
              <c:strCache>
                <c:ptCount val="1"/>
                <c:pt idx="0">
                  <c:v>Libertario</c:v>
                </c:pt>
              </c:strCache>
            </c:strRef>
          </c:tx>
          <c:spPr>
            <a:solidFill>
              <a:srgbClr val="7030A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6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Sheet1!$C$50:$AX$50</c:f>
              <c:strCache>
                <c:ptCount val="48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No fui a votar</c:v>
                </c:pt>
                <c:pt idx="32">
                  <c:v>Sergio Massa</c:v>
                </c:pt>
                <c:pt idx="33">
                  <c:v>Javier Milei </c:v>
                </c:pt>
                <c:pt idx="34">
                  <c:v>Patricia Bullrich </c:v>
                </c:pt>
                <c:pt idx="36">
                  <c:v>Javier Milei</c:v>
                </c:pt>
                <c:pt idx="37">
                  <c:v>Sergio Massa</c:v>
                </c:pt>
                <c:pt idx="39">
                  <c:v>Muy buena</c:v>
                </c:pt>
                <c:pt idx="40">
                  <c:v>Buena</c:v>
                </c:pt>
                <c:pt idx="41">
                  <c:v>Mala</c:v>
                </c:pt>
                <c:pt idx="42">
                  <c:v>Muy mala</c:v>
                </c:pt>
                <c:pt idx="44">
                  <c:v>Muy buena</c:v>
                </c:pt>
                <c:pt idx="45">
                  <c:v>Buena</c:v>
                </c:pt>
                <c:pt idx="46">
                  <c:v>Mala</c:v>
                </c:pt>
                <c:pt idx="47">
                  <c:v>Muy mala</c:v>
                </c:pt>
              </c:strCache>
            </c:strRef>
          </c:cat>
          <c:val>
            <c:numRef>
              <c:f>Sheet1!$C$52:$AX$52</c:f>
              <c:numCache>
                <c:formatCode>General</c:formatCode>
                <c:ptCount val="48"/>
                <c:pt idx="0" formatCode="0%">
                  <c:v>0.1861958201992826</c:v>
                </c:pt>
                <c:pt idx="2" formatCode="0%">
                  <c:v>0.19058788122191161</c:v>
                </c:pt>
                <c:pt idx="3" formatCode="0%">
                  <c:v>0.18188358641738028</c:v>
                </c:pt>
                <c:pt idx="5" formatCode="0%">
                  <c:v>0.15702729012694785</c:v>
                </c:pt>
                <c:pt idx="6" formatCode="0%">
                  <c:v>0.20744486313187824</c:v>
                </c:pt>
                <c:pt idx="7" formatCode="0%">
                  <c:v>0.23977718425794012</c:v>
                </c:pt>
                <c:pt idx="8" formatCode="0%">
                  <c:v>0.13780113016738754</c:v>
                </c:pt>
                <c:pt idx="10" formatCode="0%">
                  <c:v>0.15023134962087359</c:v>
                </c:pt>
                <c:pt idx="11" formatCode="0%">
                  <c:v>0.15669415936164574</c:v>
                </c:pt>
                <c:pt idx="12" formatCode="0%">
                  <c:v>0.2543855263198917</c:v>
                </c:pt>
                <c:pt idx="14" formatCode="0%">
                  <c:v>0.12968182491368044</c:v>
                </c:pt>
                <c:pt idx="15" formatCode="0%">
                  <c:v>0.17554688023753964</c:v>
                </c:pt>
                <c:pt idx="16" formatCode="0%">
                  <c:v>0.22191308547303337</c:v>
                </c:pt>
                <c:pt idx="17" formatCode="0%">
                  <c:v>0.49311417432186333</c:v>
                </c:pt>
                <c:pt idx="19" formatCode="0%">
                  <c:v>0.14677372821839077</c:v>
                </c:pt>
                <c:pt idx="20" formatCode="0%">
                  <c:v>0.2526128145919006</c:v>
                </c:pt>
                <c:pt idx="22" formatCode="0%">
                  <c:v>0.1095987711139485</c:v>
                </c:pt>
                <c:pt idx="23" formatCode="0%">
                  <c:v>0.14612668456512559</c:v>
                </c:pt>
                <c:pt idx="24" formatCode="0%">
                  <c:v>0.1539559942518362</c:v>
                </c:pt>
                <c:pt idx="25" formatCode="0%">
                  <c:v>0.25375972158283833</c:v>
                </c:pt>
                <c:pt idx="27" formatCode="0%">
                  <c:v>0.12644703983877967</c:v>
                </c:pt>
                <c:pt idx="28" formatCode="0%">
                  <c:v>0.1846455167370783</c:v>
                </c:pt>
                <c:pt idx="29" formatCode="0%">
                  <c:v>0.24756047219899238</c:v>
                </c:pt>
                <c:pt idx="31" formatCode="0%">
                  <c:v>5.6011328594356403E-2</c:v>
                </c:pt>
                <c:pt idx="32" formatCode="0%">
                  <c:v>1.5881092507215203E-2</c:v>
                </c:pt>
                <c:pt idx="33" formatCode="0%">
                  <c:v>0.5844272155064153</c:v>
                </c:pt>
                <c:pt idx="34" formatCode="0%">
                  <c:v>0.20791746424497018</c:v>
                </c:pt>
                <c:pt idx="36" formatCode="0%">
                  <c:v>0.43313249377946422</c:v>
                </c:pt>
                <c:pt idx="37" formatCode="0%">
                  <c:v>1.0945885947727692E-2</c:v>
                </c:pt>
                <c:pt idx="39" formatCode="0%">
                  <c:v>0.56616195958806681</c:v>
                </c:pt>
                <c:pt idx="40" formatCode="0%">
                  <c:v>0.16904335091441561</c:v>
                </c:pt>
                <c:pt idx="41" formatCode="0%">
                  <c:v>1.3185528298885352E-2</c:v>
                </c:pt>
                <c:pt idx="42" formatCode="0%">
                  <c:v>2.2322224700884172E-2</c:v>
                </c:pt>
                <c:pt idx="44" formatCode="0%">
                  <c:v>3.794601906214536E-3</c:v>
                </c:pt>
                <c:pt idx="45" formatCode="0%">
                  <c:v>1.0454889935327481E-2</c:v>
                </c:pt>
                <c:pt idx="46" formatCode="0%">
                  <c:v>0.12878165516012852</c:v>
                </c:pt>
                <c:pt idx="47" formatCode="0%">
                  <c:v>0.36713134489717175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3762-4636-A29C-E4619025A81E}"/>
            </c:ext>
          </c:extLst>
        </c:ser>
        <c:ser>
          <c:idx val="2"/>
          <c:order val="2"/>
          <c:tx>
            <c:strRef>
              <c:f>Sheet1!$B$53</c:f>
              <c:strCache>
                <c:ptCount val="1"/>
                <c:pt idx="0">
                  <c:v>Al kirchnerismo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6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Sheet1!$C$50:$AX$50</c:f>
              <c:strCache>
                <c:ptCount val="48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No fui a votar</c:v>
                </c:pt>
                <c:pt idx="32">
                  <c:v>Sergio Massa</c:v>
                </c:pt>
                <c:pt idx="33">
                  <c:v>Javier Milei </c:v>
                </c:pt>
                <c:pt idx="34">
                  <c:v>Patricia Bullrich </c:v>
                </c:pt>
                <c:pt idx="36">
                  <c:v>Javier Milei</c:v>
                </c:pt>
                <c:pt idx="37">
                  <c:v>Sergio Massa</c:v>
                </c:pt>
                <c:pt idx="39">
                  <c:v>Muy buena</c:v>
                </c:pt>
                <c:pt idx="40">
                  <c:v>Buena</c:v>
                </c:pt>
                <c:pt idx="41">
                  <c:v>Mala</c:v>
                </c:pt>
                <c:pt idx="42">
                  <c:v>Muy mala</c:v>
                </c:pt>
                <c:pt idx="44">
                  <c:v>Muy buena</c:v>
                </c:pt>
                <c:pt idx="45">
                  <c:v>Buena</c:v>
                </c:pt>
                <c:pt idx="46">
                  <c:v>Mala</c:v>
                </c:pt>
                <c:pt idx="47">
                  <c:v>Muy mala</c:v>
                </c:pt>
              </c:strCache>
            </c:strRef>
          </c:cat>
          <c:val>
            <c:numRef>
              <c:f>Sheet1!$C$53:$AX$53</c:f>
              <c:numCache>
                <c:formatCode>General</c:formatCode>
                <c:ptCount val="48"/>
                <c:pt idx="0" formatCode="0%">
                  <c:v>0.18314090240691885</c:v>
                </c:pt>
                <c:pt idx="2" formatCode="0%">
                  <c:v>0.17242108709529133</c:v>
                </c:pt>
                <c:pt idx="3" formatCode="0%">
                  <c:v>0.19361163198992229</c:v>
                </c:pt>
                <c:pt idx="5" formatCode="0%">
                  <c:v>0.12614123908426431</c:v>
                </c:pt>
                <c:pt idx="6" formatCode="0%">
                  <c:v>0.15078748215556856</c:v>
                </c:pt>
                <c:pt idx="7" formatCode="0%">
                  <c:v>0.1914857016368722</c:v>
                </c:pt>
                <c:pt idx="8" formatCode="0%">
                  <c:v>0.27343185273279669</c:v>
                </c:pt>
                <c:pt idx="10" formatCode="0%">
                  <c:v>0.21787151144810626</c:v>
                </c:pt>
                <c:pt idx="11" formatCode="0%">
                  <c:v>0.18899494224934055</c:v>
                </c:pt>
                <c:pt idx="12" formatCode="0%">
                  <c:v>0.14593845760441879</c:v>
                </c:pt>
                <c:pt idx="14" formatCode="0%">
                  <c:v>0.18494963577120779</c:v>
                </c:pt>
                <c:pt idx="15" formatCode="0%">
                  <c:v>0.24615865480779786</c:v>
                </c:pt>
                <c:pt idx="16" formatCode="0%">
                  <c:v>9.3845807034337578E-2</c:v>
                </c:pt>
                <c:pt idx="17" formatCode="0%">
                  <c:v>9.1497895322289094E-2</c:v>
                </c:pt>
                <c:pt idx="19" formatCode="0%">
                  <c:v>0.22602638064364483</c:v>
                </c:pt>
                <c:pt idx="20" formatCode="0%">
                  <c:v>0.11088891311741095</c:v>
                </c:pt>
                <c:pt idx="22" formatCode="0%">
                  <c:v>0.19425215891138783</c:v>
                </c:pt>
                <c:pt idx="23" formatCode="0%">
                  <c:v>0.20082641300612772</c:v>
                </c:pt>
                <c:pt idx="24" formatCode="0%">
                  <c:v>9.2913071329829094E-2</c:v>
                </c:pt>
                <c:pt idx="25" formatCode="0%">
                  <c:v>0.17059280359742537</c:v>
                </c:pt>
                <c:pt idx="27" formatCode="0%">
                  <c:v>0.17431913015994652</c:v>
                </c:pt>
                <c:pt idx="28" formatCode="0%">
                  <c:v>0.19401328995840314</c:v>
                </c:pt>
                <c:pt idx="29" formatCode="0%">
                  <c:v>0.15027763261666027</c:v>
                </c:pt>
                <c:pt idx="31" formatCode="0%">
                  <c:v>0.11001503143995423</c:v>
                </c:pt>
                <c:pt idx="32" formatCode="0%">
                  <c:v>0.46389458770112069</c:v>
                </c:pt>
                <c:pt idx="33" formatCode="0%">
                  <c:v>1.7549095446071243E-2</c:v>
                </c:pt>
                <c:pt idx="34" formatCode="0%">
                  <c:v>5.7059231526560327E-3</c:v>
                </c:pt>
                <c:pt idx="36" formatCode="0%">
                  <c:v>4.0892388316743931E-2</c:v>
                </c:pt>
                <c:pt idx="37" formatCode="0%">
                  <c:v>0.4203793084610809</c:v>
                </c:pt>
                <c:pt idx="39" formatCode="0%">
                  <c:v>3.2537004599921177E-3</c:v>
                </c:pt>
                <c:pt idx="40" formatCode="0%">
                  <c:v>3.2245181665897578E-2</c:v>
                </c:pt>
                <c:pt idx="41" formatCode="0%">
                  <c:v>0.25259902974459647</c:v>
                </c:pt>
                <c:pt idx="42" formatCode="0%">
                  <c:v>0.426239485650457</c:v>
                </c:pt>
                <c:pt idx="44" formatCode="0%">
                  <c:v>0.54834035408762427</c:v>
                </c:pt>
                <c:pt idx="45" formatCode="0%">
                  <c:v>0.41956759518503101</c:v>
                </c:pt>
                <c:pt idx="46" formatCode="0%">
                  <c:v>9.1449302084089749E-3</c:v>
                </c:pt>
                <c:pt idx="47" formatCode="0%">
                  <c:v>1.386153985129961E-2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3762-4636-A29C-E4619025A81E}"/>
            </c:ext>
          </c:extLst>
        </c:ser>
        <c:ser>
          <c:idx val="3"/>
          <c:order val="3"/>
          <c:tx>
            <c:strRef>
              <c:f>Sheet1!$B$54</c:f>
              <c:strCache>
                <c:ptCount val="1"/>
                <c:pt idx="0">
                  <c:v>Al peronismo</c:v>
                </c:pt>
              </c:strCache>
            </c:strRef>
          </c:tx>
          <c:spPr>
            <a:solidFill>
              <a:srgbClr val="007F4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6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Sheet1!$C$50:$AX$50</c:f>
              <c:strCache>
                <c:ptCount val="48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No fui a votar</c:v>
                </c:pt>
                <c:pt idx="32">
                  <c:v>Sergio Massa</c:v>
                </c:pt>
                <c:pt idx="33">
                  <c:v>Javier Milei </c:v>
                </c:pt>
                <c:pt idx="34">
                  <c:v>Patricia Bullrich </c:v>
                </c:pt>
                <c:pt idx="36">
                  <c:v>Javier Milei</c:v>
                </c:pt>
                <c:pt idx="37">
                  <c:v>Sergio Massa</c:v>
                </c:pt>
                <c:pt idx="39">
                  <c:v>Muy buena</c:v>
                </c:pt>
                <c:pt idx="40">
                  <c:v>Buena</c:v>
                </c:pt>
                <c:pt idx="41">
                  <c:v>Mala</c:v>
                </c:pt>
                <c:pt idx="42">
                  <c:v>Muy mala</c:v>
                </c:pt>
                <c:pt idx="44">
                  <c:v>Muy buena</c:v>
                </c:pt>
                <c:pt idx="45">
                  <c:v>Buena</c:v>
                </c:pt>
                <c:pt idx="46">
                  <c:v>Mala</c:v>
                </c:pt>
                <c:pt idx="47">
                  <c:v>Muy mala</c:v>
                </c:pt>
              </c:strCache>
            </c:strRef>
          </c:cat>
          <c:val>
            <c:numRef>
              <c:f>Sheet1!$C$54:$AX$54</c:f>
              <c:numCache>
                <c:formatCode>General</c:formatCode>
                <c:ptCount val="48"/>
                <c:pt idx="0" formatCode="0%">
                  <c:v>0.11834378777829378</c:v>
                </c:pt>
                <c:pt idx="2" formatCode="0%">
                  <c:v>0.14907661951937751</c:v>
                </c:pt>
                <c:pt idx="3" formatCode="0%">
                  <c:v>8.8481422975721286E-2</c:v>
                </c:pt>
                <c:pt idx="5" formatCode="0%">
                  <c:v>0.17358381913701273</c:v>
                </c:pt>
                <c:pt idx="6" formatCode="0%">
                  <c:v>8.8858858745653593E-2</c:v>
                </c:pt>
                <c:pt idx="7" formatCode="0%">
                  <c:v>0.11121019612427335</c:v>
                </c:pt>
                <c:pt idx="8" formatCode="0%">
                  <c:v>0.10082192961576371</c:v>
                </c:pt>
                <c:pt idx="10" formatCode="0%">
                  <c:v>8.5600688138890338E-2</c:v>
                </c:pt>
                <c:pt idx="11" formatCode="0%">
                  <c:v>0.13527920124865295</c:v>
                </c:pt>
                <c:pt idx="12" formatCode="0%">
                  <c:v>0.12499856864152646</c:v>
                </c:pt>
                <c:pt idx="14" formatCode="0%">
                  <c:v>0.11979607245549576</c:v>
                </c:pt>
                <c:pt idx="15" formatCode="0%">
                  <c:v>0.11515385169213534</c:v>
                </c:pt>
                <c:pt idx="16" formatCode="0%">
                  <c:v>0.11863431824285038</c:v>
                </c:pt>
                <c:pt idx="17" formatCode="0%">
                  <c:v>0.12973272213406348</c:v>
                </c:pt>
                <c:pt idx="19" formatCode="0%">
                  <c:v>0.12329185273763719</c:v>
                </c:pt>
                <c:pt idx="20" formatCode="0%">
                  <c:v>0.11000745690020854</c:v>
                </c:pt>
                <c:pt idx="22" formatCode="0%">
                  <c:v>0.13104185248446254</c:v>
                </c:pt>
                <c:pt idx="23" formatCode="0%">
                  <c:v>0.13272330859704359</c:v>
                </c:pt>
                <c:pt idx="24" formatCode="0%">
                  <c:v>6.8213398082482737E-2</c:v>
                </c:pt>
                <c:pt idx="25" formatCode="0%">
                  <c:v>9.4806956371778453E-2</c:v>
                </c:pt>
                <c:pt idx="27" formatCode="0%">
                  <c:v>0.10169781789789921</c:v>
                </c:pt>
                <c:pt idx="28" formatCode="0%">
                  <c:v>0.13557027284977</c:v>
                </c:pt>
                <c:pt idx="29" formatCode="0%">
                  <c:v>8.8655294074254071E-2</c:v>
                </c:pt>
                <c:pt idx="31" formatCode="0%">
                  <c:v>0.10520324303528178</c:v>
                </c:pt>
                <c:pt idx="32" formatCode="0%">
                  <c:v>0.25992322049889338</c:v>
                </c:pt>
                <c:pt idx="33" formatCode="0%">
                  <c:v>3.775248075007813E-2</c:v>
                </c:pt>
                <c:pt idx="34" formatCode="0%">
                  <c:v>1.747566143730166E-2</c:v>
                </c:pt>
                <c:pt idx="36" formatCode="0%">
                  <c:v>2.738446522234974E-2</c:v>
                </c:pt>
                <c:pt idx="37" formatCode="0%">
                  <c:v>0.24120993977935318</c:v>
                </c:pt>
                <c:pt idx="39" formatCode="0%">
                  <c:v>5.7837280277869673E-3</c:v>
                </c:pt>
                <c:pt idx="40" formatCode="0%">
                  <c:v>1.3020507487551158E-2</c:v>
                </c:pt>
                <c:pt idx="41" formatCode="0%">
                  <c:v>0.13256534133595152</c:v>
                </c:pt>
                <c:pt idx="42" formatCode="0%">
                  <c:v>0.29150720577604261</c:v>
                </c:pt>
                <c:pt idx="44" formatCode="0%">
                  <c:v>0.21658491200086608</c:v>
                </c:pt>
                <c:pt idx="45" formatCode="0%">
                  <c:v>0.2284864575306943</c:v>
                </c:pt>
                <c:pt idx="46" formatCode="0%">
                  <c:v>0.14910625402108554</c:v>
                </c:pt>
                <c:pt idx="47" formatCode="0%">
                  <c:v>2.5626977824176174E-2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3762-4636-A29C-E4619025A81E}"/>
            </c:ext>
          </c:extLst>
        </c:ser>
        <c:ser>
          <c:idx val="4"/>
          <c:order val="4"/>
          <c:tx>
            <c:strRef>
              <c:f>Sheet1!$B$55</c:f>
              <c:strCache>
                <c:ptCount val="1"/>
                <c:pt idx="0">
                  <c:v>Al PRO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6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Sheet1!$C$50:$AX$50</c:f>
              <c:strCache>
                <c:ptCount val="48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No fui a votar</c:v>
                </c:pt>
                <c:pt idx="32">
                  <c:v>Sergio Massa</c:v>
                </c:pt>
                <c:pt idx="33">
                  <c:v>Javier Milei </c:v>
                </c:pt>
                <c:pt idx="34">
                  <c:v>Patricia Bullrich </c:v>
                </c:pt>
                <c:pt idx="36">
                  <c:v>Javier Milei</c:v>
                </c:pt>
                <c:pt idx="37">
                  <c:v>Sergio Massa</c:v>
                </c:pt>
                <c:pt idx="39">
                  <c:v>Muy buena</c:v>
                </c:pt>
                <c:pt idx="40">
                  <c:v>Buena</c:v>
                </c:pt>
                <c:pt idx="41">
                  <c:v>Mala</c:v>
                </c:pt>
                <c:pt idx="42">
                  <c:v>Muy mala</c:v>
                </c:pt>
                <c:pt idx="44">
                  <c:v>Muy buena</c:v>
                </c:pt>
                <c:pt idx="45">
                  <c:v>Buena</c:v>
                </c:pt>
                <c:pt idx="46">
                  <c:v>Mala</c:v>
                </c:pt>
                <c:pt idx="47">
                  <c:v>Muy mala</c:v>
                </c:pt>
              </c:strCache>
            </c:strRef>
          </c:cat>
          <c:val>
            <c:numRef>
              <c:f>Sheet1!$C$55:$AX$55</c:f>
              <c:numCache>
                <c:formatCode>General</c:formatCode>
                <c:ptCount val="48"/>
                <c:pt idx="0" formatCode="0%">
                  <c:v>7.1494665980930364E-2</c:v>
                </c:pt>
                <c:pt idx="2" formatCode="0%">
                  <c:v>4.8725047284116224E-2</c:v>
                </c:pt>
                <c:pt idx="3" formatCode="0%">
                  <c:v>9.3633607432514226E-2</c:v>
                </c:pt>
                <c:pt idx="5" formatCode="0%">
                  <c:v>0.12532115567946142</c:v>
                </c:pt>
                <c:pt idx="6" formatCode="0%">
                  <c:v>2.8277709510443963E-2</c:v>
                </c:pt>
                <c:pt idx="7" formatCode="0%">
                  <c:v>6.6315830181362126E-2</c:v>
                </c:pt>
                <c:pt idx="8" formatCode="0%">
                  <c:v>6.950193071556976E-2</c:v>
                </c:pt>
                <c:pt idx="10" formatCode="0%">
                  <c:v>2.1061804545902278E-2</c:v>
                </c:pt>
                <c:pt idx="11" formatCode="0%">
                  <c:v>0.10117450805046645</c:v>
                </c:pt>
                <c:pt idx="12" formatCode="0%">
                  <c:v>7.7194972724510036E-2</c:v>
                </c:pt>
                <c:pt idx="14" formatCode="0%">
                  <c:v>7.3844691014899169E-2</c:v>
                </c:pt>
                <c:pt idx="15" formatCode="0%">
                  <c:v>3.6445118955121002E-2</c:v>
                </c:pt>
                <c:pt idx="16" formatCode="0%">
                  <c:v>0.13309939524422465</c:v>
                </c:pt>
                <c:pt idx="17" formatCode="0%">
                  <c:v>3.600496861398244E-2</c:v>
                </c:pt>
                <c:pt idx="19" formatCode="0%">
                  <c:v>5.1197147026769342E-2</c:v>
                </c:pt>
                <c:pt idx="20" formatCode="0%">
                  <c:v>0.1056912327997587</c:v>
                </c:pt>
                <c:pt idx="22" formatCode="0%">
                  <c:v>4.2279662669740189E-2</c:v>
                </c:pt>
                <c:pt idx="23" formatCode="0%">
                  <c:v>3.5657372472726843E-2</c:v>
                </c:pt>
                <c:pt idx="24" formatCode="0%">
                  <c:v>0.25817145419445064</c:v>
                </c:pt>
                <c:pt idx="25" formatCode="0%">
                  <c:v>7.2302041365676126E-2</c:v>
                </c:pt>
                <c:pt idx="27" formatCode="0%">
                  <c:v>5.2482799461181333E-2</c:v>
                </c:pt>
                <c:pt idx="28" formatCode="0%">
                  <c:v>5.5439260245342119E-2</c:v>
                </c:pt>
                <c:pt idx="29" formatCode="0%">
                  <c:v>0.14066007511996437</c:v>
                </c:pt>
                <c:pt idx="31" formatCode="0%">
                  <c:v>0.13689818719400992</c:v>
                </c:pt>
                <c:pt idx="32" formatCode="0%">
                  <c:v>9.1441590133443582E-4</c:v>
                </c:pt>
                <c:pt idx="33" formatCode="0%">
                  <c:v>9.1689424104461265E-2</c:v>
                </c:pt>
                <c:pt idx="34" formatCode="0%">
                  <c:v>0.20905817079359074</c:v>
                </c:pt>
                <c:pt idx="36" formatCode="0%">
                  <c:v>0.13776276550392405</c:v>
                </c:pt>
                <c:pt idx="37" formatCode="0%">
                  <c:v>3.6099743729673089E-2</c:v>
                </c:pt>
                <c:pt idx="39" formatCode="0%">
                  <c:v>9.2514755764257148E-2</c:v>
                </c:pt>
                <c:pt idx="40" formatCode="0%">
                  <c:v>0.18984998319812493</c:v>
                </c:pt>
                <c:pt idx="41" formatCode="0%">
                  <c:v>3.1712235140187429E-2</c:v>
                </c:pt>
                <c:pt idx="42" formatCode="0%">
                  <c:v>7.2674597179062158E-3</c:v>
                </c:pt>
                <c:pt idx="44" formatCode="0%">
                  <c:v>3.0424448907097962E-2</c:v>
                </c:pt>
                <c:pt idx="45" formatCode="0%">
                  <c:v>1.1597817311936929E-2</c:v>
                </c:pt>
                <c:pt idx="46" formatCode="0%">
                  <c:v>4.6923174686458291E-2</c:v>
                </c:pt>
                <c:pt idx="47" formatCode="0%">
                  <c:v>0.12062506868626381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3762-4636-A29C-E4619025A81E}"/>
            </c:ext>
          </c:extLst>
        </c:ser>
        <c:ser>
          <c:idx val="5"/>
          <c:order val="5"/>
          <c:tx>
            <c:strRef>
              <c:f>Sheet1!$B$56</c:f>
              <c:strCache>
                <c:ptCount val="1"/>
                <c:pt idx="0">
                  <c:v>Al radicalismo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Sheet1!$C$50:$AX$50</c:f>
              <c:strCache>
                <c:ptCount val="48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No fui a votar</c:v>
                </c:pt>
                <c:pt idx="32">
                  <c:v>Sergio Massa</c:v>
                </c:pt>
                <c:pt idx="33">
                  <c:v>Javier Milei </c:v>
                </c:pt>
                <c:pt idx="34">
                  <c:v>Patricia Bullrich </c:v>
                </c:pt>
                <c:pt idx="36">
                  <c:v>Javier Milei</c:v>
                </c:pt>
                <c:pt idx="37">
                  <c:v>Sergio Massa</c:v>
                </c:pt>
                <c:pt idx="39">
                  <c:v>Muy buena</c:v>
                </c:pt>
                <c:pt idx="40">
                  <c:v>Buena</c:v>
                </c:pt>
                <c:pt idx="41">
                  <c:v>Mala</c:v>
                </c:pt>
                <c:pt idx="42">
                  <c:v>Muy mala</c:v>
                </c:pt>
                <c:pt idx="44">
                  <c:v>Muy buena</c:v>
                </c:pt>
                <c:pt idx="45">
                  <c:v>Buena</c:v>
                </c:pt>
                <c:pt idx="46">
                  <c:v>Mala</c:v>
                </c:pt>
                <c:pt idx="47">
                  <c:v>Muy mala</c:v>
                </c:pt>
              </c:strCache>
            </c:strRef>
          </c:cat>
          <c:val>
            <c:numRef>
              <c:f>Sheet1!$C$56:$AX$56</c:f>
              <c:numCache>
                <c:formatCode>General</c:formatCode>
                <c:ptCount val="48"/>
                <c:pt idx="0" formatCode="0%">
                  <c:v>3.5980326710826217E-2</c:v>
                </c:pt>
                <c:pt idx="2" formatCode="0%">
                  <c:v>1.5732218523037973E-2</c:v>
                </c:pt>
                <c:pt idx="3" formatCode="0%">
                  <c:v>5.56587672814444E-2</c:v>
                </c:pt>
                <c:pt idx="5" formatCode="0%">
                  <c:v>5.4533743600964302E-2</c:v>
                </c:pt>
                <c:pt idx="6" formatCode="0%">
                  <c:v>5.5026051076945685E-2</c:v>
                </c:pt>
                <c:pt idx="7" formatCode="0%">
                  <c:v>6.564333349495812E-3</c:v>
                </c:pt>
                <c:pt idx="8" formatCode="0%">
                  <c:v>2.400667622730206E-2</c:v>
                </c:pt>
                <c:pt idx="10" formatCode="0%">
                  <c:v>7.9355995953750303E-3</c:v>
                </c:pt>
                <c:pt idx="11" formatCode="0%">
                  <c:v>1.5460542155196039E-2</c:v>
                </c:pt>
                <c:pt idx="12" formatCode="0%">
                  <c:v>8.6008517035246451E-2</c:v>
                </c:pt>
                <c:pt idx="14" formatCode="0%">
                  <c:v>1.9416576552764037E-2</c:v>
                </c:pt>
                <c:pt idx="15" formatCode="0%">
                  <c:v>3.5935356157468911E-3</c:v>
                </c:pt>
                <c:pt idx="16" formatCode="0%">
                  <c:v>0.11085296510529026</c:v>
                </c:pt>
                <c:pt idx="17" formatCode="0%">
                  <c:v>5.7208488322152669E-3</c:v>
                </c:pt>
                <c:pt idx="19" formatCode="0%">
                  <c:v>2.8480923427004666E-2</c:v>
                </c:pt>
                <c:pt idx="20" formatCode="0%">
                  <c:v>4.861506527546107E-2</c:v>
                </c:pt>
                <c:pt idx="22" formatCode="0%">
                  <c:v>9.4848004721830165E-2</c:v>
                </c:pt>
                <c:pt idx="23" formatCode="0%">
                  <c:v>1.3402975757839166E-2</c:v>
                </c:pt>
                <c:pt idx="24" formatCode="0%">
                  <c:v>3.1314482547284027E-3</c:v>
                </c:pt>
                <c:pt idx="25" formatCode="0%">
                  <c:v>5.327576653079797E-2</c:v>
                </c:pt>
                <c:pt idx="27" formatCode="0%">
                  <c:v>9.4447887859384613E-2</c:v>
                </c:pt>
                <c:pt idx="28" formatCode="0%">
                  <c:v>1.472262851039924E-2</c:v>
                </c:pt>
                <c:pt idx="29" formatCode="0%">
                  <c:v>1.2427303525450208E-2</c:v>
                </c:pt>
                <c:pt idx="31" formatCode="0%">
                  <c:v>8.8938557398640238E-4</c:v>
                </c:pt>
                <c:pt idx="32" formatCode="0%">
                  <c:v>3.9903305406609902E-3</c:v>
                </c:pt>
                <c:pt idx="33" formatCode="0%">
                  <c:v>1.5155356488387608E-2</c:v>
                </c:pt>
                <c:pt idx="34" formatCode="0%">
                  <c:v>0.13004367808423803</c:v>
                </c:pt>
                <c:pt idx="36" formatCode="0%">
                  <c:v>4.8340698755326136E-2</c:v>
                </c:pt>
                <c:pt idx="37" formatCode="0%">
                  <c:v>4.1490614286431401E-2</c:v>
                </c:pt>
                <c:pt idx="39" formatCode="0%">
                  <c:v>1.2238204013076726E-2</c:v>
                </c:pt>
                <c:pt idx="40" formatCode="0%">
                  <c:v>8.2054635823908442E-2</c:v>
                </c:pt>
                <c:pt idx="41" formatCode="0%">
                  <c:v>8.3628882510182093E-2</c:v>
                </c:pt>
                <c:pt idx="42" formatCode="0%">
                  <c:v>1.1200600734301021E-2</c:v>
                </c:pt>
                <c:pt idx="44" formatCode="0%">
                  <c:v>5.31023010143393E-4</c:v>
                </c:pt>
                <c:pt idx="45" formatCode="0%">
                  <c:v>6.7892104231337499E-2</c:v>
                </c:pt>
                <c:pt idx="46" formatCode="0%">
                  <c:v>3.4824975646075847E-2</c:v>
                </c:pt>
                <c:pt idx="47" formatCode="0%">
                  <c:v>3.9635682760093903E-2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3762-4636-A29C-E4619025A81E}"/>
            </c:ext>
          </c:extLst>
        </c:ser>
        <c:ser>
          <c:idx val="6"/>
          <c:order val="6"/>
          <c:tx>
            <c:strRef>
              <c:f>Sheet1!$B$57</c:f>
              <c:strCache>
                <c:ptCount val="1"/>
                <c:pt idx="0">
                  <c:v>A la izquierda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Sheet1!$C$50:$AX$50</c:f>
              <c:strCache>
                <c:ptCount val="48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No fui a votar</c:v>
                </c:pt>
                <c:pt idx="32">
                  <c:v>Sergio Massa</c:v>
                </c:pt>
                <c:pt idx="33">
                  <c:v>Javier Milei </c:v>
                </c:pt>
                <c:pt idx="34">
                  <c:v>Patricia Bullrich </c:v>
                </c:pt>
                <c:pt idx="36">
                  <c:v>Javier Milei</c:v>
                </c:pt>
                <c:pt idx="37">
                  <c:v>Sergio Massa</c:v>
                </c:pt>
                <c:pt idx="39">
                  <c:v>Muy buena</c:v>
                </c:pt>
                <c:pt idx="40">
                  <c:v>Buena</c:v>
                </c:pt>
                <c:pt idx="41">
                  <c:v>Mala</c:v>
                </c:pt>
                <c:pt idx="42">
                  <c:v>Muy mala</c:v>
                </c:pt>
                <c:pt idx="44">
                  <c:v>Muy buena</c:v>
                </c:pt>
                <c:pt idx="45">
                  <c:v>Buena</c:v>
                </c:pt>
                <c:pt idx="46">
                  <c:v>Mala</c:v>
                </c:pt>
                <c:pt idx="47">
                  <c:v>Muy mala</c:v>
                </c:pt>
              </c:strCache>
            </c:strRef>
          </c:cat>
          <c:val>
            <c:numRef>
              <c:f>Sheet1!$C$57:$AX$57</c:f>
              <c:numCache>
                <c:formatCode>General</c:formatCode>
                <c:ptCount val="48"/>
                <c:pt idx="0" formatCode="0%">
                  <c:v>8.1754571346783194E-3</c:v>
                </c:pt>
                <c:pt idx="2" formatCode="0%">
                  <c:v>1.4204405050746991E-2</c:v>
                </c:pt>
                <c:pt idx="3" formatCode="0%">
                  <c:v>2.3221745222822897E-3</c:v>
                </c:pt>
                <c:pt idx="5" formatCode="0%">
                  <c:v>1.1383774052270212E-2</c:v>
                </c:pt>
                <c:pt idx="6" formatCode="0%">
                  <c:v>2.2921357744042472E-3</c:v>
                </c:pt>
                <c:pt idx="7" formatCode="0%">
                  <c:v>1.4334929200706437E-2</c:v>
                </c:pt>
                <c:pt idx="8" formatCode="0%">
                  <c:v>5.2892129929550703E-3</c:v>
                </c:pt>
                <c:pt idx="10" formatCode="0%">
                  <c:v>6.9218526899714646E-3</c:v>
                </c:pt>
                <c:pt idx="11" formatCode="0%">
                  <c:v>9.8623356234315875E-3</c:v>
                </c:pt>
                <c:pt idx="12" formatCode="0%">
                  <c:v>7.1159156532054711E-3</c:v>
                </c:pt>
                <c:pt idx="14" formatCode="0%">
                  <c:v>3.5189842679903705E-3</c:v>
                </c:pt>
                <c:pt idx="15" formatCode="0%">
                  <c:v>1.240805074568946E-2</c:v>
                </c:pt>
                <c:pt idx="16" formatCode="0%">
                  <c:v>6.0030591730456636E-3</c:v>
                </c:pt>
                <c:pt idx="17" formatCode="0%">
                  <c:v>3.13284687828096E-3</c:v>
                </c:pt>
                <c:pt idx="19" formatCode="0%">
                  <c:v>9.4139879154610129E-3</c:v>
                </c:pt>
                <c:pt idx="20" formatCode="0%">
                  <c:v>6.0888227682879912E-3</c:v>
                </c:pt>
                <c:pt idx="22" formatCode="0%">
                  <c:v>2.1380383398331957E-2</c:v>
                </c:pt>
                <c:pt idx="23" formatCode="0%">
                  <c:v>7.4487523703425139E-3</c:v>
                </c:pt>
                <c:pt idx="24" formatCode="0%">
                  <c:v>2.3278256121896129E-2</c:v>
                </c:pt>
                <c:pt idx="25" formatCode="0%">
                  <c:v>1.7011513691305804E-3</c:v>
                </c:pt>
                <c:pt idx="27" formatCode="0%">
                  <c:v>2.1110504007655229E-2</c:v>
                </c:pt>
                <c:pt idx="28" formatCode="0%">
                  <c:v>2.1901153956021759E-3</c:v>
                </c:pt>
                <c:pt idx="29" formatCode="0%">
                  <c:v>4.7661857001215857E-3</c:v>
                </c:pt>
                <c:pt idx="31" formatCode="0%">
                  <c:v>1.617720313747133E-5</c:v>
                </c:pt>
                <c:pt idx="32" formatCode="0%">
                  <c:v>1.2385472622566089E-2</c:v>
                </c:pt>
                <c:pt idx="33" formatCode="0%">
                  <c:v>9.7647416276204529E-5</c:v>
                </c:pt>
                <c:pt idx="34" formatCode="0%">
                  <c:v>0</c:v>
                </c:pt>
                <c:pt idx="36" formatCode="0%">
                  <c:v>1.3102968193004724E-4</c:v>
                </c:pt>
                <c:pt idx="37" formatCode="0%">
                  <c:v>1.9082418024891582E-2</c:v>
                </c:pt>
                <c:pt idx="39" formatCode="0%">
                  <c:v>0</c:v>
                </c:pt>
                <c:pt idx="40" formatCode="0%">
                  <c:v>1.1486603447596398E-4</c:v>
                </c:pt>
                <c:pt idx="41" formatCode="0%">
                  <c:v>4.986748657488597E-4</c:v>
                </c:pt>
                <c:pt idx="42" formatCode="0%">
                  <c:v>2.5159062235258503E-2</c:v>
                </c:pt>
                <c:pt idx="44" formatCode="0%">
                  <c:v>1.1984751990318607E-2</c:v>
                </c:pt>
                <c:pt idx="45" formatCode="0%">
                  <c:v>2.8115019500268967E-2</c:v>
                </c:pt>
                <c:pt idx="46" formatCode="0%">
                  <c:v>4.1684389824906002E-3</c:v>
                </c:pt>
                <c:pt idx="47" formatCode="0%">
                  <c:v>1.1542466898607244E-4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3762-4636-A29C-E4619025A81E}"/>
            </c:ext>
          </c:extLst>
        </c:ser>
        <c:ser>
          <c:idx val="7"/>
          <c:order val="7"/>
          <c:tx>
            <c:strRef>
              <c:f>Sheet1!$B$58</c:f>
              <c:strCache>
                <c:ptCount val="1"/>
                <c:pt idx="0">
                  <c:v>A otro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Sheet1!$C$50:$AX$50</c:f>
              <c:strCache>
                <c:ptCount val="48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No fui a votar</c:v>
                </c:pt>
                <c:pt idx="32">
                  <c:v>Sergio Massa</c:v>
                </c:pt>
                <c:pt idx="33">
                  <c:v>Javier Milei </c:v>
                </c:pt>
                <c:pt idx="34">
                  <c:v>Patricia Bullrich </c:v>
                </c:pt>
                <c:pt idx="36">
                  <c:v>Javier Milei</c:v>
                </c:pt>
                <c:pt idx="37">
                  <c:v>Sergio Massa</c:v>
                </c:pt>
                <c:pt idx="39">
                  <c:v>Muy buena</c:v>
                </c:pt>
                <c:pt idx="40">
                  <c:v>Buena</c:v>
                </c:pt>
                <c:pt idx="41">
                  <c:v>Mala</c:v>
                </c:pt>
                <c:pt idx="42">
                  <c:v>Muy mala</c:v>
                </c:pt>
                <c:pt idx="44">
                  <c:v>Muy buena</c:v>
                </c:pt>
                <c:pt idx="45">
                  <c:v>Buena</c:v>
                </c:pt>
                <c:pt idx="46">
                  <c:v>Mala</c:v>
                </c:pt>
                <c:pt idx="47">
                  <c:v>Muy mala</c:v>
                </c:pt>
              </c:strCache>
            </c:strRef>
          </c:cat>
          <c:val>
            <c:numRef>
              <c:f>Sheet1!$C$58:$AX$58</c:f>
              <c:numCache>
                <c:formatCode>General</c:formatCode>
                <c:ptCount val="48"/>
                <c:pt idx="0" formatCode="0%">
                  <c:v>1.0267107130106328E-2</c:v>
                </c:pt>
                <c:pt idx="2" formatCode="0%">
                  <c:v>1.1139964829738702E-2</c:v>
                </c:pt>
                <c:pt idx="3" formatCode="0%">
                  <c:v>9.422577816880438E-3</c:v>
                </c:pt>
                <c:pt idx="5" formatCode="0%">
                  <c:v>0</c:v>
                </c:pt>
                <c:pt idx="6" formatCode="0%">
                  <c:v>3.7909800535610044E-3</c:v>
                </c:pt>
                <c:pt idx="7" formatCode="0%">
                  <c:v>1.7568618656693125E-2</c:v>
                </c:pt>
                <c:pt idx="8" formatCode="0%">
                  <c:v>2.1348179298794304E-2</c:v>
                </c:pt>
                <c:pt idx="10" formatCode="0%">
                  <c:v>1.6158638533241825E-2</c:v>
                </c:pt>
                <c:pt idx="11" formatCode="0%">
                  <c:v>4.8864763616047928E-3</c:v>
                </c:pt>
                <c:pt idx="12" formatCode="0%">
                  <c:v>1.20228967339738E-2</c:v>
                </c:pt>
                <c:pt idx="14" formatCode="0%">
                  <c:v>5.1243077214305531E-3</c:v>
                </c:pt>
                <c:pt idx="15" formatCode="0%">
                  <c:v>1.3649890032498198E-2</c:v>
                </c:pt>
                <c:pt idx="16" formatCode="0%">
                  <c:v>1.1373328308091979E-2</c:v>
                </c:pt>
                <c:pt idx="17" formatCode="0%">
                  <c:v>5.6374265661863166E-3</c:v>
                </c:pt>
                <c:pt idx="19" formatCode="0%">
                  <c:v>1.2010181086869617E-2</c:v>
                </c:pt>
                <c:pt idx="20" formatCode="0%">
                  <c:v>7.3304356498515265E-3</c:v>
                </c:pt>
                <c:pt idx="22" formatCode="0%">
                  <c:v>3.5581674544879686E-3</c:v>
                </c:pt>
                <c:pt idx="23" formatCode="0%">
                  <c:v>1.240401416711974E-2</c:v>
                </c:pt>
                <c:pt idx="24" formatCode="0%">
                  <c:v>1.2078328535379011E-2</c:v>
                </c:pt>
                <c:pt idx="25" formatCode="0%">
                  <c:v>1.3879607796376352E-2</c:v>
                </c:pt>
                <c:pt idx="27" formatCode="0%">
                  <c:v>7.6121971202537412E-3</c:v>
                </c:pt>
                <c:pt idx="28" formatCode="0%">
                  <c:v>1.6145287133844537E-2</c:v>
                </c:pt>
                <c:pt idx="29" formatCode="0%">
                  <c:v>1.0549334626910751E-2</c:v>
                </c:pt>
                <c:pt idx="31" formatCode="0%">
                  <c:v>7.3276074066986174E-3</c:v>
                </c:pt>
                <c:pt idx="32" formatCode="0%">
                  <c:v>1.217649037077608E-3</c:v>
                </c:pt>
                <c:pt idx="33" formatCode="0%">
                  <c:v>1.9991980746153139E-2</c:v>
                </c:pt>
                <c:pt idx="34" formatCode="0%">
                  <c:v>1.8201936310500048E-2</c:v>
                </c:pt>
                <c:pt idx="36" formatCode="0%">
                  <c:v>1.9490450106784449E-2</c:v>
                </c:pt>
                <c:pt idx="37" formatCode="0%">
                  <c:v>1.2788554462472819E-3</c:v>
                </c:pt>
                <c:pt idx="39" formatCode="0%">
                  <c:v>3.2798653617084274E-3</c:v>
                </c:pt>
                <c:pt idx="40" formatCode="0%">
                  <c:v>3.760232545830041E-2</c:v>
                </c:pt>
                <c:pt idx="41" formatCode="0%">
                  <c:v>1.3845624908655108E-3</c:v>
                </c:pt>
                <c:pt idx="42" formatCode="0%">
                  <c:v>4.8760330907196368E-3</c:v>
                </c:pt>
                <c:pt idx="44" formatCode="0%">
                  <c:v>4.2024745545385877E-4</c:v>
                </c:pt>
                <c:pt idx="45" formatCode="0%">
                  <c:v>2.8109824187977465E-3</c:v>
                </c:pt>
                <c:pt idx="46" formatCode="0%">
                  <c:v>3.008808264125452E-2</c:v>
                </c:pt>
                <c:pt idx="47" formatCode="0%">
                  <c:v>1.1940401512467901E-2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762-4636-A29C-E4619025A81E}"/>
            </c:ext>
          </c:extLst>
        </c:ser>
        <c:ser>
          <c:idx val="8"/>
          <c:order val="8"/>
          <c:tx>
            <c:strRef>
              <c:f>Sheet1!$B$59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Sheet1!$C$50:$AX$50</c:f>
              <c:strCache>
                <c:ptCount val="48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No fui a votar</c:v>
                </c:pt>
                <c:pt idx="32">
                  <c:v>Sergio Massa</c:v>
                </c:pt>
                <c:pt idx="33">
                  <c:v>Javier Milei </c:v>
                </c:pt>
                <c:pt idx="34">
                  <c:v>Patricia Bullrich </c:v>
                </c:pt>
                <c:pt idx="36">
                  <c:v>Javier Milei</c:v>
                </c:pt>
                <c:pt idx="37">
                  <c:v>Sergio Massa</c:v>
                </c:pt>
                <c:pt idx="39">
                  <c:v>Muy buena</c:v>
                </c:pt>
                <c:pt idx="40">
                  <c:v>Buena</c:v>
                </c:pt>
                <c:pt idx="41">
                  <c:v>Mala</c:v>
                </c:pt>
                <c:pt idx="42">
                  <c:v>Muy mala</c:v>
                </c:pt>
                <c:pt idx="44">
                  <c:v>Muy buena</c:v>
                </c:pt>
                <c:pt idx="45">
                  <c:v>Buena</c:v>
                </c:pt>
                <c:pt idx="46">
                  <c:v>Mala</c:v>
                </c:pt>
                <c:pt idx="47">
                  <c:v>Muy mala</c:v>
                </c:pt>
              </c:strCache>
            </c:strRef>
          </c:cat>
          <c:val>
            <c:numRef>
              <c:f>Sheet1!$C$59:$AX$59</c:f>
              <c:numCache>
                <c:formatCode>General</c:formatCode>
                <c:ptCount val="48"/>
                <c:pt idx="0" formatCode="0%">
                  <c:v>3.7618917741571424E-2</c:v>
                </c:pt>
                <c:pt idx="2" formatCode="0%">
                  <c:v>3.3705820417074754E-2</c:v>
                </c:pt>
                <c:pt idx="3" formatCode="0%">
                  <c:v>4.1391595516546191E-2</c:v>
                </c:pt>
                <c:pt idx="5" formatCode="0%">
                  <c:v>2.9934226746138781E-2</c:v>
                </c:pt>
                <c:pt idx="6" formatCode="0%">
                  <c:v>6.7043649010230674E-2</c:v>
                </c:pt>
                <c:pt idx="7" formatCode="0%">
                  <c:v>7.7275808168921064E-3</c:v>
                </c:pt>
                <c:pt idx="8" formatCode="0%">
                  <c:v>4.2154099767159281E-2</c:v>
                </c:pt>
                <c:pt idx="10" formatCode="0%">
                  <c:v>2.6060020984042042E-2</c:v>
                </c:pt>
                <c:pt idx="11" formatCode="0%">
                  <c:v>3.8012492555457918E-2</c:v>
                </c:pt>
                <c:pt idx="12" formatCode="0%">
                  <c:v>4.703654542449473E-2</c:v>
                </c:pt>
                <c:pt idx="14" formatCode="0%">
                  <c:v>2.8270766587186431E-2</c:v>
                </c:pt>
                <c:pt idx="15" formatCode="0%">
                  <c:v>4.8305672681864829E-2</c:v>
                </c:pt>
                <c:pt idx="16" formatCode="0%">
                  <c:v>2.0894045362110213E-2</c:v>
                </c:pt>
                <c:pt idx="17" formatCode="0%">
                  <c:v>3.1096537365434697E-2</c:v>
                </c:pt>
                <c:pt idx="19" formatCode="0%">
                  <c:v>2.7329478416140401E-2</c:v>
                </c:pt>
                <c:pt idx="20" formatCode="0%">
                  <c:v>5.4954213755582577E-2</c:v>
                </c:pt>
                <c:pt idx="22" formatCode="0%">
                  <c:v>3.0049563692464381E-3</c:v>
                </c:pt>
                <c:pt idx="23" formatCode="0%">
                  <c:v>2.7057154565153042E-2</c:v>
                </c:pt>
                <c:pt idx="24" formatCode="0%">
                  <c:v>0.13539292649078824</c:v>
                </c:pt>
                <c:pt idx="25" formatCode="0%">
                  <c:v>3.0095188423151068E-2</c:v>
                </c:pt>
                <c:pt idx="27" formatCode="0%">
                  <c:v>4.0973149569306401E-2</c:v>
                </c:pt>
                <c:pt idx="28" formatCode="0%">
                  <c:v>2.4564473521395278E-2</c:v>
                </c:pt>
                <c:pt idx="29" formatCode="0%">
                  <c:v>4.9575856388801777E-2</c:v>
                </c:pt>
                <c:pt idx="31" formatCode="0%">
                  <c:v>5.4868474815629904E-2</c:v>
                </c:pt>
                <c:pt idx="32" formatCode="0%">
                  <c:v>3.8947150902181947E-2</c:v>
                </c:pt>
                <c:pt idx="33" formatCode="0%">
                  <c:v>6.7916159514648869E-3</c:v>
                </c:pt>
                <c:pt idx="34" formatCode="0%">
                  <c:v>2.4220354833160519E-2</c:v>
                </c:pt>
                <c:pt idx="36" formatCode="0%">
                  <c:v>1.7878699559327083E-2</c:v>
                </c:pt>
                <c:pt idx="37" formatCode="0%">
                  <c:v>3.3036930850313721E-2</c:v>
                </c:pt>
                <c:pt idx="39" formatCode="0%">
                  <c:v>4.4729233153499998E-2</c:v>
                </c:pt>
                <c:pt idx="40" formatCode="0%">
                  <c:v>7.9196399906759737E-2</c:v>
                </c:pt>
                <c:pt idx="41" formatCode="0%">
                  <c:v>1.3459451317862739E-2</c:v>
                </c:pt>
                <c:pt idx="42" formatCode="0%">
                  <c:v>1.6533608606305632E-2</c:v>
                </c:pt>
                <c:pt idx="44" formatCode="0%">
                  <c:v>1.6142942995754947E-3</c:v>
                </c:pt>
                <c:pt idx="45" formatCode="0%">
                  <c:v>2.4722068073655578E-2</c:v>
                </c:pt>
                <c:pt idx="46" formatCode="0%">
                  <c:v>4.1833799014853762E-2</c:v>
                </c:pt>
                <c:pt idx="47" formatCode="0%">
                  <c:v>5.0102176327338273E-2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3762-4636-A29C-E4619025A8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68792"/>
        <c:axId val="390683688"/>
      </c:barChart>
      <c:catAx>
        <c:axId val="390668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18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83688"/>
        <c:crosses val="autoZero"/>
        <c:auto val="1"/>
        <c:lblAlgn val="ctr"/>
        <c:lblOffset val="100"/>
        <c:noMultiLvlLbl val="0"/>
      </c:catAx>
      <c:valAx>
        <c:axId val="39068368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68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9.3123323489032028E-3"/>
          <c:y val="1.0653976268813896E-2"/>
          <c:w val="0.99068766765109684"/>
          <c:h val="0.10338501985531719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Sheet1!$B$158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Sheet1!$C$157:$BE$157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Sheet1!$C$158:$BE$158</c:f>
              <c:numCache>
                <c:formatCode>General</c:formatCode>
                <c:ptCount val="55"/>
                <c:pt idx="0" formatCode="0%">
                  <c:v>0.3296256425995972</c:v>
                </c:pt>
                <c:pt idx="2" formatCode="0%">
                  <c:v>0.29045097684807475</c:v>
                </c:pt>
                <c:pt idx="3" formatCode="0%">
                  <c:v>0.37238665979004909</c:v>
                </c:pt>
                <c:pt idx="5" formatCode="0%">
                  <c:v>0.2245389800108773</c:v>
                </c:pt>
                <c:pt idx="6" formatCode="0%">
                  <c:v>0.48099873284291206</c:v>
                </c:pt>
                <c:pt idx="7" formatCode="0%">
                  <c:v>0.36253945214468958</c:v>
                </c:pt>
                <c:pt idx="8" formatCode="0%">
                  <c:v>0.23472397618859428</c:v>
                </c:pt>
                <c:pt idx="10" formatCode="0%">
                  <c:v>0.374452037444928</c:v>
                </c:pt>
                <c:pt idx="11" formatCode="0%">
                  <c:v>0.23776875746588627</c:v>
                </c:pt>
                <c:pt idx="12" formatCode="0%">
                  <c:v>0.39863367852258824</c:v>
                </c:pt>
                <c:pt idx="14" formatCode="0%">
                  <c:v>0.29138548837931155</c:v>
                </c:pt>
                <c:pt idx="15" formatCode="0%">
                  <c:v>0.29925182899595565</c:v>
                </c:pt>
                <c:pt idx="16" formatCode="0%">
                  <c:v>0.39322814940295475</c:v>
                </c:pt>
                <c:pt idx="17" formatCode="0%">
                  <c:v>0.40825878975830937</c:v>
                </c:pt>
                <c:pt idx="19" formatCode="0%">
                  <c:v>0.2734108358979539</c:v>
                </c:pt>
                <c:pt idx="20" formatCode="0%">
                  <c:v>0.40699436095022512</c:v>
                </c:pt>
                <c:pt idx="22" formatCode="0%">
                  <c:v>0.21797601429079372</c:v>
                </c:pt>
                <c:pt idx="23" formatCode="0%">
                  <c:v>0.27684212589065926</c:v>
                </c:pt>
                <c:pt idx="24" formatCode="0%">
                  <c:v>0.43349932170262467</c:v>
                </c:pt>
                <c:pt idx="25" formatCode="0%">
                  <c:v>0.36589950506159191</c:v>
                </c:pt>
                <c:pt idx="27" formatCode="0%">
                  <c:v>0.27675147776764242</c:v>
                </c:pt>
                <c:pt idx="28" formatCode="0%">
                  <c:v>0.29759504692110345</c:v>
                </c:pt>
                <c:pt idx="29" formatCode="0%">
                  <c:v>0.40571158536259228</c:v>
                </c:pt>
                <c:pt idx="31" formatCode="0%">
                  <c:v>0.35250460051166577</c:v>
                </c:pt>
                <c:pt idx="32" formatCode="0%">
                  <c:v>3.2009864293056751E-2</c:v>
                </c:pt>
                <c:pt idx="33" formatCode="0%">
                  <c:v>1.540749845151004E-2</c:v>
                </c:pt>
                <c:pt idx="34" formatCode="0%">
                  <c:v>0.29850049920278199</c:v>
                </c:pt>
                <c:pt idx="35" formatCode="0%">
                  <c:v>2.7398961542259345E-2</c:v>
                </c:pt>
                <c:pt idx="36" formatCode="0%">
                  <c:v>0.85290100345450026</c:v>
                </c:pt>
                <c:pt idx="38" formatCode="0%">
                  <c:v>0.13653224600559244</c:v>
                </c:pt>
                <c:pt idx="39" formatCode="0%">
                  <c:v>0.10624491330035285</c:v>
                </c:pt>
                <c:pt idx="40" formatCode="0%">
                  <c:v>0.69811094035696475</c:v>
                </c:pt>
                <c:pt idx="41" formatCode="0%">
                  <c:v>0.55274320995965431</c:v>
                </c:pt>
                <c:pt idx="43" formatCode="0%">
                  <c:v>0.59499553802787297</c:v>
                </c:pt>
                <c:pt idx="44" formatCode="0%">
                  <c:v>0.12388249907328294</c:v>
                </c:pt>
                <c:pt idx="46" formatCode="0%">
                  <c:v>0.94752685413527971</c:v>
                </c:pt>
                <c:pt idx="47" formatCode="0%">
                  <c:v>0.26765170404323835</c:v>
                </c:pt>
                <c:pt idx="48" formatCode="0%">
                  <c:v>1.3697691520693231E-3</c:v>
                </c:pt>
                <c:pt idx="49" formatCode="0%">
                  <c:v>0</c:v>
                </c:pt>
                <c:pt idx="51" formatCode="0%">
                  <c:v>1.2096527158269792E-2</c:v>
                </c:pt>
                <c:pt idx="52" formatCode="0%">
                  <c:v>3.2254858483502201E-2</c:v>
                </c:pt>
                <c:pt idx="53" formatCode="0%">
                  <c:v>8.8836530873240574E-2</c:v>
                </c:pt>
                <c:pt idx="54" formatCode="0%">
                  <c:v>0.64344495364663468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Sheet1!$B$159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Sheet1!$C$157:$BE$157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Sheet1!$C$159:$BE$159</c:f>
              <c:numCache>
                <c:formatCode>General</c:formatCode>
                <c:ptCount val="55"/>
                <c:pt idx="0" formatCode="0%">
                  <c:v>0.18665946664503302</c:v>
                </c:pt>
                <c:pt idx="2" formatCode="0%">
                  <c:v>0.20032872028172263</c:v>
                </c:pt>
                <c:pt idx="3" formatCode="0%">
                  <c:v>0.17173548243020234</c:v>
                </c:pt>
                <c:pt idx="5" formatCode="0%">
                  <c:v>0.24635887676977519</c:v>
                </c:pt>
                <c:pt idx="6" formatCode="0%">
                  <c:v>0.19876747372362405</c:v>
                </c:pt>
                <c:pt idx="7" formatCode="0%">
                  <c:v>0.13718409902485126</c:v>
                </c:pt>
                <c:pt idx="8" formatCode="0%">
                  <c:v>0.17272782887985244</c:v>
                </c:pt>
                <c:pt idx="10" formatCode="0%">
                  <c:v>0.11088798188557304</c:v>
                </c:pt>
                <c:pt idx="11" formatCode="0%">
                  <c:v>0.2458241320699743</c:v>
                </c:pt>
                <c:pt idx="12" formatCode="0%">
                  <c:v>0.1788327584894886</c:v>
                </c:pt>
                <c:pt idx="14" formatCode="0%">
                  <c:v>0.16325436231190238</c:v>
                </c:pt>
                <c:pt idx="15" formatCode="0%">
                  <c:v>0.20206054844616264</c:v>
                </c:pt>
                <c:pt idx="16" formatCode="0%">
                  <c:v>0.20025314690237092</c:v>
                </c:pt>
                <c:pt idx="17" formatCode="0%">
                  <c:v>9.6365906585362301E-2</c:v>
                </c:pt>
                <c:pt idx="19" formatCode="0%">
                  <c:v>0.20075036595022458</c:v>
                </c:pt>
                <c:pt idx="20" formatCode="0%">
                  <c:v>0.16726609177430596</c:v>
                </c:pt>
                <c:pt idx="22" formatCode="0%">
                  <c:v>0.25307959719320133</c:v>
                </c:pt>
                <c:pt idx="23" formatCode="0%">
                  <c:v>0.19686626208976701</c:v>
                </c:pt>
                <c:pt idx="24" formatCode="0%">
                  <c:v>0.32978788103416762</c:v>
                </c:pt>
                <c:pt idx="25" formatCode="0%">
                  <c:v>0.13288238824331638</c:v>
                </c:pt>
                <c:pt idx="27" formatCode="0%">
                  <c:v>0.21645175636868008</c:v>
                </c:pt>
                <c:pt idx="28" formatCode="0%">
                  <c:v>0.20260868136619214</c:v>
                </c:pt>
                <c:pt idx="29" formatCode="0%">
                  <c:v>0.18233760279553451</c:v>
                </c:pt>
                <c:pt idx="31" formatCode="0%">
                  <c:v>0.26638218129092051</c:v>
                </c:pt>
                <c:pt idx="32" formatCode="0%">
                  <c:v>1.1817498979018822E-2</c:v>
                </c:pt>
                <c:pt idx="33" formatCode="0%">
                  <c:v>1.1032868941388895E-2</c:v>
                </c:pt>
                <c:pt idx="34" formatCode="0%">
                  <c:v>0.60401613915168084</c:v>
                </c:pt>
                <c:pt idx="35" formatCode="0%">
                  <c:v>0.39825352399276603</c:v>
                </c:pt>
                <c:pt idx="36" formatCode="0%">
                  <c:v>0.10019207956276401</c:v>
                </c:pt>
                <c:pt idx="38" formatCode="0%">
                  <c:v>0.375918797193177</c:v>
                </c:pt>
                <c:pt idx="39" formatCode="0%">
                  <c:v>3.5303056996997505E-2</c:v>
                </c:pt>
                <c:pt idx="40" formatCode="0%">
                  <c:v>0.1583506094696488</c:v>
                </c:pt>
                <c:pt idx="41" formatCode="0%">
                  <c:v>0.30106778198011802</c:v>
                </c:pt>
                <c:pt idx="43" formatCode="0%">
                  <c:v>0.2672147484280234</c:v>
                </c:pt>
                <c:pt idx="44" formatCode="0%">
                  <c:v>2.4685174467143679E-2</c:v>
                </c:pt>
                <c:pt idx="46" formatCode="0%">
                  <c:v>4.5039704509744143E-2</c:v>
                </c:pt>
                <c:pt idx="47" formatCode="0%">
                  <c:v>0.66493098562751807</c:v>
                </c:pt>
                <c:pt idx="48" formatCode="0%">
                  <c:v>7.4692788038637145E-2</c:v>
                </c:pt>
                <c:pt idx="49" formatCode="0%">
                  <c:v>1.208150968177554E-3</c:v>
                </c:pt>
                <c:pt idx="51" formatCode="0%">
                  <c:v>2.4226203541907378E-3</c:v>
                </c:pt>
                <c:pt idx="52" formatCode="0%">
                  <c:v>3.5700966551197595E-2</c:v>
                </c:pt>
                <c:pt idx="53" formatCode="0%">
                  <c:v>0.30526029879127653</c:v>
                </c:pt>
                <c:pt idx="54" formatCode="0%">
                  <c:v>0.28791413768094742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Sheet1!$B$160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Sheet1!$C$157:$BE$157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Sheet1!$C$160:$BE$160</c:f>
              <c:numCache>
                <c:formatCode>General</c:formatCode>
                <c:ptCount val="55"/>
                <c:pt idx="0" formatCode="0%">
                  <c:v>5.1039159598249804E-2</c:v>
                </c:pt>
                <c:pt idx="2" formatCode="0%">
                  <c:v>7.8116199512689929E-2</c:v>
                </c:pt>
                <c:pt idx="3" formatCode="0%">
                  <c:v>2.1453943424479843E-2</c:v>
                </c:pt>
                <c:pt idx="5" formatCode="0%">
                  <c:v>3.7945301642083706E-2</c:v>
                </c:pt>
                <c:pt idx="6" formatCode="0%">
                  <c:v>5.8098641353998122E-2</c:v>
                </c:pt>
                <c:pt idx="7" formatCode="0%">
                  <c:v>5.9138817683163397E-2</c:v>
                </c:pt>
                <c:pt idx="8" formatCode="0%">
                  <c:v>4.7059901847837947E-2</c:v>
                </c:pt>
                <c:pt idx="10" formatCode="0%">
                  <c:v>7.9360806697998554E-2</c:v>
                </c:pt>
                <c:pt idx="11" formatCode="0%">
                  <c:v>5.8866382682856239E-2</c:v>
                </c:pt>
                <c:pt idx="12" formatCode="0%">
                  <c:v>2.0061312189495424E-2</c:v>
                </c:pt>
                <c:pt idx="14" formatCode="0%">
                  <c:v>8.4795283515388689E-2</c:v>
                </c:pt>
                <c:pt idx="15" formatCode="0%">
                  <c:v>4.8579488036664224E-2</c:v>
                </c:pt>
                <c:pt idx="16" formatCode="0%">
                  <c:v>2.4723286270584888E-2</c:v>
                </c:pt>
                <c:pt idx="17" formatCode="0%">
                  <c:v>6.3920972594003492E-2</c:v>
                </c:pt>
                <c:pt idx="19" formatCode="0%">
                  <c:v>4.5629170663937145E-2</c:v>
                </c:pt>
                <c:pt idx="20" formatCode="0%">
                  <c:v>5.8484954304266569E-2</c:v>
                </c:pt>
                <c:pt idx="22" formatCode="0%">
                  <c:v>6.6994111161646511E-2</c:v>
                </c:pt>
                <c:pt idx="23" formatCode="0%">
                  <c:v>7.3623375585519027E-2</c:v>
                </c:pt>
                <c:pt idx="24" formatCode="0%">
                  <c:v>1.2110099337046199E-2</c:v>
                </c:pt>
                <c:pt idx="25" formatCode="0%">
                  <c:v>6.0827493633796657E-2</c:v>
                </c:pt>
                <c:pt idx="27" formatCode="0%">
                  <c:v>4.2509923587904418E-2</c:v>
                </c:pt>
                <c:pt idx="28" formatCode="0%">
                  <c:v>8.3721254453886576E-2</c:v>
                </c:pt>
                <c:pt idx="29" formatCode="0%">
                  <c:v>5.1932396176969486E-2</c:v>
                </c:pt>
                <c:pt idx="31" formatCode="0%">
                  <c:v>0.13286097976523822</c:v>
                </c:pt>
                <c:pt idx="32" formatCode="0%">
                  <c:v>7.6518238164323378E-3</c:v>
                </c:pt>
                <c:pt idx="33" formatCode="0%">
                  <c:v>4.9176166556867719E-2</c:v>
                </c:pt>
                <c:pt idx="34" formatCode="0%">
                  <c:v>7.1412125339308269E-2</c:v>
                </c:pt>
                <c:pt idx="35" formatCode="0%">
                  <c:v>8.4890456897698165E-3</c:v>
                </c:pt>
                <c:pt idx="36" formatCode="0%">
                  <c:v>1.3780416971341053E-4</c:v>
                </c:pt>
                <c:pt idx="38" formatCode="0%">
                  <c:v>0.10214209870160636</c:v>
                </c:pt>
                <c:pt idx="39" formatCode="0%">
                  <c:v>4.4311167286821496E-2</c:v>
                </c:pt>
                <c:pt idx="40" formatCode="0%">
                  <c:v>1.7819546046911619E-2</c:v>
                </c:pt>
                <c:pt idx="41" formatCode="0%">
                  <c:v>5.5938471731164299E-2</c:v>
                </c:pt>
                <c:pt idx="43" formatCode="0%">
                  <c:v>2.9746087316224905E-2</c:v>
                </c:pt>
                <c:pt idx="44" formatCode="0%">
                  <c:v>4.3320665873260937E-2</c:v>
                </c:pt>
                <c:pt idx="46" formatCode="0%">
                  <c:v>5.7137419262160436E-3</c:v>
                </c:pt>
                <c:pt idx="47" formatCode="0%">
                  <c:v>1.83860558292833E-2</c:v>
                </c:pt>
                <c:pt idx="48" formatCode="0%">
                  <c:v>0.26709152097432182</c:v>
                </c:pt>
                <c:pt idx="49" formatCode="0%">
                  <c:v>2.2596990819176016E-2</c:v>
                </c:pt>
                <c:pt idx="51" formatCode="0%">
                  <c:v>1.2832510085606373E-2</c:v>
                </c:pt>
                <c:pt idx="52" formatCode="0%">
                  <c:v>8.3327238626376504E-2</c:v>
                </c:pt>
                <c:pt idx="53" formatCode="0%">
                  <c:v>0.18871277508053036</c:v>
                </c:pt>
                <c:pt idx="54" formatCode="0%">
                  <c:v>1.4764610196789631E-2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Sheet1!$B$161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Sheet1!$C$157:$BE$157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Sheet1!$C$161:$BE$161</c:f>
              <c:numCache>
                <c:formatCode>General</c:formatCode>
                <c:ptCount val="55"/>
                <c:pt idx="0" formatCode="0%">
                  <c:v>0.41152780396113181</c:v>
                </c:pt>
                <c:pt idx="2" formatCode="0%">
                  <c:v>0.42048633508932004</c:v>
                </c:pt>
                <c:pt idx="3" formatCode="0%">
                  <c:v>0.40176748175048388</c:v>
                </c:pt>
                <c:pt idx="5" formatCode="0%">
                  <c:v>0.48319327262497569</c:v>
                </c:pt>
                <c:pt idx="6" formatCode="0%">
                  <c:v>0.24822099020559038</c:v>
                </c:pt>
                <c:pt idx="7" formatCode="0%">
                  <c:v>0.41707425089054945</c:v>
                </c:pt>
                <c:pt idx="8" formatCode="0%">
                  <c:v>0.50802889425170672</c:v>
                </c:pt>
                <c:pt idx="10" formatCode="0%">
                  <c:v>0.40987908932870615</c:v>
                </c:pt>
                <c:pt idx="11" formatCode="0%">
                  <c:v>0.44058537201829645</c:v>
                </c:pt>
                <c:pt idx="12" formatCode="0%">
                  <c:v>0.37991293715921404</c:v>
                </c:pt>
                <c:pt idx="14" formatCode="0%">
                  <c:v>0.44558888759846071</c:v>
                </c:pt>
                <c:pt idx="15" formatCode="0%">
                  <c:v>0.43209364277318429</c:v>
                </c:pt>
                <c:pt idx="16" formatCode="0%">
                  <c:v>0.35378220478391953</c:v>
                </c:pt>
                <c:pt idx="17" formatCode="0%">
                  <c:v>0.4314302871326649</c:v>
                </c:pt>
                <c:pt idx="19" formatCode="0%">
                  <c:v>0.46209569762425445</c:v>
                </c:pt>
                <c:pt idx="20" formatCode="0%">
                  <c:v>0.34193096014076113</c:v>
                </c:pt>
                <c:pt idx="22" formatCode="0%">
                  <c:v>0.44454878059882641</c:v>
                </c:pt>
                <c:pt idx="23" formatCode="0%">
                  <c:v>0.44433666015683487</c:v>
                </c:pt>
                <c:pt idx="24" formatCode="0%">
                  <c:v>0.21271359151041822</c:v>
                </c:pt>
                <c:pt idx="25" formatCode="0%">
                  <c:v>0.40140903759576468</c:v>
                </c:pt>
                <c:pt idx="27" formatCode="0%">
                  <c:v>0.45358716460034748</c:v>
                </c:pt>
                <c:pt idx="28" formatCode="0%">
                  <c:v>0.39458459469682305</c:v>
                </c:pt>
                <c:pt idx="29" formatCode="0%">
                  <c:v>0.32272040742135599</c:v>
                </c:pt>
                <c:pt idx="31" formatCode="0%">
                  <c:v>0.20747836525154373</c:v>
                </c:pt>
                <c:pt idx="32" formatCode="0%">
                  <c:v>0.94529933928751919</c:v>
                </c:pt>
                <c:pt idx="33" formatCode="0%">
                  <c:v>0.91102712129797392</c:v>
                </c:pt>
                <c:pt idx="34" formatCode="0%">
                  <c:v>2.4920012150128946E-2</c:v>
                </c:pt>
                <c:pt idx="35" formatCode="0%">
                  <c:v>0.56031565236959879</c:v>
                </c:pt>
                <c:pt idx="36" formatCode="0%">
                  <c:v>4.6769112813022505E-2</c:v>
                </c:pt>
                <c:pt idx="38" formatCode="0%">
                  <c:v>0.36779191407587836</c:v>
                </c:pt>
                <c:pt idx="39" formatCode="0%">
                  <c:v>0.80394208009989054</c:v>
                </c:pt>
                <c:pt idx="40" formatCode="0%">
                  <c:v>0.12161631422603564</c:v>
                </c:pt>
                <c:pt idx="41" formatCode="0%">
                  <c:v>3.589714094807403E-2</c:v>
                </c:pt>
                <c:pt idx="43" formatCode="0%">
                  <c:v>9.1723808112798566E-2</c:v>
                </c:pt>
                <c:pt idx="44" formatCode="0%">
                  <c:v>0.79486969360564141</c:v>
                </c:pt>
                <c:pt idx="46" formatCode="0%">
                  <c:v>1.5499108152902061E-3</c:v>
                </c:pt>
                <c:pt idx="47" formatCode="0%">
                  <c:v>4.2058063277531877E-3</c:v>
                </c:pt>
                <c:pt idx="48" formatCode="0%">
                  <c:v>0.64026862534821727</c:v>
                </c:pt>
                <c:pt idx="49" formatCode="0%">
                  <c:v>0.96076340420846473</c:v>
                </c:pt>
                <c:pt idx="51" formatCode="0%">
                  <c:v>0.9726483424019331</c:v>
                </c:pt>
                <c:pt idx="52" formatCode="0%">
                  <c:v>0.81694668083010735</c:v>
                </c:pt>
                <c:pt idx="53" formatCode="0%">
                  <c:v>0.37430610745973442</c:v>
                </c:pt>
                <c:pt idx="54" formatCode="0%">
                  <c:v>4.497772378644585E-2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Sheet1!$B$162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Sheet1!$C$157:$BE$157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Sheet1!$C$162:$BE$162</c:f>
              <c:numCache>
                <c:formatCode>General</c:formatCode>
                <c:ptCount val="55"/>
                <c:pt idx="0" formatCode="0%">
                  <c:v>2.1147927195988493E-2</c:v>
                </c:pt>
                <c:pt idx="2" formatCode="0%">
                  <c:v>1.0617768268193726E-2</c:v>
                </c:pt>
                <c:pt idx="3" formatCode="0%">
                  <c:v>3.2656432604783792E-2</c:v>
                </c:pt>
                <c:pt idx="5" formatCode="0%">
                  <c:v>7.9635689522883323E-3</c:v>
                </c:pt>
                <c:pt idx="6" formatCode="0%">
                  <c:v>1.3914161873875017E-2</c:v>
                </c:pt>
                <c:pt idx="7" formatCode="0%">
                  <c:v>2.4063380256745783E-2</c:v>
                </c:pt>
                <c:pt idx="8" formatCode="0%">
                  <c:v>3.7459398832007683E-2</c:v>
                </c:pt>
                <c:pt idx="10" formatCode="0%">
                  <c:v>2.5420084642793491E-2</c:v>
                </c:pt>
                <c:pt idx="11" formatCode="0%">
                  <c:v>1.6955355762985798E-2</c:v>
                </c:pt>
                <c:pt idx="12" formatCode="0%">
                  <c:v>2.2559313639213527E-2</c:v>
                </c:pt>
                <c:pt idx="14" formatCode="0%">
                  <c:v>1.4975978194935931E-2</c:v>
                </c:pt>
                <c:pt idx="15" formatCode="0%">
                  <c:v>1.8014491748032564E-2</c:v>
                </c:pt>
                <c:pt idx="16" formatCode="0%">
                  <c:v>2.8013212640170104E-2</c:v>
                </c:pt>
                <c:pt idx="17" formatCode="0%">
                  <c:v>2.4043929660094712E-5</c:v>
                </c:pt>
                <c:pt idx="19" formatCode="0%">
                  <c:v>1.8113929863631001E-2</c:v>
                </c:pt>
                <c:pt idx="20" formatCode="0%">
                  <c:v>2.5323632830441228E-2</c:v>
                </c:pt>
                <c:pt idx="22" formatCode="0%">
                  <c:v>1.7401496755532011E-2</c:v>
                </c:pt>
                <c:pt idx="23" formatCode="0%">
                  <c:v>8.3315762772197752E-3</c:v>
                </c:pt>
                <c:pt idx="24" formatCode="0%">
                  <c:v>1.1889106415743065E-2</c:v>
                </c:pt>
                <c:pt idx="25" formatCode="0%">
                  <c:v>3.8981575465530487E-2</c:v>
                </c:pt>
                <c:pt idx="27" formatCode="0%">
                  <c:v>1.0699677675425045E-2</c:v>
                </c:pt>
                <c:pt idx="28" formatCode="0%">
                  <c:v>2.1490422561994748E-2</c:v>
                </c:pt>
                <c:pt idx="29" formatCode="0%">
                  <c:v>3.7298008243547558E-2</c:v>
                </c:pt>
                <c:pt idx="31" formatCode="0%">
                  <c:v>4.0773873180631331E-2</c:v>
                </c:pt>
                <c:pt idx="32" formatCode="0%">
                  <c:v>3.2214736239728086E-3</c:v>
                </c:pt>
                <c:pt idx="33" formatCode="0%">
                  <c:v>1.3356344752259143E-2</c:v>
                </c:pt>
                <c:pt idx="34" formatCode="0%">
                  <c:v>1.1512241560994803E-3</c:v>
                </c:pt>
                <c:pt idx="35" formatCode="0%">
                  <c:v>5.5428164056057876E-3</c:v>
                </c:pt>
                <c:pt idx="36" formatCode="0%">
                  <c:v>0</c:v>
                </c:pt>
                <c:pt idx="38" formatCode="0%">
                  <c:v>1.7614944023745725E-2</c:v>
                </c:pt>
                <c:pt idx="39" formatCode="0%">
                  <c:v>1.0198782315938494E-2</c:v>
                </c:pt>
                <c:pt idx="40" formatCode="0%">
                  <c:v>4.102589900438873E-3</c:v>
                </c:pt>
                <c:pt idx="41" formatCode="0%">
                  <c:v>5.4353395380989176E-2</c:v>
                </c:pt>
                <c:pt idx="43" formatCode="0%">
                  <c:v>1.6319818115079984E-2</c:v>
                </c:pt>
                <c:pt idx="44" formatCode="0%">
                  <c:v>1.3241966980672008E-2</c:v>
                </c:pt>
                <c:pt idx="46" formatCode="0%">
                  <c:v>1.6978861346962713E-4</c:v>
                </c:pt>
                <c:pt idx="47" formatCode="0%">
                  <c:v>4.4825448172206642E-2</c:v>
                </c:pt>
                <c:pt idx="48" formatCode="0%">
                  <c:v>1.6577296486754264E-2</c:v>
                </c:pt>
                <c:pt idx="49" formatCode="0%">
                  <c:v>1.5431454004182303E-2</c:v>
                </c:pt>
                <c:pt idx="51" formatCode="0%">
                  <c:v>0</c:v>
                </c:pt>
                <c:pt idx="52" formatCode="0%">
                  <c:v>3.1770255508816576E-2</c:v>
                </c:pt>
                <c:pt idx="53" formatCode="0%">
                  <c:v>4.2884287795218273E-2</c:v>
                </c:pt>
                <c:pt idx="54" formatCode="0%">
                  <c:v>8.898574689181522E-3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77024"/>
        <c:axId val="390677416"/>
      </c:barChart>
      <c:catAx>
        <c:axId val="390677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77416"/>
        <c:crosses val="autoZero"/>
        <c:auto val="1"/>
        <c:lblAlgn val="ctr"/>
        <c:lblOffset val="100"/>
        <c:noMultiLvlLbl val="0"/>
      </c:catAx>
      <c:valAx>
        <c:axId val="39067741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77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Sheet1!$B$165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Sheet1!$C$164:$BE$164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Sheet1!$C$165:$BE$165</c:f>
              <c:numCache>
                <c:formatCode>General</c:formatCode>
                <c:ptCount val="55"/>
                <c:pt idx="0" formatCode="0%">
                  <c:v>0.14167100880587841</c:v>
                </c:pt>
                <c:pt idx="2" formatCode="0%">
                  <c:v>8.1608675234037434E-2</c:v>
                </c:pt>
                <c:pt idx="3" formatCode="0%">
                  <c:v>0.20599850646273549</c:v>
                </c:pt>
                <c:pt idx="5" formatCode="0%">
                  <c:v>0.19055282092272216</c:v>
                </c:pt>
                <c:pt idx="6" formatCode="0%">
                  <c:v>0.13610193932246858</c:v>
                </c:pt>
                <c:pt idx="7" formatCode="0%">
                  <c:v>0.1377543779751281</c:v>
                </c:pt>
                <c:pt idx="8" formatCode="0%">
                  <c:v>0.10665181630994497</c:v>
                </c:pt>
                <c:pt idx="10" formatCode="0%">
                  <c:v>0.12963368069613723</c:v>
                </c:pt>
                <c:pt idx="11" formatCode="0%">
                  <c:v>0.12069711065258543</c:v>
                </c:pt>
                <c:pt idx="12" formatCode="0%">
                  <c:v>0.17518752988269554</c:v>
                </c:pt>
                <c:pt idx="14" formatCode="0%">
                  <c:v>0.19923355973734902</c:v>
                </c:pt>
                <c:pt idx="15" formatCode="0%">
                  <c:v>5.1975945021185667E-2</c:v>
                </c:pt>
                <c:pt idx="16" formatCode="0%">
                  <c:v>0.22198784274942329</c:v>
                </c:pt>
                <c:pt idx="17" formatCode="0%">
                  <c:v>0.10957715485218555</c:v>
                </c:pt>
                <c:pt idx="19" formatCode="0%">
                  <c:v>0.11477276945736181</c:v>
                </c:pt>
                <c:pt idx="20" formatCode="0%">
                  <c:v>0.17839001097904558</c:v>
                </c:pt>
                <c:pt idx="22" formatCode="0%">
                  <c:v>0.16464368038595903</c:v>
                </c:pt>
                <c:pt idx="23" formatCode="0%">
                  <c:v>8.573947827408368E-2</c:v>
                </c:pt>
                <c:pt idx="24" formatCode="0%">
                  <c:v>0.4160386087127852</c:v>
                </c:pt>
                <c:pt idx="25" formatCode="0%">
                  <c:v>0.10927290838926046</c:v>
                </c:pt>
                <c:pt idx="27" formatCode="0%">
                  <c:v>0.14822664801642332</c:v>
                </c:pt>
                <c:pt idx="28" formatCode="0%">
                  <c:v>0.10175476350372684</c:v>
                </c:pt>
                <c:pt idx="29" formatCode="0%">
                  <c:v>0.22268458031937099</c:v>
                </c:pt>
                <c:pt idx="31" formatCode="0%">
                  <c:v>0.14721935688764273</c:v>
                </c:pt>
                <c:pt idx="32" formatCode="0%">
                  <c:v>2.515484753091984E-4</c:v>
                </c:pt>
                <c:pt idx="33" formatCode="0%">
                  <c:v>1.1122934798389759E-3</c:v>
                </c:pt>
                <c:pt idx="34" formatCode="0%">
                  <c:v>0.77141164512695948</c:v>
                </c:pt>
                <c:pt idx="35" formatCode="0%">
                  <c:v>0.2667575799606145</c:v>
                </c:pt>
                <c:pt idx="36" formatCode="0%">
                  <c:v>0.1280097366690571</c:v>
                </c:pt>
                <c:pt idx="38" formatCode="0%">
                  <c:v>0.23378571879416954</c:v>
                </c:pt>
                <c:pt idx="39" formatCode="0%">
                  <c:v>2.9495018762363216E-2</c:v>
                </c:pt>
                <c:pt idx="40" formatCode="0%">
                  <c:v>0.10043911886688338</c:v>
                </c:pt>
                <c:pt idx="41" formatCode="0%">
                  <c:v>0.46663790506236658</c:v>
                </c:pt>
                <c:pt idx="43" formatCode="0%">
                  <c:v>0.24547769738402217</c:v>
                </c:pt>
                <c:pt idx="44" formatCode="0%">
                  <c:v>7.3651789611060461E-2</c:v>
                </c:pt>
                <c:pt idx="46" formatCode="0%">
                  <c:v>0.25029277368106079</c:v>
                </c:pt>
                <c:pt idx="47" formatCode="0%">
                  <c:v>0.30752680620154854</c:v>
                </c:pt>
                <c:pt idx="48" formatCode="0%">
                  <c:v>2.1100573330163588E-2</c:v>
                </c:pt>
                <c:pt idx="49" formatCode="0%">
                  <c:v>1.0679266822721694E-3</c:v>
                </c:pt>
                <c:pt idx="51" formatCode="0%">
                  <c:v>8.7950806766274522E-3</c:v>
                </c:pt>
                <c:pt idx="52" formatCode="0%">
                  <c:v>1.5118599925135437E-2</c:v>
                </c:pt>
                <c:pt idx="53" formatCode="0%">
                  <c:v>2.9648075170967868E-2</c:v>
                </c:pt>
                <c:pt idx="54" formatCode="0%">
                  <c:v>0.27578412619500636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Sheet1!$B$166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Sheet1!$C$164:$BE$164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Sheet1!$C$166:$BE$166</c:f>
              <c:numCache>
                <c:formatCode>General</c:formatCode>
                <c:ptCount val="55"/>
                <c:pt idx="0" formatCode="0%">
                  <c:v>0.26365493038132781</c:v>
                </c:pt>
                <c:pt idx="2" formatCode="0%">
                  <c:v>0.27622479964404051</c:v>
                </c:pt>
                <c:pt idx="3" formatCode="0%">
                  <c:v>0.25014216240355996</c:v>
                </c:pt>
                <c:pt idx="5" formatCode="0%">
                  <c:v>0.14536404577462353</c:v>
                </c:pt>
                <c:pt idx="6" formatCode="0%">
                  <c:v>0.34169449661948526</c:v>
                </c:pt>
                <c:pt idx="7" formatCode="0%">
                  <c:v>0.30602221999721096</c:v>
                </c:pt>
                <c:pt idx="8" formatCode="0%">
                  <c:v>0.24860124753650259</c:v>
                </c:pt>
                <c:pt idx="10" formatCode="0%">
                  <c:v>0.28845122588004574</c:v>
                </c:pt>
                <c:pt idx="11" formatCode="0%">
                  <c:v>0.2910132612947417</c:v>
                </c:pt>
                <c:pt idx="12" formatCode="0%">
                  <c:v>0.2127004529161452</c:v>
                </c:pt>
                <c:pt idx="14" formatCode="0%">
                  <c:v>0.16315652832261768</c:v>
                </c:pt>
                <c:pt idx="15" formatCode="0%">
                  <c:v>0.31690494008890613</c:v>
                </c:pt>
                <c:pt idx="16" formatCode="0%">
                  <c:v>0.26465315977767945</c:v>
                </c:pt>
                <c:pt idx="17" formatCode="0%">
                  <c:v>0.35529322315707446</c:v>
                </c:pt>
                <c:pt idx="19" formatCode="0%">
                  <c:v>0.24951245411158374</c:v>
                </c:pt>
                <c:pt idx="20" formatCode="0%">
                  <c:v>0.28296093811492823</c:v>
                </c:pt>
                <c:pt idx="22" formatCode="0%">
                  <c:v>0.19555898040891675</c:v>
                </c:pt>
                <c:pt idx="23" formatCode="0%">
                  <c:v>0.27514835806795329</c:v>
                </c:pt>
                <c:pt idx="24" formatCode="0%">
                  <c:v>0.19154509232305927</c:v>
                </c:pt>
                <c:pt idx="25" formatCode="0%">
                  <c:v>0.32256060491166766</c:v>
                </c:pt>
                <c:pt idx="27" formatCode="0%">
                  <c:v>0.24012283175779786</c:v>
                </c:pt>
                <c:pt idx="28" formatCode="0%">
                  <c:v>0.28565683388926089</c:v>
                </c:pt>
                <c:pt idx="29" formatCode="0%">
                  <c:v>0.28170414615743894</c:v>
                </c:pt>
                <c:pt idx="31" formatCode="0%">
                  <c:v>0.33340640426928192</c:v>
                </c:pt>
                <c:pt idx="32" formatCode="0%">
                  <c:v>1.1243585890817536E-2</c:v>
                </c:pt>
                <c:pt idx="33" formatCode="0%">
                  <c:v>3.1699430601492128E-2</c:v>
                </c:pt>
                <c:pt idx="34" formatCode="0%">
                  <c:v>0.21648037289426905</c:v>
                </c:pt>
                <c:pt idx="35" formatCode="0%">
                  <c:v>0.10624021569323881</c:v>
                </c:pt>
                <c:pt idx="36" formatCode="0%">
                  <c:v>0.57503701258569206</c:v>
                </c:pt>
                <c:pt idx="38" formatCode="0%">
                  <c:v>0.25424114740261722</c:v>
                </c:pt>
                <c:pt idx="39" formatCode="0%">
                  <c:v>4.3358583229636573E-2</c:v>
                </c:pt>
                <c:pt idx="40" formatCode="0%">
                  <c:v>0.50039307091007879</c:v>
                </c:pt>
                <c:pt idx="41" formatCode="0%">
                  <c:v>0.40904888502969328</c:v>
                </c:pt>
                <c:pt idx="43" formatCode="0%">
                  <c:v>0.47399758025149824</c:v>
                </c:pt>
                <c:pt idx="44" formatCode="0%">
                  <c:v>2.1075163958335343E-2</c:v>
                </c:pt>
                <c:pt idx="46" formatCode="0%">
                  <c:v>0.54399455567717292</c:v>
                </c:pt>
                <c:pt idx="47" formatCode="0%">
                  <c:v>0.45346994741002822</c:v>
                </c:pt>
                <c:pt idx="48" formatCode="0%">
                  <c:v>5.5001500941010459E-2</c:v>
                </c:pt>
                <c:pt idx="49" formatCode="0%">
                  <c:v>5.1453150029748661E-3</c:v>
                </c:pt>
                <c:pt idx="51" formatCode="0%">
                  <c:v>7.6896650354715719E-3</c:v>
                </c:pt>
                <c:pt idx="52" formatCode="0%">
                  <c:v>2.4368477464469941E-2</c:v>
                </c:pt>
                <c:pt idx="53" formatCode="0%">
                  <c:v>0.30465030882140132</c:v>
                </c:pt>
                <c:pt idx="54" formatCode="0%">
                  <c:v>0.45228029694448857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Sheet1!$B$167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Sheet1!$C$164:$BE$164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Sheet1!$C$167:$BE$167</c:f>
              <c:numCache>
                <c:formatCode>General</c:formatCode>
                <c:ptCount val="55"/>
                <c:pt idx="0" formatCode="0%">
                  <c:v>0.15615614471003147</c:v>
                </c:pt>
                <c:pt idx="2" formatCode="0%">
                  <c:v>0.2098262304960235</c:v>
                </c:pt>
                <c:pt idx="3" formatCode="0%">
                  <c:v>9.8694980800435067E-2</c:v>
                </c:pt>
                <c:pt idx="5" formatCode="0%">
                  <c:v>0.22456831348823145</c:v>
                </c:pt>
                <c:pt idx="6" formatCode="0%">
                  <c:v>0.15013209283389356</c:v>
                </c:pt>
                <c:pt idx="7" formatCode="0%">
                  <c:v>0.14065866573115265</c:v>
                </c:pt>
                <c:pt idx="8" formatCode="0%">
                  <c:v>0.11614606119873329</c:v>
                </c:pt>
                <c:pt idx="10" formatCode="0%">
                  <c:v>0.13669611207070603</c:v>
                </c:pt>
                <c:pt idx="11" formatCode="0%">
                  <c:v>0.1256730766280357</c:v>
                </c:pt>
                <c:pt idx="12" formatCode="0%">
                  <c:v>0.20643188380839114</c:v>
                </c:pt>
                <c:pt idx="14" formatCode="0%">
                  <c:v>0.14211388418937942</c:v>
                </c:pt>
                <c:pt idx="15" formatCode="0%">
                  <c:v>0.1463438118707463</c:v>
                </c:pt>
                <c:pt idx="16" formatCode="0%">
                  <c:v>0.1602705394397429</c:v>
                </c:pt>
                <c:pt idx="17" formatCode="0%">
                  <c:v>0.29112564999421187</c:v>
                </c:pt>
                <c:pt idx="19" formatCode="0%">
                  <c:v>0.14132632651812654</c:v>
                </c:pt>
                <c:pt idx="20" formatCode="0%">
                  <c:v>0.17640044841187422</c:v>
                </c:pt>
                <c:pt idx="22" formatCode="0%">
                  <c:v>0.17522451849913723</c:v>
                </c:pt>
                <c:pt idx="23" formatCode="0%">
                  <c:v>0.1755003687075731</c:v>
                </c:pt>
                <c:pt idx="24" formatCode="0%">
                  <c:v>0.14503360779651994</c:v>
                </c:pt>
                <c:pt idx="25" formatCode="0%">
                  <c:v>0.14802055057745755</c:v>
                </c:pt>
                <c:pt idx="27" formatCode="0%">
                  <c:v>0.1734480155390361</c:v>
                </c:pt>
                <c:pt idx="28" formatCode="0%">
                  <c:v>0.16085573740289308</c:v>
                </c:pt>
                <c:pt idx="29" formatCode="0%">
                  <c:v>0.14373764030939148</c:v>
                </c:pt>
                <c:pt idx="31" formatCode="0%">
                  <c:v>0.2474239180354994</c:v>
                </c:pt>
                <c:pt idx="32" formatCode="0%">
                  <c:v>4.4449275992439599E-2</c:v>
                </c:pt>
                <c:pt idx="33" formatCode="0%">
                  <c:v>9.7961535298423413E-2</c:v>
                </c:pt>
                <c:pt idx="34" formatCode="0%">
                  <c:v>4.3197049617170547E-3</c:v>
                </c:pt>
                <c:pt idx="35" formatCode="0%">
                  <c:v>0.11892167219853239</c:v>
                </c:pt>
                <c:pt idx="36" formatCode="0%">
                  <c:v>0.25559271815021201</c:v>
                </c:pt>
                <c:pt idx="38" formatCode="0%">
                  <c:v>0.2016285582696547</c:v>
                </c:pt>
                <c:pt idx="39" formatCode="0%">
                  <c:v>8.3836007981245894E-2</c:v>
                </c:pt>
                <c:pt idx="40" formatCode="0%">
                  <c:v>0.25493611873543004</c:v>
                </c:pt>
                <c:pt idx="41" formatCode="0%">
                  <c:v>8.0387476932203217E-2</c:v>
                </c:pt>
                <c:pt idx="43" formatCode="0%">
                  <c:v>0.16192453361071657</c:v>
                </c:pt>
                <c:pt idx="44" formatCode="0%">
                  <c:v>8.5461152829746714E-2</c:v>
                </c:pt>
                <c:pt idx="46" formatCode="0%">
                  <c:v>0.11814626262668845</c:v>
                </c:pt>
                <c:pt idx="47" formatCode="0%">
                  <c:v>0.16285982783567468</c:v>
                </c:pt>
                <c:pt idx="48" formatCode="0%">
                  <c:v>0.24411376504865254</c:v>
                </c:pt>
                <c:pt idx="49" formatCode="0%">
                  <c:v>0.10625457731543954</c:v>
                </c:pt>
                <c:pt idx="51" formatCode="0%">
                  <c:v>7.1711545638888097E-2</c:v>
                </c:pt>
                <c:pt idx="52" formatCode="0%">
                  <c:v>0.11927585901795419</c:v>
                </c:pt>
                <c:pt idx="53" formatCode="0%">
                  <c:v>0.32828847093759334</c:v>
                </c:pt>
                <c:pt idx="54" formatCode="0%">
                  <c:v>0.15406971244528886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Sheet1!$B$168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Sheet1!$C$164:$BE$164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Sheet1!$C$168:$BE$168</c:f>
              <c:numCache>
                <c:formatCode>General</c:formatCode>
                <c:ptCount val="55"/>
                <c:pt idx="0" formatCode="0%">
                  <c:v>0.41623058061895241</c:v>
                </c:pt>
                <c:pt idx="2" formatCode="0%">
                  <c:v>0.41213999293922954</c:v>
                </c:pt>
                <c:pt idx="3" formatCode="0%">
                  <c:v>0.42064055081972851</c:v>
                </c:pt>
                <c:pt idx="5" formatCode="0%">
                  <c:v>0.43949259762189302</c:v>
                </c:pt>
                <c:pt idx="6" formatCode="0%">
                  <c:v>0.35939890585154399</c:v>
                </c:pt>
                <c:pt idx="7" formatCode="0%">
                  <c:v>0.40232838740198779</c:v>
                </c:pt>
                <c:pt idx="8" formatCode="0%">
                  <c:v>0.4665862777265089</c:v>
                </c:pt>
                <c:pt idx="10" formatCode="0%">
                  <c:v>0.40493514188905266</c:v>
                </c:pt>
                <c:pt idx="11" formatCode="0%">
                  <c:v>0.44321312681172143</c:v>
                </c:pt>
                <c:pt idx="12" formatCode="0%">
                  <c:v>0.39441852571808522</c:v>
                </c:pt>
                <c:pt idx="14" formatCode="0%">
                  <c:v>0.4671643827071843</c:v>
                </c:pt>
                <c:pt idx="15" formatCode="0%">
                  <c:v>0.46355811096531652</c:v>
                </c:pt>
                <c:pt idx="16" formatCode="0%">
                  <c:v>0.3310220559038845</c:v>
                </c:pt>
                <c:pt idx="17" formatCode="0%">
                  <c:v>0.24400397199652826</c:v>
                </c:pt>
                <c:pt idx="19" formatCode="0%">
                  <c:v>0.47478210756977063</c:v>
                </c:pt>
                <c:pt idx="20" formatCode="0%">
                  <c:v>0.33630142178098238</c:v>
                </c:pt>
                <c:pt idx="22" formatCode="0%">
                  <c:v>0.46103921231760991</c:v>
                </c:pt>
                <c:pt idx="23" formatCode="0%">
                  <c:v>0.43462081569425431</c:v>
                </c:pt>
                <c:pt idx="24" formatCode="0%">
                  <c:v>0.2473763084914552</c:v>
                </c:pt>
                <c:pt idx="25" formatCode="0%">
                  <c:v>0.39085997915816117</c:v>
                </c:pt>
                <c:pt idx="27" formatCode="0%">
                  <c:v>0.41958251440129901</c:v>
                </c:pt>
                <c:pt idx="28" formatCode="0%">
                  <c:v>0.43535143928420372</c:v>
                </c:pt>
                <c:pt idx="29" formatCode="0%">
                  <c:v>0.32627270154901361</c:v>
                </c:pt>
                <c:pt idx="31" formatCode="0%">
                  <c:v>0.22016843538115285</c:v>
                </c:pt>
                <c:pt idx="32" formatCode="0%">
                  <c:v>0.94405320388318659</c:v>
                </c:pt>
                <c:pt idx="33" formatCode="0%">
                  <c:v>0.85773320600797487</c:v>
                </c:pt>
                <c:pt idx="34" formatCode="0%">
                  <c:v>5.3678428318964019E-3</c:v>
                </c:pt>
                <c:pt idx="35" formatCode="0%">
                  <c:v>0.50808053214761417</c:v>
                </c:pt>
                <c:pt idx="36" formatCode="0%">
                  <c:v>3.9544387407844939E-2</c:v>
                </c:pt>
                <c:pt idx="38" formatCode="0%">
                  <c:v>0.28775888978857633</c:v>
                </c:pt>
                <c:pt idx="39" formatCode="0%">
                  <c:v>0.83939284292988314</c:v>
                </c:pt>
                <c:pt idx="40" formatCode="0%">
                  <c:v>0.1339949302072457</c:v>
                </c:pt>
                <c:pt idx="41" formatCode="0%">
                  <c:v>2.3323546420666762E-2</c:v>
                </c:pt>
                <c:pt idx="43" formatCode="0%">
                  <c:v>0.10686449088397541</c:v>
                </c:pt>
                <c:pt idx="44" formatCode="0%">
                  <c:v>0.81639172436111507</c:v>
                </c:pt>
                <c:pt idx="46" formatCode="0%">
                  <c:v>8.192155269134703E-2</c:v>
                </c:pt>
                <c:pt idx="47" formatCode="0%">
                  <c:v>2.8605992990027796E-2</c:v>
                </c:pt>
                <c:pt idx="48" formatCode="0%">
                  <c:v>0.65411479150464669</c:v>
                </c:pt>
                <c:pt idx="49" formatCode="0%">
                  <c:v>0.87339095874982231</c:v>
                </c:pt>
                <c:pt idx="51" formatCode="0%">
                  <c:v>0.91049256994601491</c:v>
                </c:pt>
                <c:pt idx="52" formatCode="0%">
                  <c:v>0.82860835993826176</c:v>
                </c:pt>
                <c:pt idx="53" formatCode="0%">
                  <c:v>0.27645741738847557</c:v>
                </c:pt>
                <c:pt idx="54" formatCode="0%">
                  <c:v>0.10144187554184718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Sheet1!$B$169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Sheet1!$C$164:$BE$164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Sheet1!$C$169:$BE$169</c:f>
              <c:numCache>
                <c:formatCode>General</c:formatCode>
                <c:ptCount val="55"/>
                <c:pt idx="0" formatCode="0%">
                  <c:v>2.2287335483809994E-2</c:v>
                </c:pt>
                <c:pt idx="2" formatCode="0%">
                  <c:v>2.0200301686670037E-2</c:v>
                </c:pt>
                <c:pt idx="3" formatCode="0%">
                  <c:v>2.4523799513540133E-2</c:v>
                </c:pt>
                <c:pt idx="5" formatCode="0%">
                  <c:v>2.2222192530095845E-5</c:v>
                </c:pt>
                <c:pt idx="6" formatCode="0%">
                  <c:v>1.2672565372608479E-2</c:v>
                </c:pt>
                <c:pt idx="7" formatCode="0%">
                  <c:v>1.3236348894519755E-2</c:v>
                </c:pt>
                <c:pt idx="8" formatCode="0%">
                  <c:v>6.2014597228309015E-2</c:v>
                </c:pt>
                <c:pt idx="10" formatCode="0%">
                  <c:v>4.028383946405769E-2</c:v>
                </c:pt>
                <c:pt idx="11" formatCode="0%">
                  <c:v>1.9403424612914989E-2</c:v>
                </c:pt>
                <c:pt idx="12" formatCode="0%">
                  <c:v>1.1261607674682476E-2</c:v>
                </c:pt>
                <c:pt idx="14" formatCode="0%">
                  <c:v>2.83316450434692E-2</c:v>
                </c:pt>
                <c:pt idx="15" formatCode="0%">
                  <c:v>2.1217192053844917E-2</c:v>
                </c:pt>
                <c:pt idx="16" formatCode="0%">
                  <c:v>2.2066402129270246E-2</c:v>
                </c:pt>
                <c:pt idx="17" formatCode="0%">
                  <c:v>0</c:v>
                </c:pt>
                <c:pt idx="19" formatCode="0%">
                  <c:v>1.9606342343158261E-2</c:v>
                </c:pt>
                <c:pt idx="20" formatCode="0%">
                  <c:v>2.594718071316944E-2</c:v>
                </c:pt>
                <c:pt idx="22" formatCode="0%">
                  <c:v>3.5336083883769119E-3</c:v>
                </c:pt>
                <c:pt idx="23" formatCode="0%">
                  <c:v>2.8990979256135516E-2</c:v>
                </c:pt>
                <c:pt idx="24" formatCode="0%">
                  <c:v>6.3826761802064366E-6</c:v>
                </c:pt>
                <c:pt idx="25" formatCode="0%">
                  <c:v>2.9285956963453312E-2</c:v>
                </c:pt>
                <c:pt idx="27" formatCode="0%">
                  <c:v>1.8619990285443391E-2</c:v>
                </c:pt>
                <c:pt idx="28" formatCode="0%">
                  <c:v>1.6381225919915629E-2</c:v>
                </c:pt>
                <c:pt idx="29" formatCode="0%">
                  <c:v>2.5600931664784568E-2</c:v>
                </c:pt>
                <c:pt idx="31" formatCode="0%">
                  <c:v>5.1781885426422758E-2</c:v>
                </c:pt>
                <c:pt idx="32" formatCode="0%">
                  <c:v>2.385758247057782E-6</c:v>
                </c:pt>
                <c:pt idx="33" formatCode="0%">
                  <c:v>1.1493534612270196E-2</c:v>
                </c:pt>
                <c:pt idx="34" formatCode="0%">
                  <c:v>2.4204341851572272E-3</c:v>
                </c:pt>
                <c:pt idx="35" formatCode="0%">
                  <c:v>0</c:v>
                </c:pt>
                <c:pt idx="36" formatCode="0%">
                  <c:v>1.8161451871943845E-3</c:v>
                </c:pt>
                <c:pt idx="38" formatCode="0%">
                  <c:v>2.2585685744982334E-2</c:v>
                </c:pt>
                <c:pt idx="39" formatCode="0%">
                  <c:v>3.917547096871748E-3</c:v>
                </c:pt>
                <c:pt idx="40" formatCode="0%">
                  <c:v>1.0236761280362055E-2</c:v>
                </c:pt>
                <c:pt idx="41" formatCode="0%">
                  <c:v>2.0602186555069534E-2</c:v>
                </c:pt>
                <c:pt idx="43" formatCode="0%">
                  <c:v>1.173569786978766E-2</c:v>
                </c:pt>
                <c:pt idx="44" formatCode="0%">
                  <c:v>3.420169239743343E-3</c:v>
                </c:pt>
                <c:pt idx="46" formatCode="0%">
                  <c:v>5.6448553237303722E-3</c:v>
                </c:pt>
                <c:pt idx="47" formatCode="0%">
                  <c:v>4.7537425562720316E-2</c:v>
                </c:pt>
                <c:pt idx="48" formatCode="0%">
                  <c:v>2.5669369175526539E-2</c:v>
                </c:pt>
                <c:pt idx="49" formatCode="0%">
                  <c:v>1.4141222249491442E-2</c:v>
                </c:pt>
                <c:pt idx="51" formatCode="0%">
                  <c:v>1.3111387029985583E-3</c:v>
                </c:pt>
                <c:pt idx="52" formatCode="0%">
                  <c:v>1.2628703654178827E-2</c:v>
                </c:pt>
                <c:pt idx="53" formatCode="0%">
                  <c:v>6.0955727681562009E-2</c:v>
                </c:pt>
                <c:pt idx="54" formatCode="0%">
                  <c:v>1.642398887336825E-2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80944"/>
        <c:axId val="390684472"/>
      </c:barChart>
      <c:catAx>
        <c:axId val="390680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84472"/>
        <c:crosses val="autoZero"/>
        <c:auto val="1"/>
        <c:lblAlgn val="ctr"/>
        <c:lblOffset val="100"/>
        <c:noMultiLvlLbl val="0"/>
      </c:catAx>
      <c:valAx>
        <c:axId val="39068447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80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Sheet1!$B$172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Sheet1!$C$171:$BE$171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Sheet1!$C$172:$BE$172</c:f>
              <c:numCache>
                <c:formatCode>General</c:formatCode>
                <c:ptCount val="55"/>
                <c:pt idx="0" formatCode="0%">
                  <c:v>0.18792482122301066</c:v>
                </c:pt>
                <c:pt idx="2" formatCode="0%">
                  <c:v>0.14774257398141941</c:v>
                </c:pt>
                <c:pt idx="3" formatCode="0%">
                  <c:v>0.23102643887093791</c:v>
                </c:pt>
                <c:pt idx="5" formatCode="0%">
                  <c:v>7.1012577689232637E-2</c:v>
                </c:pt>
                <c:pt idx="6" formatCode="0%">
                  <c:v>0.20469858560944171</c:v>
                </c:pt>
                <c:pt idx="7" formatCode="0%">
                  <c:v>0.22861010035396034</c:v>
                </c:pt>
                <c:pt idx="8" formatCode="0%">
                  <c:v>0.23446596197058236</c:v>
                </c:pt>
                <c:pt idx="10" formatCode="0%">
                  <c:v>0.20787777081148451</c:v>
                </c:pt>
                <c:pt idx="11" formatCode="0%">
                  <c:v>0.20829266393319071</c:v>
                </c:pt>
                <c:pt idx="12" formatCode="0%">
                  <c:v>0.14851126419547539</c:v>
                </c:pt>
                <c:pt idx="14" formatCode="0%">
                  <c:v>0.30245299251226104</c:v>
                </c:pt>
                <c:pt idx="15" formatCode="0%">
                  <c:v>0.15409990952902475</c:v>
                </c:pt>
                <c:pt idx="16" formatCode="0%">
                  <c:v>0.13177103452492742</c:v>
                </c:pt>
                <c:pt idx="17" formatCode="0%">
                  <c:v>0.19271633799561344</c:v>
                </c:pt>
                <c:pt idx="19" formatCode="0%">
                  <c:v>0.22241961789446341</c:v>
                </c:pt>
                <c:pt idx="20" formatCode="0%">
                  <c:v>0.14058933413740227</c:v>
                </c:pt>
                <c:pt idx="22" formatCode="0%">
                  <c:v>0.1779963796434845</c:v>
                </c:pt>
                <c:pt idx="23" formatCode="0%">
                  <c:v>0.25830272296921553</c:v>
                </c:pt>
                <c:pt idx="24" formatCode="0%">
                  <c:v>0.12429916195602429</c:v>
                </c:pt>
                <c:pt idx="25" formatCode="0%">
                  <c:v>0.14075780827004866</c:v>
                </c:pt>
                <c:pt idx="27" formatCode="0%">
                  <c:v>0.17100405240724398</c:v>
                </c:pt>
                <c:pt idx="28" formatCode="0%">
                  <c:v>0.27801655756491223</c:v>
                </c:pt>
                <c:pt idx="29" formatCode="0%">
                  <c:v>9.0778579898095013E-2</c:v>
                </c:pt>
                <c:pt idx="31" formatCode="0%">
                  <c:v>3.2480555272079964E-2</c:v>
                </c:pt>
                <c:pt idx="32" formatCode="0%">
                  <c:v>0.59737380398731998</c:v>
                </c:pt>
                <c:pt idx="33" formatCode="0%">
                  <c:v>0.43220887014465525</c:v>
                </c:pt>
                <c:pt idx="34" formatCode="0%">
                  <c:v>5.4273406834829622E-3</c:v>
                </c:pt>
                <c:pt idx="35" formatCode="0%">
                  <c:v>8.9862349231442651E-4</c:v>
                </c:pt>
                <c:pt idx="36" formatCode="0%">
                  <c:v>1.9598798463279273E-3</c:v>
                </c:pt>
                <c:pt idx="38" formatCode="0%">
                  <c:v>0.15351740752145285</c:v>
                </c:pt>
                <c:pt idx="39" formatCode="0%">
                  <c:v>0.44791971483298665</c:v>
                </c:pt>
                <c:pt idx="40" formatCode="0%">
                  <c:v>3.410064163548631E-2</c:v>
                </c:pt>
                <c:pt idx="41" formatCode="0%">
                  <c:v>4.3614674351646994E-3</c:v>
                </c:pt>
                <c:pt idx="43" formatCode="0%">
                  <c:v>2.6317241634877649E-2</c:v>
                </c:pt>
                <c:pt idx="44" formatCode="0%">
                  <c:v>0.40975607689754495</c:v>
                </c:pt>
                <c:pt idx="46" formatCode="0%">
                  <c:v>7.1358768428590146E-3</c:v>
                </c:pt>
                <c:pt idx="47" formatCode="0%">
                  <c:v>9.7905195858729124E-4</c:v>
                </c:pt>
                <c:pt idx="48" formatCode="0%">
                  <c:v>8.3553472784724872E-2</c:v>
                </c:pt>
                <c:pt idx="49" formatCode="0%">
                  <c:v>0.5172564864439112</c:v>
                </c:pt>
                <c:pt idx="51" formatCode="0%">
                  <c:v>0.79772758802025379</c:v>
                </c:pt>
                <c:pt idx="52" formatCode="0%">
                  <c:v>0.19826123057749581</c:v>
                </c:pt>
                <c:pt idx="53" formatCode="0%">
                  <c:v>5.7072447020679318E-2</c:v>
                </c:pt>
                <c:pt idx="54" formatCode="0%">
                  <c:v>1.2049620666126453E-3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Sheet1!$B$173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Sheet1!$C$171:$BE$171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Sheet1!$C$173:$BE$173</c:f>
              <c:numCache>
                <c:formatCode>General</c:formatCode>
                <c:ptCount val="55"/>
                <c:pt idx="0" formatCode="0%">
                  <c:v>0.13393136927008756</c:v>
                </c:pt>
                <c:pt idx="2" formatCode="0%">
                  <c:v>0.18214718737537514</c:v>
                </c:pt>
                <c:pt idx="3" formatCode="0%">
                  <c:v>8.2238102534075222E-2</c:v>
                </c:pt>
                <c:pt idx="5" formatCode="0%">
                  <c:v>7.4858582744470589E-2</c:v>
                </c:pt>
                <c:pt idx="6" formatCode="0%">
                  <c:v>0.10132774265683579</c:v>
                </c:pt>
                <c:pt idx="7" formatCode="0%">
                  <c:v>0.1346258461025967</c:v>
                </c:pt>
                <c:pt idx="8" formatCode="0%">
                  <c:v>0.22021424737150164</c:v>
                </c:pt>
                <c:pt idx="10" formatCode="0%">
                  <c:v>0.23548808269712793</c:v>
                </c:pt>
                <c:pt idx="11" formatCode="0%">
                  <c:v>0.12300719239745525</c:v>
                </c:pt>
                <c:pt idx="12" formatCode="0%">
                  <c:v>6.50960919619019E-2</c:v>
                </c:pt>
                <c:pt idx="14" formatCode="0%">
                  <c:v>0.14464164189323181</c:v>
                </c:pt>
                <c:pt idx="15" formatCode="0%">
                  <c:v>0.16358377547917657</c:v>
                </c:pt>
                <c:pt idx="16" formatCode="0%">
                  <c:v>0.1029983401417644</c:v>
                </c:pt>
                <c:pt idx="17" formatCode="0%">
                  <c:v>1.9080762175537704E-2</c:v>
                </c:pt>
                <c:pt idx="19" formatCode="0%">
                  <c:v>0.12255147233593577</c:v>
                </c:pt>
                <c:pt idx="20" formatCode="0%">
                  <c:v>0.14954743361430464</c:v>
                </c:pt>
                <c:pt idx="22" formatCode="0%">
                  <c:v>0.19376294804874544</c:v>
                </c:pt>
                <c:pt idx="23" formatCode="0%">
                  <c:v>0.13665681603098778</c:v>
                </c:pt>
                <c:pt idx="24" formatCode="0%">
                  <c:v>0.11579802669163092</c:v>
                </c:pt>
                <c:pt idx="25" formatCode="0%">
                  <c:v>0.11794960526363248</c:v>
                </c:pt>
                <c:pt idx="27" formatCode="0%">
                  <c:v>0.19199513338236529</c:v>
                </c:pt>
                <c:pt idx="28" formatCode="0%">
                  <c:v>9.316391536167791E-2</c:v>
                </c:pt>
                <c:pt idx="29" formatCode="0%">
                  <c:v>0.11293020683515911</c:v>
                </c:pt>
                <c:pt idx="31" formatCode="0%">
                  <c:v>0.13614182069318687</c:v>
                </c:pt>
                <c:pt idx="32" formatCode="0%">
                  <c:v>0.18744558802499184</c:v>
                </c:pt>
                <c:pt idx="33" formatCode="0%">
                  <c:v>0.29519399330725676</c:v>
                </c:pt>
                <c:pt idx="34" formatCode="0%">
                  <c:v>2.8546130010600402E-2</c:v>
                </c:pt>
                <c:pt idx="35" formatCode="0%">
                  <c:v>6.5712911094463866E-2</c:v>
                </c:pt>
                <c:pt idx="36" formatCode="0%">
                  <c:v>7.5223341802209492E-6</c:v>
                </c:pt>
                <c:pt idx="38" formatCode="0%">
                  <c:v>0.31286694992704644</c:v>
                </c:pt>
                <c:pt idx="39" formatCode="0%">
                  <c:v>0.22523735136146816</c:v>
                </c:pt>
                <c:pt idx="40" formatCode="0%">
                  <c:v>2.0808528047841484E-2</c:v>
                </c:pt>
                <c:pt idx="41" formatCode="0%">
                  <c:v>1.9979759839284031E-3</c:v>
                </c:pt>
                <c:pt idx="43" formatCode="0%">
                  <c:v>3.0796975165287243E-2</c:v>
                </c:pt>
                <c:pt idx="44" formatCode="0%">
                  <c:v>0.19891122159500313</c:v>
                </c:pt>
                <c:pt idx="46" formatCode="0%">
                  <c:v>1.5801865838538716E-2</c:v>
                </c:pt>
                <c:pt idx="47" formatCode="0%">
                  <c:v>6.2525315699236583E-2</c:v>
                </c:pt>
                <c:pt idx="48" formatCode="0%">
                  <c:v>0.18118014860515738</c:v>
                </c:pt>
                <c:pt idx="49" formatCode="0%">
                  <c:v>0.26777374190306924</c:v>
                </c:pt>
                <c:pt idx="51" formatCode="0%">
                  <c:v>0.11440649087543107</c:v>
                </c:pt>
                <c:pt idx="52" formatCode="0%">
                  <c:v>0.38042653893245332</c:v>
                </c:pt>
                <c:pt idx="53" formatCode="0%">
                  <c:v>0.1363005053765515</c:v>
                </c:pt>
                <c:pt idx="54" formatCode="0%">
                  <c:v>2.988409705077115E-2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Sheet1!$B$174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Sheet1!$C$171:$BE$171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Sheet1!$C$174:$BE$174</c:f>
              <c:numCache>
                <c:formatCode>General</c:formatCode>
                <c:ptCount val="55"/>
                <c:pt idx="0" formatCode="0%">
                  <c:v>9.4916223978038422E-2</c:v>
                </c:pt>
                <c:pt idx="2" formatCode="0%">
                  <c:v>0.14920741423890296</c:v>
                </c:pt>
                <c:pt idx="3" formatCode="0%">
                  <c:v>3.6705411404576324E-2</c:v>
                </c:pt>
                <c:pt idx="5" formatCode="0%">
                  <c:v>0.19489292415869108</c:v>
                </c:pt>
                <c:pt idx="6" formatCode="0%">
                  <c:v>6.675945815341594E-2</c:v>
                </c:pt>
                <c:pt idx="7" formatCode="0%">
                  <c:v>6.7756328835797949E-2</c:v>
                </c:pt>
                <c:pt idx="8" formatCode="0%">
                  <c:v>6.0736029685513178E-2</c:v>
                </c:pt>
                <c:pt idx="10" formatCode="0%">
                  <c:v>7.7672492022943504E-2</c:v>
                </c:pt>
                <c:pt idx="11" formatCode="0%">
                  <c:v>0.14011235230154051</c:v>
                </c:pt>
                <c:pt idx="12" formatCode="0%">
                  <c:v>5.6765104170863244E-2</c:v>
                </c:pt>
                <c:pt idx="14" formatCode="0%">
                  <c:v>5.196451970534139E-2</c:v>
                </c:pt>
                <c:pt idx="15" formatCode="0%">
                  <c:v>0.15133586042113947</c:v>
                </c:pt>
                <c:pt idx="16" formatCode="0%">
                  <c:v>6.095975082377738E-2</c:v>
                </c:pt>
                <c:pt idx="17" formatCode="0%">
                  <c:v>5.6557003440861314E-2</c:v>
                </c:pt>
                <c:pt idx="19" formatCode="0%">
                  <c:v>0.11773380275279501</c:v>
                </c:pt>
                <c:pt idx="20" formatCode="0%">
                  <c:v>6.3604799947781801E-2</c:v>
                </c:pt>
                <c:pt idx="22" formatCode="0%">
                  <c:v>7.6501186398174922E-2</c:v>
                </c:pt>
                <c:pt idx="23" formatCode="0%">
                  <c:v>8.500460373425095E-2</c:v>
                </c:pt>
                <c:pt idx="24" formatCode="0%">
                  <c:v>5.3207728400830517E-2</c:v>
                </c:pt>
                <c:pt idx="25" formatCode="0%">
                  <c:v>0.14161680252807013</c:v>
                </c:pt>
                <c:pt idx="27" formatCode="0%">
                  <c:v>8.1706953477020228E-2</c:v>
                </c:pt>
                <c:pt idx="28" formatCode="0%">
                  <c:v>5.4682680019105562E-2</c:v>
                </c:pt>
                <c:pt idx="29" formatCode="0%">
                  <c:v>0.16612839490617581</c:v>
                </c:pt>
                <c:pt idx="31" formatCode="0%">
                  <c:v>0.12298204265398702</c:v>
                </c:pt>
                <c:pt idx="32" formatCode="0%">
                  <c:v>0.12313460733156034</c:v>
                </c:pt>
                <c:pt idx="33" formatCode="0%">
                  <c:v>0.21866918986074868</c:v>
                </c:pt>
                <c:pt idx="34" formatCode="0%">
                  <c:v>1.2801927321422304E-3</c:v>
                </c:pt>
                <c:pt idx="35" formatCode="0%">
                  <c:v>4.6390922734943191E-2</c:v>
                </c:pt>
                <c:pt idx="36" formatCode="0%">
                  <c:v>2.9610366190430414E-3</c:v>
                </c:pt>
                <c:pt idx="38" formatCode="0%">
                  <c:v>1.4700872186197029E-2</c:v>
                </c:pt>
                <c:pt idx="39" formatCode="0%">
                  <c:v>0.15125323449524261</c:v>
                </c:pt>
                <c:pt idx="40" formatCode="0%">
                  <c:v>0.11124122781671757</c:v>
                </c:pt>
                <c:pt idx="41" formatCode="0%">
                  <c:v>2.6244684710773424E-2</c:v>
                </c:pt>
                <c:pt idx="43" formatCode="0%">
                  <c:v>5.9904960276424231E-2</c:v>
                </c:pt>
                <c:pt idx="44" formatCode="0%">
                  <c:v>0.14285002785960513</c:v>
                </c:pt>
                <c:pt idx="46" formatCode="0%">
                  <c:v>3.4606736335693791E-2</c:v>
                </c:pt>
                <c:pt idx="47" formatCode="0%">
                  <c:v>4.4995850446883437E-2</c:v>
                </c:pt>
                <c:pt idx="48" formatCode="0%">
                  <c:v>0.35914755131856585</c:v>
                </c:pt>
                <c:pt idx="49" formatCode="0%">
                  <c:v>7.2898255579622318E-2</c:v>
                </c:pt>
                <c:pt idx="51" formatCode="0%">
                  <c:v>4.5025655987195344E-2</c:v>
                </c:pt>
                <c:pt idx="52" formatCode="0%">
                  <c:v>0.1945290438274595</c:v>
                </c:pt>
                <c:pt idx="53" formatCode="0%">
                  <c:v>0.25380666762823439</c:v>
                </c:pt>
                <c:pt idx="54" formatCode="0%">
                  <c:v>2.6118757172800364E-2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Sheet1!$B$175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Sheet1!$C$171:$BE$171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Sheet1!$C$175:$BE$175</c:f>
              <c:numCache>
                <c:formatCode>General</c:formatCode>
                <c:ptCount val="55"/>
                <c:pt idx="0" formatCode="0%">
                  <c:v>0.55771663001706695</c:v>
                </c:pt>
                <c:pt idx="2" formatCode="0%">
                  <c:v>0.4996677393134743</c:v>
                </c:pt>
                <c:pt idx="3" formatCode="0%">
                  <c:v>0.61993217182355276</c:v>
                </c:pt>
                <c:pt idx="5" formatCode="0%">
                  <c:v>0.62264480529710242</c:v>
                </c:pt>
                <c:pt idx="6" formatCode="0%">
                  <c:v>0.6200135243766326</c:v>
                </c:pt>
                <c:pt idx="7" formatCode="0%">
                  <c:v>0.55407093880360747</c:v>
                </c:pt>
                <c:pt idx="8" formatCode="0%">
                  <c:v>0.43941418549179739</c:v>
                </c:pt>
                <c:pt idx="10" formatCode="0%">
                  <c:v>0.46732081883415544</c:v>
                </c:pt>
                <c:pt idx="11" formatCode="0%">
                  <c:v>0.49014607284679762</c:v>
                </c:pt>
                <c:pt idx="12" formatCode="0%">
                  <c:v>0.70786908218637945</c:v>
                </c:pt>
                <c:pt idx="14" formatCode="0%">
                  <c:v>0.48543047156706415</c:v>
                </c:pt>
                <c:pt idx="15" formatCode="0%">
                  <c:v>0.50716442377089377</c:v>
                </c:pt>
                <c:pt idx="16" formatCode="0%">
                  <c:v>0.66557396316315742</c:v>
                </c:pt>
                <c:pt idx="17" formatCode="0%">
                  <c:v>0.72178645434770772</c:v>
                </c:pt>
                <c:pt idx="19" formatCode="0%">
                  <c:v>0.51172240484226006</c:v>
                </c:pt>
                <c:pt idx="20" formatCode="0%">
                  <c:v>0.62083220865088384</c:v>
                </c:pt>
                <c:pt idx="22" formatCode="0%">
                  <c:v>0.5412156082930154</c:v>
                </c:pt>
                <c:pt idx="23" formatCode="0%">
                  <c:v>0.46979794473881276</c:v>
                </c:pt>
                <c:pt idx="24" formatCode="0%">
                  <c:v>0.70396048536878353</c:v>
                </c:pt>
                <c:pt idx="25" formatCode="0%">
                  <c:v>0.5824718054635093</c:v>
                </c:pt>
                <c:pt idx="27" formatCode="0%">
                  <c:v>0.54553543693113171</c:v>
                </c:pt>
                <c:pt idx="28" formatCode="0%">
                  <c:v>0.52517070058033077</c:v>
                </c:pt>
                <c:pt idx="29" formatCode="0%">
                  <c:v>0.61665929799933128</c:v>
                </c:pt>
                <c:pt idx="31" formatCode="0%">
                  <c:v>0.63720140755625143</c:v>
                </c:pt>
                <c:pt idx="32" formatCode="0%">
                  <c:v>9.2046000656127724E-2</c:v>
                </c:pt>
                <c:pt idx="33" formatCode="0%">
                  <c:v>4.3688284119952188E-2</c:v>
                </c:pt>
                <c:pt idx="34" formatCode="0%">
                  <c:v>0.96474633657377429</c:v>
                </c:pt>
                <c:pt idx="35" formatCode="0%">
                  <c:v>0.88479647385724713</c:v>
                </c:pt>
                <c:pt idx="36" formatCode="0%">
                  <c:v>0.98529967868353485</c:v>
                </c:pt>
                <c:pt idx="38" formatCode="0%">
                  <c:v>0.48829295377056547</c:v>
                </c:pt>
                <c:pt idx="39" formatCode="0%">
                  <c:v>0.14999319679734099</c:v>
                </c:pt>
                <c:pt idx="40" formatCode="0%">
                  <c:v>0.82333313073093517</c:v>
                </c:pt>
                <c:pt idx="41" formatCode="0%">
                  <c:v>0.96689982767736193</c:v>
                </c:pt>
                <c:pt idx="43" formatCode="0%">
                  <c:v>0.86125272773815098</c:v>
                </c:pt>
                <c:pt idx="44" formatCode="0%">
                  <c:v>0.22420981926629394</c:v>
                </c:pt>
                <c:pt idx="46" formatCode="0%">
                  <c:v>0.93488751559818661</c:v>
                </c:pt>
                <c:pt idx="47" formatCode="0%">
                  <c:v>0.84750392575338607</c:v>
                </c:pt>
                <c:pt idx="48" formatCode="0%">
                  <c:v>0.37211332819324883</c:v>
                </c:pt>
                <c:pt idx="49" formatCode="0%">
                  <c:v>0.10877292318681349</c:v>
                </c:pt>
                <c:pt idx="51" formatCode="0%">
                  <c:v>3.9233880952695907E-2</c:v>
                </c:pt>
                <c:pt idx="52" formatCode="0%">
                  <c:v>0.17610428368922723</c:v>
                </c:pt>
                <c:pt idx="53" formatCode="0%">
                  <c:v>0.49110173913705374</c:v>
                </c:pt>
                <c:pt idx="54" formatCode="0%">
                  <c:v>0.9382890764265972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Sheet1!$B$176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Sheet1!$C$171:$BE$171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Sheet1!$C$176:$BE$176</c:f>
              <c:numCache>
                <c:formatCode>General</c:formatCode>
                <c:ptCount val="55"/>
                <c:pt idx="0" formatCode="0%">
                  <c:v>2.5510955511797388E-2</c:v>
                </c:pt>
                <c:pt idx="2" formatCode="0%">
                  <c:v>2.1235085090828946E-2</c:v>
                </c:pt>
                <c:pt idx="3" formatCode="0%">
                  <c:v>3.0097875366857037E-2</c:v>
                </c:pt>
                <c:pt idx="5" formatCode="0%">
                  <c:v>3.6591110110503394E-2</c:v>
                </c:pt>
                <c:pt idx="6" formatCode="0%">
                  <c:v>7.200689203673752E-3</c:v>
                </c:pt>
                <c:pt idx="7" formatCode="0%">
                  <c:v>1.4936785904036944E-2</c:v>
                </c:pt>
                <c:pt idx="8" formatCode="0%">
                  <c:v>4.5169575480603782E-2</c:v>
                </c:pt>
                <c:pt idx="10" formatCode="0%">
                  <c:v>1.16408356342879E-2</c:v>
                </c:pt>
                <c:pt idx="11" formatCode="0%">
                  <c:v>3.8441718521015071E-2</c:v>
                </c:pt>
                <c:pt idx="12" formatCode="0%">
                  <c:v>2.1758457485379953E-2</c:v>
                </c:pt>
                <c:pt idx="14" formatCode="0%">
                  <c:v>1.5510374322100735E-2</c:v>
                </c:pt>
                <c:pt idx="15" formatCode="0%">
                  <c:v>2.3816030799764545E-2</c:v>
                </c:pt>
                <c:pt idx="16" formatCode="0%">
                  <c:v>3.8696911346373368E-2</c:v>
                </c:pt>
                <c:pt idx="17" formatCode="0%">
                  <c:v>9.8594420402799889E-3</c:v>
                </c:pt>
                <c:pt idx="19" formatCode="0%">
                  <c:v>2.5572702174546789E-2</c:v>
                </c:pt>
                <c:pt idx="20" formatCode="0%">
                  <c:v>2.5426223649627221E-2</c:v>
                </c:pt>
                <c:pt idx="22" formatCode="0%">
                  <c:v>1.0523877616579646E-2</c:v>
                </c:pt>
                <c:pt idx="23" formatCode="0%">
                  <c:v>5.0237912526732625E-2</c:v>
                </c:pt>
                <c:pt idx="24" formatCode="0%">
                  <c:v>2.7345975827305956E-3</c:v>
                </c:pt>
                <c:pt idx="25" formatCode="0%">
                  <c:v>1.7203978474739312E-2</c:v>
                </c:pt>
                <c:pt idx="27" formatCode="0%">
                  <c:v>9.7584238022384202E-3</c:v>
                </c:pt>
                <c:pt idx="28" formatCode="0%">
                  <c:v>4.8966146473973217E-2</c:v>
                </c:pt>
                <c:pt idx="29" formatCode="0%">
                  <c:v>1.3503520361238868E-2</c:v>
                </c:pt>
                <c:pt idx="31" formatCode="0%">
                  <c:v>7.1194173824494694E-2</c:v>
                </c:pt>
                <c:pt idx="32" formatCode="0%">
                  <c:v>0</c:v>
                </c:pt>
                <c:pt idx="33" formatCode="0%">
                  <c:v>1.0239662567386948E-2</c:v>
                </c:pt>
                <c:pt idx="34" formatCode="0%">
                  <c:v>0</c:v>
                </c:pt>
                <c:pt idx="35" formatCode="0%">
                  <c:v>2.2010688210311645E-3</c:v>
                </c:pt>
                <c:pt idx="36" formatCode="0%">
                  <c:v>9.7718825169142761E-3</c:v>
                </c:pt>
                <c:pt idx="38" formatCode="0%">
                  <c:v>3.0621816594737984E-2</c:v>
                </c:pt>
                <c:pt idx="39" formatCode="0%">
                  <c:v>2.5596502512961649E-2</c:v>
                </c:pt>
                <c:pt idx="40" formatCode="0%">
                  <c:v>1.0516471769019502E-2</c:v>
                </c:pt>
                <c:pt idx="41" formatCode="0%">
                  <c:v>4.9604419277111326E-4</c:v>
                </c:pt>
                <c:pt idx="43" formatCode="0%">
                  <c:v>2.1728095185259987E-2</c:v>
                </c:pt>
                <c:pt idx="44" formatCode="0%">
                  <c:v>2.4272854381553185E-2</c:v>
                </c:pt>
                <c:pt idx="46" formatCode="0%">
                  <c:v>7.5680053847218187E-3</c:v>
                </c:pt>
                <c:pt idx="47" formatCode="0%">
                  <c:v>4.3995856141906951E-2</c:v>
                </c:pt>
                <c:pt idx="48" formatCode="0%">
                  <c:v>4.0054990983031131E-3</c:v>
                </c:pt>
                <c:pt idx="49" formatCode="0%">
                  <c:v>3.3298592886584134E-2</c:v>
                </c:pt>
                <c:pt idx="51" formatCode="0%">
                  <c:v>3.6063841644237162E-3</c:v>
                </c:pt>
                <c:pt idx="52" formatCode="0%">
                  <c:v>5.0678902973364248E-2</c:v>
                </c:pt>
                <c:pt idx="53" formatCode="0%">
                  <c:v>6.171864083748118E-2</c:v>
                </c:pt>
                <c:pt idx="54" formatCode="0%">
                  <c:v>4.5031072832186231E-3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75456"/>
        <c:axId val="390677808"/>
      </c:barChart>
      <c:catAx>
        <c:axId val="390675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77808"/>
        <c:crosses val="autoZero"/>
        <c:auto val="1"/>
        <c:lblAlgn val="ctr"/>
        <c:lblOffset val="100"/>
        <c:noMultiLvlLbl val="0"/>
      </c:catAx>
      <c:valAx>
        <c:axId val="39067780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754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Sheet1!$B$179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Sheet1!$C$178:$BE$178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Sheet1!$C$179:$BE$179</c:f>
              <c:numCache>
                <c:formatCode>General</c:formatCode>
                <c:ptCount val="55"/>
                <c:pt idx="0" formatCode="0%">
                  <c:v>7.849496768447059E-2</c:v>
                </c:pt>
                <c:pt idx="2" formatCode="0%">
                  <c:v>5.3747584933900042E-2</c:v>
                </c:pt>
                <c:pt idx="3" formatCode="0%">
                  <c:v>0.10509893218841039</c:v>
                </c:pt>
                <c:pt idx="5" formatCode="0%">
                  <c:v>9.4568145165402934E-2</c:v>
                </c:pt>
                <c:pt idx="6" formatCode="0%">
                  <c:v>6.5380461452370864E-2</c:v>
                </c:pt>
                <c:pt idx="7" formatCode="0%">
                  <c:v>7.2941983679914321E-2</c:v>
                </c:pt>
                <c:pt idx="8" formatCode="0%">
                  <c:v>8.2901614196510987E-2</c:v>
                </c:pt>
                <c:pt idx="10" formatCode="0%">
                  <c:v>0.14241567482319198</c:v>
                </c:pt>
                <c:pt idx="11" formatCode="0%">
                  <c:v>4.1292723606322558E-2</c:v>
                </c:pt>
                <c:pt idx="12" formatCode="0%">
                  <c:v>6.9931728064993912E-2</c:v>
                </c:pt>
                <c:pt idx="14" formatCode="0%">
                  <c:v>0.11677825852074183</c:v>
                </c:pt>
                <c:pt idx="15" formatCode="0%">
                  <c:v>8.9946040978639938E-2</c:v>
                </c:pt>
                <c:pt idx="16" formatCode="0%">
                  <c:v>2.6978895846186311E-2</c:v>
                </c:pt>
                <c:pt idx="17" formatCode="0%">
                  <c:v>0.10357845564545601</c:v>
                </c:pt>
                <c:pt idx="19" formatCode="0%">
                  <c:v>9.895642249746453E-2</c:v>
                </c:pt>
                <c:pt idx="20" formatCode="0%">
                  <c:v>5.0448067322417627E-2</c:v>
                </c:pt>
                <c:pt idx="22" formatCode="0%">
                  <c:v>4.8227493239239728E-2</c:v>
                </c:pt>
                <c:pt idx="23" formatCode="0%">
                  <c:v>9.8851832827261954E-2</c:v>
                </c:pt>
                <c:pt idx="24" formatCode="0%">
                  <c:v>2.767885633699283E-3</c:v>
                </c:pt>
                <c:pt idx="25" formatCode="0%">
                  <c:v>8.3809184095314293E-2</c:v>
                </c:pt>
                <c:pt idx="27" formatCode="0%">
                  <c:v>5.8092712790541408E-2</c:v>
                </c:pt>
                <c:pt idx="28" formatCode="0%">
                  <c:v>0.10283616959972978</c:v>
                </c:pt>
                <c:pt idx="29" formatCode="0%">
                  <c:v>5.1617097997879585E-2</c:v>
                </c:pt>
                <c:pt idx="31" formatCode="0%">
                  <c:v>3.4869135590144346E-2</c:v>
                </c:pt>
                <c:pt idx="32" formatCode="0%">
                  <c:v>0.24756777940991334</c:v>
                </c:pt>
                <c:pt idx="33" formatCode="0%">
                  <c:v>0.13823577970653519</c:v>
                </c:pt>
                <c:pt idx="34" formatCode="0%">
                  <c:v>0</c:v>
                </c:pt>
                <c:pt idx="35" formatCode="0%">
                  <c:v>2.8965853884487035E-2</c:v>
                </c:pt>
                <c:pt idx="36" formatCode="0%">
                  <c:v>1.9363817341790693E-4</c:v>
                </c:pt>
                <c:pt idx="38" formatCode="0%">
                  <c:v>7.8418223959009006E-3</c:v>
                </c:pt>
                <c:pt idx="39" formatCode="0%">
                  <c:v>0.21796653755590628</c:v>
                </c:pt>
                <c:pt idx="40" formatCode="0%">
                  <c:v>8.6294010520590093E-4</c:v>
                </c:pt>
                <c:pt idx="41" formatCode="0%">
                  <c:v>4.0523163975227155E-3</c:v>
                </c:pt>
                <c:pt idx="43" formatCode="0%">
                  <c:v>5.4177684011958481E-3</c:v>
                </c:pt>
                <c:pt idx="44" formatCode="0%">
                  <c:v>0.19788803834572588</c:v>
                </c:pt>
                <c:pt idx="46" formatCode="0%">
                  <c:v>5.8338800476691547E-3</c:v>
                </c:pt>
                <c:pt idx="47" formatCode="0%">
                  <c:v>0</c:v>
                </c:pt>
                <c:pt idx="48" formatCode="0%">
                  <c:v>0.14111866262734901</c:v>
                </c:pt>
                <c:pt idx="49" formatCode="0%">
                  <c:v>0.17035987887109505</c:v>
                </c:pt>
                <c:pt idx="51" formatCode="0%">
                  <c:v>0.24016396514217966</c:v>
                </c:pt>
                <c:pt idx="52" formatCode="0%">
                  <c:v>0.14748349571074162</c:v>
                </c:pt>
                <c:pt idx="53" formatCode="0%">
                  <c:v>1.8160657189209419E-2</c:v>
                </c:pt>
                <c:pt idx="54" formatCode="0%">
                  <c:v>3.5699159402219284E-4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Sheet1!$B$180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Sheet1!$C$178:$BE$178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Sheet1!$C$180:$BE$180</c:f>
              <c:numCache>
                <c:formatCode>General</c:formatCode>
                <c:ptCount val="55"/>
                <c:pt idx="0" formatCode="0%">
                  <c:v>0.21358770941161556</c:v>
                </c:pt>
                <c:pt idx="2" formatCode="0%">
                  <c:v>0.23811521221827017</c:v>
                </c:pt>
                <c:pt idx="3" formatCode="0%">
                  <c:v>0.18724090098598109</c:v>
                </c:pt>
                <c:pt idx="5" formatCode="0%">
                  <c:v>8.3458032577330477E-2</c:v>
                </c:pt>
                <c:pt idx="6" formatCode="0%">
                  <c:v>0.14827522026690015</c:v>
                </c:pt>
                <c:pt idx="7" formatCode="0%">
                  <c:v>0.27359693189268508</c:v>
                </c:pt>
                <c:pt idx="8" formatCode="0%">
                  <c:v>0.33412482940426697</c:v>
                </c:pt>
                <c:pt idx="10" formatCode="0%">
                  <c:v>0.28844087519514922</c:v>
                </c:pt>
                <c:pt idx="11" formatCode="0%">
                  <c:v>0.21979601245924826</c:v>
                </c:pt>
                <c:pt idx="12" formatCode="0%">
                  <c:v>0.14649047694427186</c:v>
                </c:pt>
                <c:pt idx="14" formatCode="0%">
                  <c:v>0.27888913664700743</c:v>
                </c:pt>
                <c:pt idx="15" formatCode="0%">
                  <c:v>0.23576422481396209</c:v>
                </c:pt>
                <c:pt idx="16" formatCode="0%">
                  <c:v>0.14387758330539357</c:v>
                </c:pt>
                <c:pt idx="17" formatCode="0%">
                  <c:v>7.8208421992790225E-2</c:v>
                </c:pt>
                <c:pt idx="19" formatCode="0%">
                  <c:v>0.24684007437308572</c:v>
                </c:pt>
                <c:pt idx="20" formatCode="0%">
                  <c:v>0.16800806830590514</c:v>
                </c:pt>
                <c:pt idx="22" formatCode="0%">
                  <c:v>0.25666747030140336</c:v>
                </c:pt>
                <c:pt idx="23" formatCode="0%">
                  <c:v>0.24708208951106733</c:v>
                </c:pt>
                <c:pt idx="24" formatCode="0%">
                  <c:v>0.2122622725312649</c:v>
                </c:pt>
                <c:pt idx="25" formatCode="0%">
                  <c:v>0.1475864603127145</c:v>
                </c:pt>
                <c:pt idx="27" formatCode="0%">
                  <c:v>0.25869726622390277</c:v>
                </c:pt>
                <c:pt idx="28" formatCode="0%">
                  <c:v>0.23203593428905875</c:v>
                </c:pt>
                <c:pt idx="29" formatCode="0%">
                  <c:v>0.11622480585391398</c:v>
                </c:pt>
                <c:pt idx="31" formatCode="0%">
                  <c:v>0.11095620799578972</c:v>
                </c:pt>
                <c:pt idx="32" formatCode="0%">
                  <c:v>0.50085843295531829</c:v>
                </c:pt>
                <c:pt idx="33" formatCode="0%">
                  <c:v>0.51806791953616349</c:v>
                </c:pt>
                <c:pt idx="34" formatCode="0%">
                  <c:v>5.4910492016547454E-3</c:v>
                </c:pt>
                <c:pt idx="35" formatCode="0%">
                  <c:v>7.9483786382873081E-2</c:v>
                </c:pt>
                <c:pt idx="36" formatCode="0%">
                  <c:v>0</c:v>
                </c:pt>
                <c:pt idx="38" formatCode="0%">
                  <c:v>0.33402103931111121</c:v>
                </c:pt>
                <c:pt idx="39" formatCode="0%">
                  <c:v>0.41711121847838123</c:v>
                </c:pt>
                <c:pt idx="40" formatCode="0%">
                  <c:v>5.9261225156115434E-2</c:v>
                </c:pt>
                <c:pt idx="41" formatCode="0%">
                  <c:v>1.6015121131536674E-2</c:v>
                </c:pt>
                <c:pt idx="43" formatCode="0%">
                  <c:v>5.7945080911722034E-2</c:v>
                </c:pt>
                <c:pt idx="44" formatCode="0%">
                  <c:v>0.35514000384434768</c:v>
                </c:pt>
                <c:pt idx="46" formatCode="0%">
                  <c:v>1.3841274844160843E-3</c:v>
                </c:pt>
                <c:pt idx="47" formatCode="0%">
                  <c:v>6.0149815432499955E-2</c:v>
                </c:pt>
                <c:pt idx="48" formatCode="0%">
                  <c:v>0.14975370211092709</c:v>
                </c:pt>
                <c:pt idx="49" formatCode="0%">
                  <c:v>0.53042105954354857</c:v>
                </c:pt>
                <c:pt idx="51" formatCode="0%">
                  <c:v>0.54800453080775968</c:v>
                </c:pt>
                <c:pt idx="52" formatCode="0%">
                  <c:v>0.43591896415915715</c:v>
                </c:pt>
                <c:pt idx="53" formatCode="0%">
                  <c:v>9.1982870910920111E-2</c:v>
                </c:pt>
                <c:pt idx="54" formatCode="0%">
                  <c:v>3.6591637897641638E-2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Sheet1!$B$181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Sheet1!$C$178:$BE$178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Sheet1!$C$181:$BE$181</c:f>
              <c:numCache>
                <c:formatCode>General</c:formatCode>
                <c:ptCount val="55"/>
                <c:pt idx="0" formatCode="0%">
                  <c:v>0.11635476096888012</c:v>
                </c:pt>
                <c:pt idx="2" formatCode="0%">
                  <c:v>0.12754234040633719</c:v>
                </c:pt>
                <c:pt idx="3" formatCode="0%">
                  <c:v>0.10433876650947706</c:v>
                </c:pt>
                <c:pt idx="5" formatCode="0%">
                  <c:v>0.18591252292482285</c:v>
                </c:pt>
                <c:pt idx="6" formatCode="0%">
                  <c:v>0.11293101542254914</c:v>
                </c:pt>
                <c:pt idx="7" formatCode="0%">
                  <c:v>5.9471607474937696E-2</c:v>
                </c:pt>
                <c:pt idx="8" formatCode="0%">
                  <c:v>0.11728592576101914</c:v>
                </c:pt>
                <c:pt idx="10" formatCode="0%">
                  <c:v>3.2104189555606427E-2</c:v>
                </c:pt>
                <c:pt idx="11" formatCode="0%">
                  <c:v>0.15432298008741077</c:v>
                </c:pt>
                <c:pt idx="12" formatCode="0%">
                  <c:v>0.14032980146774535</c:v>
                </c:pt>
                <c:pt idx="14" formatCode="0%">
                  <c:v>7.6155411905454662E-2</c:v>
                </c:pt>
                <c:pt idx="15" formatCode="0%">
                  <c:v>9.9372319474639953E-2</c:v>
                </c:pt>
                <c:pt idx="16" formatCode="0%">
                  <c:v>0.17843940507233028</c:v>
                </c:pt>
                <c:pt idx="17" formatCode="0%">
                  <c:v>9.5476105278144652E-2</c:v>
                </c:pt>
                <c:pt idx="19" formatCode="0%">
                  <c:v>9.5619415268322822E-2</c:v>
                </c:pt>
                <c:pt idx="20" formatCode="0%">
                  <c:v>0.14477708871396958</c:v>
                </c:pt>
                <c:pt idx="22" formatCode="0%">
                  <c:v>0.11779183575208178</c:v>
                </c:pt>
                <c:pt idx="23" formatCode="0%">
                  <c:v>0.14761489495199834</c:v>
                </c:pt>
                <c:pt idx="24" formatCode="0%">
                  <c:v>4.3344008025846426E-2</c:v>
                </c:pt>
                <c:pt idx="25" formatCode="0%">
                  <c:v>0.11784386732527871</c:v>
                </c:pt>
                <c:pt idx="27" formatCode="0%">
                  <c:v>0.16481915341508768</c:v>
                </c:pt>
                <c:pt idx="28" formatCode="0%">
                  <c:v>0.10019908803335786</c:v>
                </c:pt>
                <c:pt idx="29" formatCode="0%">
                  <c:v>7.2418356081919405E-2</c:v>
                </c:pt>
                <c:pt idx="31" formatCode="0%">
                  <c:v>0.13339118340392253</c:v>
                </c:pt>
                <c:pt idx="32" formatCode="0%">
                  <c:v>9.4870630626042368E-2</c:v>
                </c:pt>
                <c:pt idx="33" formatCode="0%">
                  <c:v>0.26684004096561686</c:v>
                </c:pt>
                <c:pt idx="34" formatCode="0%">
                  <c:v>5.5621237858263228E-3</c:v>
                </c:pt>
                <c:pt idx="35" formatCode="0%">
                  <c:v>0.50152196526901272</c:v>
                </c:pt>
                <c:pt idx="36" formatCode="0%">
                  <c:v>6.5502351112368051E-3</c:v>
                </c:pt>
                <c:pt idx="38" formatCode="0%">
                  <c:v>0.12183130290547345</c:v>
                </c:pt>
                <c:pt idx="39" formatCode="0%">
                  <c:v>0.13518790608416345</c:v>
                </c:pt>
                <c:pt idx="40" formatCode="0%">
                  <c:v>5.4667401416649677E-2</c:v>
                </c:pt>
                <c:pt idx="41" formatCode="0%">
                  <c:v>3.52177770453816E-2</c:v>
                </c:pt>
                <c:pt idx="43" formatCode="0%">
                  <c:v>3.0285766825678597E-2</c:v>
                </c:pt>
                <c:pt idx="44" formatCode="0%">
                  <c:v>0.19656731059959276</c:v>
                </c:pt>
                <c:pt idx="46" formatCode="0%">
                  <c:v>1.7196201401798034E-2</c:v>
                </c:pt>
                <c:pt idx="47" formatCode="0%">
                  <c:v>5.8760400407784567E-2</c:v>
                </c:pt>
                <c:pt idx="48" formatCode="0%">
                  <c:v>0.34991172685620581</c:v>
                </c:pt>
                <c:pt idx="49" formatCode="0%">
                  <c:v>0.14710206826234057</c:v>
                </c:pt>
                <c:pt idx="51" formatCode="0%">
                  <c:v>0.12852241073335707</c:v>
                </c:pt>
                <c:pt idx="52" formatCode="0%">
                  <c:v>0.18269926633190045</c:v>
                </c:pt>
                <c:pt idx="53" formatCode="0%">
                  <c:v>0.36359148322028451</c:v>
                </c:pt>
                <c:pt idx="54" formatCode="0%">
                  <c:v>9.7018694585278547E-3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Sheet1!$B$182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Sheet1!$C$178:$BE$178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Sheet1!$C$182:$BE$182</c:f>
              <c:numCache>
                <c:formatCode>General</c:formatCode>
                <c:ptCount val="55"/>
                <c:pt idx="0" formatCode="0%">
                  <c:v>0.56715657782846995</c:v>
                </c:pt>
                <c:pt idx="2" formatCode="0%">
                  <c:v>0.5768634617849191</c:v>
                </c:pt>
                <c:pt idx="3" formatCode="0%">
                  <c:v>0.55669276231604514</c:v>
                </c:pt>
                <c:pt idx="5" formatCode="0%">
                  <c:v>0.60411748177856628</c:v>
                </c:pt>
                <c:pt idx="6" formatCode="0%">
                  <c:v>0.6690888183775664</c:v>
                </c:pt>
                <c:pt idx="7" formatCode="0%">
                  <c:v>0.56588487635378915</c:v>
                </c:pt>
                <c:pt idx="8" formatCode="0%">
                  <c:v>0.43201406674472698</c:v>
                </c:pt>
                <c:pt idx="10" formatCode="0%">
                  <c:v>0.53372210150415378</c:v>
                </c:pt>
                <c:pt idx="11" formatCode="0%">
                  <c:v>0.54517462598707989</c:v>
                </c:pt>
                <c:pt idx="12" formatCode="0%">
                  <c:v>0.61915140495438969</c:v>
                </c:pt>
                <c:pt idx="14" formatCode="0%">
                  <c:v>0.50704106830557305</c:v>
                </c:pt>
                <c:pt idx="15" formatCode="0%">
                  <c:v>0.56462744185435487</c:v>
                </c:pt>
                <c:pt idx="16" formatCode="0%">
                  <c:v>0.6000242602955419</c:v>
                </c:pt>
                <c:pt idx="17" formatCode="0%">
                  <c:v>0.72273701708360927</c:v>
                </c:pt>
                <c:pt idx="19" formatCode="0%">
                  <c:v>0.53014048913215928</c:v>
                </c:pt>
                <c:pt idx="20" formatCode="0%">
                  <c:v>0.61789522573726963</c:v>
                </c:pt>
                <c:pt idx="22" formatCode="0%">
                  <c:v>0.56384610598203377</c:v>
                </c:pt>
                <c:pt idx="23" formatCode="0%">
                  <c:v>0.46137780738927275</c:v>
                </c:pt>
                <c:pt idx="24" formatCode="0%">
                  <c:v>0.71329260129840366</c:v>
                </c:pt>
                <c:pt idx="25" formatCode="0%">
                  <c:v>0.635901182260877</c:v>
                </c:pt>
                <c:pt idx="27" formatCode="0%">
                  <c:v>0.49801965536794851</c:v>
                </c:pt>
                <c:pt idx="28" formatCode="0%">
                  <c:v>0.52441795254621248</c:v>
                </c:pt>
                <c:pt idx="29" formatCode="0%">
                  <c:v>0.74418597591627167</c:v>
                </c:pt>
                <c:pt idx="31" formatCode="0%">
                  <c:v>0.67081512257822273</c:v>
                </c:pt>
                <c:pt idx="32" formatCode="0%">
                  <c:v>0.13853040524492849</c:v>
                </c:pt>
                <c:pt idx="33" formatCode="0%">
                  <c:v>5.0241112414369654E-2</c:v>
                </c:pt>
                <c:pt idx="34" formatCode="0%">
                  <c:v>0.96655823312999511</c:v>
                </c:pt>
                <c:pt idx="35" formatCode="0%">
                  <c:v>0.3896988233503082</c:v>
                </c:pt>
                <c:pt idx="36" formatCode="0%">
                  <c:v>0.99325612671534524</c:v>
                </c:pt>
                <c:pt idx="38" formatCode="0%">
                  <c:v>0.51373070719892888</c:v>
                </c:pt>
                <c:pt idx="39" formatCode="0%">
                  <c:v>0.18567996957229085</c:v>
                </c:pt>
                <c:pt idx="40" formatCode="0%">
                  <c:v>0.87112101711619938</c:v>
                </c:pt>
                <c:pt idx="41" formatCode="0%">
                  <c:v>0.94471478542555876</c:v>
                </c:pt>
                <c:pt idx="43" formatCode="0%">
                  <c:v>0.88173821570000688</c:v>
                </c:pt>
                <c:pt idx="44" formatCode="0%">
                  <c:v>0.23076933805423672</c:v>
                </c:pt>
                <c:pt idx="46" formatCode="0%">
                  <c:v>0.96906082274678329</c:v>
                </c:pt>
                <c:pt idx="47" formatCode="0%">
                  <c:v>0.83882133458895103</c:v>
                </c:pt>
                <c:pt idx="48" formatCode="0%">
                  <c:v>0.3418548207554567</c:v>
                </c:pt>
                <c:pt idx="49" formatCode="0%">
                  <c:v>0.12531369802683595</c:v>
                </c:pt>
                <c:pt idx="51" formatCode="0%">
                  <c:v>5.7470129445650268E-2</c:v>
                </c:pt>
                <c:pt idx="52" formatCode="0%">
                  <c:v>0.20011903015563079</c:v>
                </c:pt>
                <c:pt idx="53" formatCode="0%">
                  <c:v>0.45915019367397514</c:v>
                </c:pt>
                <c:pt idx="54" formatCode="0%">
                  <c:v>0.95332357517361199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Sheet1!$B$183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Sheet1!$C$178:$BE$178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Sheet1!$C$183:$BE$183</c:f>
              <c:numCache>
                <c:formatCode>General</c:formatCode>
                <c:ptCount val="55"/>
                <c:pt idx="0" formatCode="0%">
                  <c:v>2.4405984106564641E-2</c:v>
                </c:pt>
                <c:pt idx="2" formatCode="0%">
                  <c:v>3.7314006565744976E-3</c:v>
                </c:pt>
                <c:pt idx="3" formatCode="0%">
                  <c:v>4.6628638000085439E-2</c:v>
                </c:pt>
                <c:pt idx="5" formatCode="0%">
                  <c:v>3.1943817553877339E-2</c:v>
                </c:pt>
                <c:pt idx="6" formatCode="0%">
                  <c:v>4.3244844806132922E-3</c:v>
                </c:pt>
                <c:pt idx="7" formatCode="0%">
                  <c:v>2.8104600598673327E-2</c:v>
                </c:pt>
                <c:pt idx="8" formatCode="0%">
                  <c:v>3.3673563893474055E-2</c:v>
                </c:pt>
                <c:pt idx="10" formatCode="0%">
                  <c:v>3.3171589218979002E-3</c:v>
                </c:pt>
                <c:pt idx="11" formatCode="0%">
                  <c:v>3.9413657859937681E-2</c:v>
                </c:pt>
                <c:pt idx="12" formatCode="0%">
                  <c:v>2.409658856859935E-2</c:v>
                </c:pt>
                <c:pt idx="14" formatCode="0%">
                  <c:v>2.1136124621222094E-2</c:v>
                </c:pt>
                <c:pt idx="15" formatCode="0%">
                  <c:v>1.0289972878402583E-2</c:v>
                </c:pt>
                <c:pt idx="16" formatCode="0%">
                  <c:v>5.0679855480548056E-2</c:v>
                </c:pt>
                <c:pt idx="17" formatCode="0%">
                  <c:v>0</c:v>
                </c:pt>
                <c:pt idx="19" formatCode="0%">
                  <c:v>2.8443598728968102E-2</c:v>
                </c:pt>
                <c:pt idx="20" formatCode="0%">
                  <c:v>1.8871549920438064E-2</c:v>
                </c:pt>
                <c:pt idx="22" formatCode="0%">
                  <c:v>1.3467094725241189E-2</c:v>
                </c:pt>
                <c:pt idx="23" formatCode="0%">
                  <c:v>4.5073375320399303E-2</c:v>
                </c:pt>
                <c:pt idx="24" formatCode="0%">
                  <c:v>2.8333232510785466E-2</c:v>
                </c:pt>
                <c:pt idx="25" formatCode="0%">
                  <c:v>1.4859306005815481E-2</c:v>
                </c:pt>
                <c:pt idx="27" formatCode="0%">
                  <c:v>2.0371212202519234E-2</c:v>
                </c:pt>
                <c:pt idx="28" formatCode="0%">
                  <c:v>4.0510855531640806E-2</c:v>
                </c:pt>
                <c:pt idx="29" formatCode="0%">
                  <c:v>1.5553764150015333E-2</c:v>
                </c:pt>
                <c:pt idx="31" formatCode="0%">
                  <c:v>4.9968350431920584E-2</c:v>
                </c:pt>
                <c:pt idx="32" formatCode="0%">
                  <c:v>1.8172751763796954E-2</c:v>
                </c:pt>
                <c:pt idx="33" formatCode="0%">
                  <c:v>2.6615147377314564E-2</c:v>
                </c:pt>
                <c:pt idx="34" formatCode="0%">
                  <c:v>2.2388593882523455E-2</c:v>
                </c:pt>
                <c:pt idx="35" formatCode="0%">
                  <c:v>3.2957111331866486E-4</c:v>
                </c:pt>
                <c:pt idx="36" formatCode="0%">
                  <c:v>0</c:v>
                </c:pt>
                <c:pt idx="38" formatCode="0%">
                  <c:v>2.2575128188585231E-2</c:v>
                </c:pt>
                <c:pt idx="39" formatCode="0%">
                  <c:v>4.4054368309258442E-2</c:v>
                </c:pt>
                <c:pt idx="40" formatCode="0%">
                  <c:v>1.4087416205829335E-2</c:v>
                </c:pt>
                <c:pt idx="41" formatCode="0%">
                  <c:v>0</c:v>
                </c:pt>
                <c:pt idx="43" formatCode="0%">
                  <c:v>2.4613168161396665E-2</c:v>
                </c:pt>
                <c:pt idx="44" formatCode="0%">
                  <c:v>1.9635309156097524E-2</c:v>
                </c:pt>
                <c:pt idx="46" formatCode="0%">
                  <c:v>6.5249683193334199E-3</c:v>
                </c:pt>
                <c:pt idx="47" formatCode="0%">
                  <c:v>4.2268449570764553E-2</c:v>
                </c:pt>
                <c:pt idx="48" formatCode="0%">
                  <c:v>1.7361087650061422E-2</c:v>
                </c:pt>
                <c:pt idx="49" formatCode="0%">
                  <c:v>2.6803295296180224E-2</c:v>
                </c:pt>
                <c:pt idx="51" formatCode="0%">
                  <c:v>2.5838963871053396E-2</c:v>
                </c:pt>
                <c:pt idx="52" formatCode="0%">
                  <c:v>3.3779243642570088E-2</c:v>
                </c:pt>
                <c:pt idx="53" formatCode="0%">
                  <c:v>6.7114795005610975E-2</c:v>
                </c:pt>
                <c:pt idx="54" formatCode="0%">
                  <c:v>2.5925876196152135E-5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81728"/>
        <c:axId val="390678592"/>
      </c:barChart>
      <c:catAx>
        <c:axId val="390681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78592"/>
        <c:crosses val="autoZero"/>
        <c:auto val="1"/>
        <c:lblAlgn val="ctr"/>
        <c:lblOffset val="100"/>
        <c:noMultiLvlLbl val="0"/>
      </c:catAx>
      <c:valAx>
        <c:axId val="39067859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81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Sheet1!$B$186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Sheet1!$C$185:$BE$185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Sheet1!$C$186:$BE$186</c:f>
              <c:numCache>
                <c:formatCode>General</c:formatCode>
                <c:ptCount val="55"/>
                <c:pt idx="0" formatCode="0%">
                  <c:v>0.23036475870401818</c:v>
                </c:pt>
                <c:pt idx="2" formatCode="0%">
                  <c:v>0.18086234999418005</c:v>
                </c:pt>
                <c:pt idx="3" formatCode="0%">
                  <c:v>0.28352982674240684</c:v>
                </c:pt>
                <c:pt idx="5" formatCode="0%">
                  <c:v>0.12124033982639379</c:v>
                </c:pt>
                <c:pt idx="6" formatCode="0%">
                  <c:v>0.27531926120507888</c:v>
                </c:pt>
                <c:pt idx="7" formatCode="0%">
                  <c:v>0.34086977518203088</c:v>
                </c:pt>
                <c:pt idx="8" formatCode="0%">
                  <c:v>0.16622670223657482</c:v>
                </c:pt>
                <c:pt idx="10" formatCode="0%">
                  <c:v>0.23278101517883687</c:v>
                </c:pt>
                <c:pt idx="11" formatCode="0%">
                  <c:v>0.18690671854359978</c:v>
                </c:pt>
                <c:pt idx="12" formatCode="0%">
                  <c:v>0.2783359058981808</c:v>
                </c:pt>
                <c:pt idx="14" formatCode="0%">
                  <c:v>0.16203344157401445</c:v>
                </c:pt>
                <c:pt idx="15" formatCode="0%">
                  <c:v>0.18473363528208261</c:v>
                </c:pt>
                <c:pt idx="16" formatCode="0%">
                  <c:v>0.34126612748641427</c:v>
                </c:pt>
                <c:pt idx="17" formatCode="0%">
                  <c:v>0.30017231352375973</c:v>
                </c:pt>
                <c:pt idx="19" formatCode="0%">
                  <c:v>0.22431659292716261</c:v>
                </c:pt>
                <c:pt idx="20" formatCode="0%">
                  <c:v>0.23864430437790585</c:v>
                </c:pt>
                <c:pt idx="22" formatCode="0%">
                  <c:v>0.23323867094881912</c:v>
                </c:pt>
                <c:pt idx="23" formatCode="0%">
                  <c:v>0.18686542743951853</c:v>
                </c:pt>
                <c:pt idx="24" formatCode="0%">
                  <c:v>0.27622128499569104</c:v>
                </c:pt>
                <c:pt idx="25" formatCode="0%">
                  <c:v>0.24343260021237265</c:v>
                </c:pt>
                <c:pt idx="27" formatCode="0%">
                  <c:v>0.21719154903678187</c:v>
                </c:pt>
                <c:pt idx="28" formatCode="0%">
                  <c:v>0.24929055138928849</c:v>
                </c:pt>
                <c:pt idx="29" formatCode="0%">
                  <c:v>0.23029367875751525</c:v>
                </c:pt>
                <c:pt idx="31" formatCode="0%">
                  <c:v>0.25193833599384619</c:v>
                </c:pt>
                <c:pt idx="32" formatCode="0%">
                  <c:v>8.5241555352777128E-4</c:v>
                </c:pt>
                <c:pt idx="33" formatCode="0%">
                  <c:v>1.5652273289931014E-2</c:v>
                </c:pt>
                <c:pt idx="34" formatCode="0%">
                  <c:v>0.34111456353268221</c:v>
                </c:pt>
                <c:pt idx="35" formatCode="0%">
                  <c:v>2.2914170800012103E-2</c:v>
                </c:pt>
                <c:pt idx="36" formatCode="0%">
                  <c:v>0.57176131345042569</c:v>
                </c:pt>
                <c:pt idx="38" formatCode="0%">
                  <c:v>4.7817365999527579E-2</c:v>
                </c:pt>
                <c:pt idx="39" formatCode="0%">
                  <c:v>5.2395801218166511E-2</c:v>
                </c:pt>
                <c:pt idx="40" formatCode="0%">
                  <c:v>0.38085666479896507</c:v>
                </c:pt>
                <c:pt idx="41" formatCode="0%">
                  <c:v>0.63666994427167922</c:v>
                </c:pt>
                <c:pt idx="43" formatCode="0%">
                  <c:v>0.40251367979710523</c:v>
                </c:pt>
                <c:pt idx="44" formatCode="0%">
                  <c:v>9.6481573630487899E-2</c:v>
                </c:pt>
                <c:pt idx="46" formatCode="0%">
                  <c:v>0.64897801348478301</c:v>
                </c:pt>
                <c:pt idx="47" formatCode="0%">
                  <c:v>0.19988481525960858</c:v>
                </c:pt>
                <c:pt idx="48" formatCode="0%">
                  <c:v>8.0828714492154705E-3</c:v>
                </c:pt>
                <c:pt idx="49" formatCode="0%">
                  <c:v>1.7805605080159763E-4</c:v>
                </c:pt>
                <c:pt idx="51" formatCode="0%">
                  <c:v>9.0428412064177503E-3</c:v>
                </c:pt>
                <c:pt idx="52" formatCode="0%">
                  <c:v>1.2038096445302144E-2</c:v>
                </c:pt>
                <c:pt idx="53" formatCode="0%">
                  <c:v>8.9744607841306112E-2</c:v>
                </c:pt>
                <c:pt idx="54" formatCode="0%">
                  <c:v>0.44758795259377426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Sheet1!$B$187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Sheet1!$C$185:$BE$185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Sheet1!$C$187:$BE$187</c:f>
              <c:numCache>
                <c:formatCode>General</c:formatCode>
                <c:ptCount val="55"/>
                <c:pt idx="0" formatCode="0%">
                  <c:v>0.26582646557044737</c:v>
                </c:pt>
                <c:pt idx="2" formatCode="0%">
                  <c:v>0.29584820930791683</c:v>
                </c:pt>
                <c:pt idx="3" formatCode="0%">
                  <c:v>0.23356908325859174</c:v>
                </c:pt>
                <c:pt idx="5" formatCode="0%">
                  <c:v>0.37222293934596418</c:v>
                </c:pt>
                <c:pt idx="6" formatCode="0%">
                  <c:v>0.30400654259383009</c:v>
                </c:pt>
                <c:pt idx="7" formatCode="0%">
                  <c:v>0.18389028692232087</c:v>
                </c:pt>
                <c:pt idx="8" formatCode="0%">
                  <c:v>0.21819277305035661</c:v>
                </c:pt>
                <c:pt idx="10" formatCode="0%">
                  <c:v>0.24313042833419365</c:v>
                </c:pt>
                <c:pt idx="11" formatCode="0%">
                  <c:v>0.26361542897245499</c:v>
                </c:pt>
                <c:pt idx="12" formatCode="0%">
                  <c:v>0.28657384197509511</c:v>
                </c:pt>
                <c:pt idx="14" formatCode="0%">
                  <c:v>0.30518338285044133</c:v>
                </c:pt>
                <c:pt idx="15" formatCode="0%">
                  <c:v>0.27941876817554484</c:v>
                </c:pt>
                <c:pt idx="16" formatCode="0%">
                  <c:v>0.19509193617237883</c:v>
                </c:pt>
                <c:pt idx="17" formatCode="0%">
                  <c:v>0.40009756291211701</c:v>
                </c:pt>
                <c:pt idx="19" formatCode="0%">
                  <c:v>0.2412876444942661</c:v>
                </c:pt>
                <c:pt idx="20" formatCode="0%">
                  <c:v>0.29941851601672803</c:v>
                </c:pt>
                <c:pt idx="22" formatCode="0%">
                  <c:v>0.27652559527330389</c:v>
                </c:pt>
                <c:pt idx="23" formatCode="0%">
                  <c:v>0.29027400976284512</c:v>
                </c:pt>
                <c:pt idx="24" formatCode="0%">
                  <c:v>0.32614025091510629</c:v>
                </c:pt>
                <c:pt idx="25" formatCode="0%">
                  <c:v>0.25917968158642568</c:v>
                </c:pt>
                <c:pt idx="27" formatCode="0%">
                  <c:v>0.24046981293930375</c:v>
                </c:pt>
                <c:pt idx="28" formatCode="0%">
                  <c:v>0.22746569712376555</c:v>
                </c:pt>
                <c:pt idx="29" formatCode="0%">
                  <c:v>0.37403019963177342</c:v>
                </c:pt>
                <c:pt idx="31" formatCode="0%">
                  <c:v>0.3727981545094402</c:v>
                </c:pt>
                <c:pt idx="32" formatCode="0%">
                  <c:v>3.1710296419134018E-2</c:v>
                </c:pt>
                <c:pt idx="33" formatCode="0%">
                  <c:v>2.468763196765722E-2</c:v>
                </c:pt>
                <c:pt idx="34" formatCode="0%">
                  <c:v>0.55233989360300184</c:v>
                </c:pt>
                <c:pt idx="35" formatCode="0%">
                  <c:v>0.33694644724759465</c:v>
                </c:pt>
                <c:pt idx="36" formatCode="0%">
                  <c:v>0.33647037358421628</c:v>
                </c:pt>
                <c:pt idx="38" formatCode="0%">
                  <c:v>0.34594203497771159</c:v>
                </c:pt>
                <c:pt idx="39" formatCode="0%">
                  <c:v>8.062128277442189E-2</c:v>
                </c:pt>
                <c:pt idx="40" formatCode="0%">
                  <c:v>0.40820695896392556</c:v>
                </c:pt>
                <c:pt idx="41" formatCode="0%">
                  <c:v>0.26606850734109855</c:v>
                </c:pt>
                <c:pt idx="43" formatCode="0%">
                  <c:v>0.46160855535988987</c:v>
                </c:pt>
                <c:pt idx="44" formatCode="0%">
                  <c:v>4.2135670356282545E-2</c:v>
                </c:pt>
                <c:pt idx="46" formatCode="0%">
                  <c:v>0.30411736152469188</c:v>
                </c:pt>
                <c:pt idx="47" formatCode="0%">
                  <c:v>0.62328399568352066</c:v>
                </c:pt>
                <c:pt idx="48" formatCode="0%">
                  <c:v>7.9905728500497819E-2</c:v>
                </c:pt>
                <c:pt idx="49" formatCode="0%">
                  <c:v>4.7707520314493622E-2</c:v>
                </c:pt>
                <c:pt idx="51" formatCode="0%">
                  <c:v>4.0066716169338953E-4</c:v>
                </c:pt>
                <c:pt idx="52" formatCode="0%">
                  <c:v>5.0684076135648584E-2</c:v>
                </c:pt>
                <c:pt idx="53" formatCode="0%">
                  <c:v>0.35814094066888075</c:v>
                </c:pt>
                <c:pt idx="54" formatCode="0%">
                  <c:v>0.43571524643618209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Sheet1!$B$188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Sheet1!$C$185:$BE$185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Sheet1!$C$188:$BE$188</c:f>
              <c:numCache>
                <c:formatCode>General</c:formatCode>
                <c:ptCount val="55"/>
                <c:pt idx="0" formatCode="0%">
                  <c:v>8.8034249094684339E-2</c:v>
                </c:pt>
                <c:pt idx="2" formatCode="0%">
                  <c:v>9.5349577476944364E-2</c:v>
                </c:pt>
                <c:pt idx="3" formatCode="0%">
                  <c:v>8.0175842352615767E-2</c:v>
                </c:pt>
                <c:pt idx="5" formatCode="0%">
                  <c:v>0.12984561702339084</c:v>
                </c:pt>
                <c:pt idx="6" formatCode="0%">
                  <c:v>0.10393391933329198</c:v>
                </c:pt>
                <c:pt idx="7" formatCode="0%">
                  <c:v>4.8087279240291728E-2</c:v>
                </c:pt>
                <c:pt idx="8" formatCode="0%">
                  <c:v>7.6783329097929759E-2</c:v>
                </c:pt>
                <c:pt idx="10" formatCode="0%">
                  <c:v>0.10418563304943623</c:v>
                </c:pt>
                <c:pt idx="11" formatCode="0%">
                  <c:v>6.5111853437116271E-2</c:v>
                </c:pt>
                <c:pt idx="12" formatCode="0%">
                  <c:v>0.10140199973669722</c:v>
                </c:pt>
                <c:pt idx="14" formatCode="0%">
                  <c:v>5.6974400070273129E-2</c:v>
                </c:pt>
                <c:pt idx="15" formatCode="0%">
                  <c:v>8.8712633531358553E-2</c:v>
                </c:pt>
                <c:pt idx="16" formatCode="0%">
                  <c:v>0.1230646153487346</c:v>
                </c:pt>
                <c:pt idx="17" formatCode="0%">
                  <c:v>3.3894912670298143E-2</c:v>
                </c:pt>
                <c:pt idx="19" formatCode="0%">
                  <c:v>5.8372320311553337E-2</c:v>
                </c:pt>
                <c:pt idx="20" formatCode="0%">
                  <c:v>0.12863950086792836</c:v>
                </c:pt>
                <c:pt idx="22" formatCode="0%">
                  <c:v>4.6071052550237336E-2</c:v>
                </c:pt>
                <c:pt idx="23" formatCode="0%">
                  <c:v>5.5890647557698812E-2</c:v>
                </c:pt>
                <c:pt idx="24" formatCode="0%">
                  <c:v>0.17029685600915812</c:v>
                </c:pt>
                <c:pt idx="25" formatCode="0%">
                  <c:v>0.11331407018656453</c:v>
                </c:pt>
                <c:pt idx="27" formatCode="0%">
                  <c:v>0.12941398745481345</c:v>
                </c:pt>
                <c:pt idx="28" formatCode="0%">
                  <c:v>8.7567341865749673E-2</c:v>
                </c:pt>
                <c:pt idx="29" formatCode="0%">
                  <c:v>6.2175144360197006E-2</c:v>
                </c:pt>
                <c:pt idx="31" formatCode="0%">
                  <c:v>0.1110906647712554</c:v>
                </c:pt>
                <c:pt idx="32" formatCode="0%">
                  <c:v>7.4164401880477725E-4</c:v>
                </c:pt>
                <c:pt idx="33" formatCode="0%">
                  <c:v>8.5480758700790804E-2</c:v>
                </c:pt>
                <c:pt idx="34" formatCode="0%">
                  <c:v>2.925827824350136E-2</c:v>
                </c:pt>
                <c:pt idx="35" formatCode="0%">
                  <c:v>0.45196621431919576</c:v>
                </c:pt>
                <c:pt idx="36" formatCode="0%">
                  <c:v>6.6647939194554209E-2</c:v>
                </c:pt>
                <c:pt idx="38" formatCode="0%">
                  <c:v>0.1394878506594921</c:v>
                </c:pt>
                <c:pt idx="39" formatCode="0%">
                  <c:v>6.4677102767247585E-2</c:v>
                </c:pt>
                <c:pt idx="40" formatCode="0%">
                  <c:v>7.714264366240195E-2</c:v>
                </c:pt>
                <c:pt idx="41" formatCode="0%">
                  <c:v>4.7148287578751627E-2</c:v>
                </c:pt>
                <c:pt idx="43" formatCode="0%">
                  <c:v>5.4942168327436827E-2</c:v>
                </c:pt>
                <c:pt idx="44" formatCode="0%">
                  <c:v>0.10211581202262474</c:v>
                </c:pt>
                <c:pt idx="46" formatCode="0%">
                  <c:v>1.0604174879494246E-2</c:v>
                </c:pt>
                <c:pt idx="47" formatCode="0%">
                  <c:v>0.14081148620584977</c:v>
                </c:pt>
                <c:pt idx="48" formatCode="0%">
                  <c:v>0.30841807747602878</c:v>
                </c:pt>
                <c:pt idx="49" formatCode="0%">
                  <c:v>3.2629920942624874E-2</c:v>
                </c:pt>
                <c:pt idx="51" formatCode="0%">
                  <c:v>6.259321799451237E-3</c:v>
                </c:pt>
                <c:pt idx="52" formatCode="0%">
                  <c:v>0.15883258548700871</c:v>
                </c:pt>
                <c:pt idx="53" formatCode="0%">
                  <c:v>0.16332082977675197</c:v>
                </c:pt>
                <c:pt idx="54" formatCode="0%">
                  <c:v>6.25774993995869E-2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Sheet1!$B$189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Sheet1!$C$185:$BE$185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Sheet1!$C$189:$BE$189</c:f>
              <c:numCache>
                <c:formatCode>General</c:formatCode>
                <c:ptCount val="55"/>
                <c:pt idx="0" formatCode="0%">
                  <c:v>0.39480085118445507</c:v>
                </c:pt>
                <c:pt idx="2" formatCode="0%">
                  <c:v>0.40844052529312924</c:v>
                </c:pt>
                <c:pt idx="3" formatCode="0%">
                  <c:v>0.38016502411528647</c:v>
                </c:pt>
                <c:pt idx="5" formatCode="0%">
                  <c:v>0.3594366042949621</c:v>
                </c:pt>
                <c:pt idx="6" formatCode="0%">
                  <c:v>0.29130482757762088</c:v>
                </c:pt>
                <c:pt idx="7" formatCode="0%">
                  <c:v>0.40934530599169672</c:v>
                </c:pt>
                <c:pt idx="8" formatCode="0%">
                  <c:v>0.51546301002507022</c:v>
                </c:pt>
                <c:pt idx="10" formatCode="0%">
                  <c:v>0.39418094911409896</c:v>
                </c:pt>
                <c:pt idx="11" formatCode="0%">
                  <c:v>0.45985854711500551</c:v>
                </c:pt>
                <c:pt idx="12" formatCode="0%">
                  <c:v>0.32058232628116523</c:v>
                </c:pt>
                <c:pt idx="14" formatCode="0%">
                  <c:v>0.46179474501731627</c:v>
                </c:pt>
                <c:pt idx="15" formatCode="0%">
                  <c:v>0.44121716146648493</c:v>
                </c:pt>
                <c:pt idx="16" formatCode="0%">
                  <c:v>0.31519786912342113</c:v>
                </c:pt>
                <c:pt idx="17" formatCode="0%">
                  <c:v>0.14082288184205677</c:v>
                </c:pt>
                <c:pt idx="19" formatCode="0%">
                  <c:v>0.44702131919522547</c:v>
                </c:pt>
                <c:pt idx="20" formatCode="0%">
                  <c:v>0.32331442605016475</c:v>
                </c:pt>
                <c:pt idx="22" formatCode="0%">
                  <c:v>0.43904700049797013</c:v>
                </c:pt>
                <c:pt idx="23" formatCode="0%">
                  <c:v>0.4472476286642727</c:v>
                </c:pt>
                <c:pt idx="24" formatCode="0%">
                  <c:v>0.21471773952674419</c:v>
                </c:pt>
                <c:pt idx="25" formatCode="0%">
                  <c:v>0.34378943668894235</c:v>
                </c:pt>
                <c:pt idx="27" formatCode="0%">
                  <c:v>0.39768210433977108</c:v>
                </c:pt>
                <c:pt idx="28" formatCode="0%">
                  <c:v>0.38970371644266971</c:v>
                </c:pt>
                <c:pt idx="29" formatCode="0%">
                  <c:v>0.31871816208004111</c:v>
                </c:pt>
                <c:pt idx="31" formatCode="0%">
                  <c:v>0.22137359993728939</c:v>
                </c:pt>
                <c:pt idx="32" formatCode="0%">
                  <c:v>0.96651889404526559</c:v>
                </c:pt>
                <c:pt idx="33" formatCode="0%">
                  <c:v>0.83416317525881056</c:v>
                </c:pt>
                <c:pt idx="34" formatCode="0%">
                  <c:v>7.6113368787604524E-2</c:v>
                </c:pt>
                <c:pt idx="35" formatCode="0%">
                  <c:v>0.17626466437429722</c:v>
                </c:pt>
                <c:pt idx="36" formatCode="0%">
                  <c:v>2.511556646500689E-2</c:v>
                </c:pt>
                <c:pt idx="38" formatCode="0%">
                  <c:v>0.41306515901473984</c:v>
                </c:pt>
                <c:pt idx="39" formatCode="0%">
                  <c:v>0.77266071073554921</c:v>
                </c:pt>
                <c:pt idx="40" formatCode="0%">
                  <c:v>0.12594267693370054</c:v>
                </c:pt>
                <c:pt idx="41" formatCode="0%">
                  <c:v>4.8792124591809198E-2</c:v>
                </c:pt>
                <c:pt idx="43" formatCode="0%">
                  <c:v>7.1918126083244424E-2</c:v>
                </c:pt>
                <c:pt idx="44" formatCode="0%">
                  <c:v>0.73623926355511715</c:v>
                </c:pt>
                <c:pt idx="46" formatCode="0%">
                  <c:v>2.6525562243881921E-2</c:v>
                </c:pt>
                <c:pt idx="47" formatCode="0%">
                  <c:v>8.3287600159381373E-3</c:v>
                </c:pt>
                <c:pt idx="48" formatCode="0%">
                  <c:v>0.5741216809756694</c:v>
                </c:pt>
                <c:pt idx="49" formatCode="0%">
                  <c:v>0.90215518550341467</c:v>
                </c:pt>
                <c:pt idx="51" formatCode="0%">
                  <c:v>0.97355001584775624</c:v>
                </c:pt>
                <c:pt idx="52" formatCode="0%">
                  <c:v>0.7723764150991973</c:v>
                </c:pt>
                <c:pt idx="53" formatCode="0%">
                  <c:v>0.33681564374912426</c:v>
                </c:pt>
                <c:pt idx="54" formatCode="0%">
                  <c:v>5.1885103114955464E-2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Sheet1!$B$190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Sheet1!$C$185:$BE$185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Sheet1!$C$190:$BE$190</c:f>
              <c:numCache>
                <c:formatCode>General</c:formatCode>
                <c:ptCount val="55"/>
                <c:pt idx="0" formatCode="0%">
                  <c:v>2.09736754463954E-2</c:v>
                </c:pt>
                <c:pt idx="2" formatCode="0%">
                  <c:v>1.949933792783062E-2</c:v>
                </c:pt>
                <c:pt idx="3" formatCode="0%">
                  <c:v>2.2560223531098253E-2</c:v>
                </c:pt>
                <c:pt idx="5" formatCode="0%">
                  <c:v>1.7254499509289225E-2</c:v>
                </c:pt>
                <c:pt idx="6" formatCode="0%">
                  <c:v>2.5435449290178002E-2</c:v>
                </c:pt>
                <c:pt idx="7" formatCode="0%">
                  <c:v>1.7807352663659303E-2</c:v>
                </c:pt>
                <c:pt idx="8" formatCode="0%">
                  <c:v>2.3334185590067395E-2</c:v>
                </c:pt>
                <c:pt idx="10" formatCode="0%">
                  <c:v>2.5721974323433604E-2</c:v>
                </c:pt>
                <c:pt idx="11" formatCode="0%">
                  <c:v>2.4507451931822754E-2</c:v>
                </c:pt>
                <c:pt idx="12" formatCode="0%">
                  <c:v>1.310592610886155E-2</c:v>
                </c:pt>
                <c:pt idx="14" formatCode="0%">
                  <c:v>1.4014030487953908E-2</c:v>
                </c:pt>
                <c:pt idx="15" formatCode="0%">
                  <c:v>5.9178015445285745E-3</c:v>
                </c:pt>
                <c:pt idx="16" formatCode="0%">
                  <c:v>2.5379451869051262E-2</c:v>
                </c:pt>
                <c:pt idx="17" formatCode="0%">
                  <c:v>0.12501232905176848</c:v>
                </c:pt>
                <c:pt idx="19" formatCode="0%">
                  <c:v>2.900212307179327E-2</c:v>
                </c:pt>
                <c:pt idx="20" formatCode="0%">
                  <c:v>9.9832526872732329E-3</c:v>
                </c:pt>
                <c:pt idx="22" formatCode="0%">
                  <c:v>5.1176807296694458E-3</c:v>
                </c:pt>
                <c:pt idx="23" formatCode="0%">
                  <c:v>1.9722286575664837E-2</c:v>
                </c:pt>
                <c:pt idx="24" formatCode="0%">
                  <c:v>1.2623868553300195E-2</c:v>
                </c:pt>
                <c:pt idx="25" formatCode="0%">
                  <c:v>4.0284211325694909E-2</c:v>
                </c:pt>
                <c:pt idx="27" formatCode="0%">
                  <c:v>1.5242546229329556E-2</c:v>
                </c:pt>
                <c:pt idx="28" formatCode="0%">
                  <c:v>4.5972693178526723E-2</c:v>
                </c:pt>
                <c:pt idx="29" formatCode="0%">
                  <c:v>1.4782815170473206E-2</c:v>
                </c:pt>
                <c:pt idx="31" formatCode="0%">
                  <c:v>4.2799244788168524E-2</c:v>
                </c:pt>
                <c:pt idx="32" formatCode="0%">
                  <c:v>1.7674996326785635E-4</c:v>
                </c:pt>
                <c:pt idx="33" formatCode="0%">
                  <c:v>4.0016160782810097E-2</c:v>
                </c:pt>
                <c:pt idx="34" formatCode="0%">
                  <c:v>1.1738958332096633E-3</c:v>
                </c:pt>
                <c:pt idx="35" formatCode="0%">
                  <c:v>1.1908503258900083E-2</c:v>
                </c:pt>
                <c:pt idx="36" formatCode="0%">
                  <c:v>4.8073057976677138E-6</c:v>
                </c:pt>
                <c:pt idx="38" formatCode="0%">
                  <c:v>5.3687589348528839E-2</c:v>
                </c:pt>
                <c:pt idx="39" formatCode="0%">
                  <c:v>2.9645102504615595E-2</c:v>
                </c:pt>
                <c:pt idx="40" formatCode="0%">
                  <c:v>7.8510556410064988E-3</c:v>
                </c:pt>
                <c:pt idx="41" formatCode="0%">
                  <c:v>1.3211362166610447E-3</c:v>
                </c:pt>
                <c:pt idx="43" formatCode="0%">
                  <c:v>9.0174704323236661E-3</c:v>
                </c:pt>
                <c:pt idx="44" formatCode="0%">
                  <c:v>2.3027680435488574E-2</c:v>
                </c:pt>
                <c:pt idx="46" formatCode="0%">
                  <c:v>9.7748878671485157E-3</c:v>
                </c:pt>
                <c:pt idx="47" formatCode="0%">
                  <c:v>2.7690942835082433E-2</c:v>
                </c:pt>
                <c:pt idx="48" formatCode="0%">
                  <c:v>2.9471641598588474E-2</c:v>
                </c:pt>
                <c:pt idx="49" formatCode="0%">
                  <c:v>1.7329317188665802E-2</c:v>
                </c:pt>
                <c:pt idx="51" formatCode="0%">
                  <c:v>1.0747153984681478E-2</c:v>
                </c:pt>
                <c:pt idx="52" formatCode="0%">
                  <c:v>6.0688268328434594E-3</c:v>
                </c:pt>
                <c:pt idx="53" formatCode="0%">
                  <c:v>5.1977977963937189E-2</c:v>
                </c:pt>
                <c:pt idx="54" formatCode="0%">
                  <c:v>2.2341984555004188E-3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79376"/>
        <c:axId val="390682120"/>
      </c:barChart>
      <c:catAx>
        <c:axId val="3906793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82120"/>
        <c:crosses val="autoZero"/>
        <c:auto val="1"/>
        <c:lblAlgn val="ctr"/>
        <c:lblOffset val="100"/>
        <c:noMultiLvlLbl val="0"/>
      </c:catAx>
      <c:valAx>
        <c:axId val="39068212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793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Sheet1!$B$193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Sheet1!$C$192:$BE$192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Sheet1!$C$193:$BE$193</c:f>
              <c:numCache>
                <c:formatCode>General</c:formatCode>
                <c:ptCount val="55"/>
                <c:pt idx="0" formatCode="0%">
                  <c:v>0.23829147711538812</c:v>
                </c:pt>
                <c:pt idx="2" formatCode="0%">
                  <c:v>0.20137909179772617</c:v>
                </c:pt>
                <c:pt idx="3" formatCode="0%">
                  <c:v>0.27882013529125538</c:v>
                </c:pt>
                <c:pt idx="5" formatCode="0%">
                  <c:v>0.12739481607817216</c:v>
                </c:pt>
                <c:pt idx="6" formatCode="0%">
                  <c:v>0.20266439315453255</c:v>
                </c:pt>
                <c:pt idx="7" formatCode="0%">
                  <c:v>0.2955931833705846</c:v>
                </c:pt>
                <c:pt idx="8" formatCode="0%">
                  <c:v>0.31561791580139137</c:v>
                </c:pt>
                <c:pt idx="10" formatCode="0%">
                  <c:v>0.30063242515789418</c:v>
                </c:pt>
                <c:pt idx="11" formatCode="0%">
                  <c:v>0.23080577765710905</c:v>
                </c:pt>
                <c:pt idx="12" formatCode="0%">
                  <c:v>0.19647049122750038</c:v>
                </c:pt>
                <c:pt idx="14" formatCode="0%">
                  <c:v>0.34277406130337745</c:v>
                </c:pt>
                <c:pt idx="15" formatCode="0%">
                  <c:v>0.22299606446357673</c:v>
                </c:pt>
                <c:pt idx="16" formatCode="0%">
                  <c:v>0.19518871514325864</c:v>
                </c:pt>
                <c:pt idx="17" formatCode="0%">
                  <c:v>8.7165229252838455E-2</c:v>
                </c:pt>
                <c:pt idx="19" formatCode="0%">
                  <c:v>0.27839185239096231</c:v>
                </c:pt>
                <c:pt idx="20" formatCode="0%">
                  <c:v>0.18234327706964298</c:v>
                </c:pt>
                <c:pt idx="22" formatCode="0%">
                  <c:v>0.35169538345817947</c:v>
                </c:pt>
                <c:pt idx="23" formatCode="0%">
                  <c:v>0.27378395374485859</c:v>
                </c:pt>
                <c:pt idx="24" formatCode="0%">
                  <c:v>0.15623116658721911</c:v>
                </c:pt>
                <c:pt idx="25" formatCode="0%">
                  <c:v>0.17371541013004493</c:v>
                </c:pt>
                <c:pt idx="27" formatCode="0%">
                  <c:v>0.25432555875960311</c:v>
                </c:pt>
                <c:pt idx="28" formatCode="0%">
                  <c:v>0.28937718444298149</c:v>
                </c:pt>
                <c:pt idx="29" formatCode="0%">
                  <c:v>0.14528941378497925</c:v>
                </c:pt>
                <c:pt idx="31" formatCode="0%">
                  <c:v>0.1064912855982961</c:v>
                </c:pt>
                <c:pt idx="32" formatCode="0%">
                  <c:v>0.72013152842778927</c:v>
                </c:pt>
                <c:pt idx="33" formatCode="0%">
                  <c:v>0.43986503052381293</c:v>
                </c:pt>
                <c:pt idx="34" formatCode="0%">
                  <c:v>1.158487681155991E-2</c:v>
                </c:pt>
                <c:pt idx="35" formatCode="0%">
                  <c:v>8.0007640254634357E-3</c:v>
                </c:pt>
                <c:pt idx="36" formatCode="0%">
                  <c:v>1.9363817341790693E-4</c:v>
                </c:pt>
                <c:pt idx="38" formatCode="0%">
                  <c:v>0.30238438888523317</c:v>
                </c:pt>
                <c:pt idx="39" formatCode="0%">
                  <c:v>0.50503280043874554</c:v>
                </c:pt>
                <c:pt idx="40" formatCode="0%">
                  <c:v>6.8157695462144924E-2</c:v>
                </c:pt>
                <c:pt idx="41" formatCode="0%">
                  <c:v>1.0736953953026696E-2</c:v>
                </c:pt>
                <c:pt idx="43" formatCode="0%">
                  <c:v>4.7519290707412877E-2</c:v>
                </c:pt>
                <c:pt idx="44" formatCode="0%">
                  <c:v>0.47316649282403089</c:v>
                </c:pt>
                <c:pt idx="46" formatCode="0%">
                  <c:v>1.937584186020587E-3</c:v>
                </c:pt>
                <c:pt idx="47" formatCode="0%">
                  <c:v>6.5285272642022258E-4</c:v>
                </c:pt>
                <c:pt idx="48" formatCode="0%">
                  <c:v>0.13698670567995216</c:v>
                </c:pt>
                <c:pt idx="49" formatCode="0%">
                  <c:v>0.64056144949810156</c:v>
                </c:pt>
                <c:pt idx="51" formatCode="0%">
                  <c:v>0.9604424421096478</c:v>
                </c:pt>
                <c:pt idx="52" formatCode="0%">
                  <c:v>0.32140519476299351</c:v>
                </c:pt>
                <c:pt idx="53" formatCode="0%">
                  <c:v>2.8687288179561628E-2</c:v>
                </c:pt>
                <c:pt idx="54" formatCode="0%">
                  <c:v>7.5887548154036392E-3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Sheet1!$B$194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Sheet1!$C$192:$BE$192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Sheet1!$C$194:$BE$194</c:f>
              <c:numCache>
                <c:formatCode>General</c:formatCode>
                <c:ptCount val="55"/>
                <c:pt idx="0" formatCode="0%">
                  <c:v>0.11472883911534862</c:v>
                </c:pt>
                <c:pt idx="2" formatCode="0%">
                  <c:v>0.14187914647089231</c:v>
                </c:pt>
                <c:pt idx="3" formatCode="0%">
                  <c:v>8.4939357449102235E-2</c:v>
                </c:pt>
                <c:pt idx="5" formatCode="0%">
                  <c:v>9.4273107787172808E-2</c:v>
                </c:pt>
                <c:pt idx="6" formatCode="0%">
                  <c:v>7.5643599831019592E-2</c:v>
                </c:pt>
                <c:pt idx="7" formatCode="0%">
                  <c:v>0.12241376266922863</c:v>
                </c:pt>
                <c:pt idx="8" formatCode="0%">
                  <c:v>0.16613835893983483</c:v>
                </c:pt>
                <c:pt idx="10" formatCode="0%">
                  <c:v>0.12275621264715633</c:v>
                </c:pt>
                <c:pt idx="11" formatCode="0%">
                  <c:v>0.1287294840936781</c:v>
                </c:pt>
                <c:pt idx="12" formatCode="0%">
                  <c:v>9.2288563316257108E-2</c:v>
                </c:pt>
                <c:pt idx="14" formatCode="0%">
                  <c:v>0.11333689508292753</c:v>
                </c:pt>
                <c:pt idx="15" formatCode="0%">
                  <c:v>0.10205521836618855</c:v>
                </c:pt>
                <c:pt idx="16" formatCode="0%">
                  <c:v>0.14089689813131925</c:v>
                </c:pt>
                <c:pt idx="17" formatCode="0%">
                  <c:v>7.6996301805620018E-2</c:v>
                </c:pt>
                <c:pt idx="19" formatCode="0%">
                  <c:v>8.7455081206774962E-2</c:v>
                </c:pt>
                <c:pt idx="20" formatCode="0%">
                  <c:v>0.15278129256452033</c:v>
                </c:pt>
                <c:pt idx="22" formatCode="0%">
                  <c:v>0.10058706818843419</c:v>
                </c:pt>
                <c:pt idx="23" formatCode="0%">
                  <c:v>0.10314039623831267</c:v>
                </c:pt>
                <c:pt idx="24" formatCode="0%">
                  <c:v>8.2573993979785473E-2</c:v>
                </c:pt>
                <c:pt idx="25" formatCode="0%">
                  <c:v>0.13807846526346645</c:v>
                </c:pt>
                <c:pt idx="27" formatCode="0%">
                  <c:v>0.14994925562640532</c:v>
                </c:pt>
                <c:pt idx="28" formatCode="0%">
                  <c:v>8.8627258340544024E-2</c:v>
                </c:pt>
                <c:pt idx="29" formatCode="0%">
                  <c:v>9.5123057584169987E-2</c:v>
                </c:pt>
                <c:pt idx="31" formatCode="0%">
                  <c:v>0.12717175438009679</c:v>
                </c:pt>
                <c:pt idx="32" formatCode="0%">
                  <c:v>8.5474198033025861E-2</c:v>
                </c:pt>
                <c:pt idx="33" formatCode="0%">
                  <c:v>0.27362852830658735</c:v>
                </c:pt>
                <c:pt idx="34" formatCode="0%">
                  <c:v>1.3647503492645909E-2</c:v>
                </c:pt>
                <c:pt idx="35" formatCode="0%">
                  <c:v>0.483612975516233</c:v>
                </c:pt>
                <c:pt idx="36" formatCode="0%">
                  <c:v>7.4025793776956251E-3</c:v>
                </c:pt>
                <c:pt idx="38" formatCode="0%">
                  <c:v>8.6734816363918346E-2</c:v>
                </c:pt>
                <c:pt idx="39" formatCode="0%">
                  <c:v>0.16113585380644874</c:v>
                </c:pt>
                <c:pt idx="40" formatCode="0%">
                  <c:v>3.0019965470319397E-2</c:v>
                </c:pt>
                <c:pt idx="41" formatCode="0%">
                  <c:v>2.2612794957390939E-2</c:v>
                </c:pt>
                <c:pt idx="43" formatCode="0%">
                  <c:v>3.3246625918001212E-2</c:v>
                </c:pt>
                <c:pt idx="44" formatCode="0%">
                  <c:v>0.2066475808561844</c:v>
                </c:pt>
                <c:pt idx="46" formatCode="0%">
                  <c:v>4.5801695255954598E-3</c:v>
                </c:pt>
                <c:pt idx="47" formatCode="0%">
                  <c:v>4.0766604623787304E-2</c:v>
                </c:pt>
                <c:pt idx="48" formatCode="0%">
                  <c:v>0.23759612425938159</c:v>
                </c:pt>
                <c:pt idx="49" formatCode="0%">
                  <c:v>0.20935522190940289</c:v>
                </c:pt>
                <c:pt idx="51" formatCode="0%">
                  <c:v>1.8995612139724203E-2</c:v>
                </c:pt>
                <c:pt idx="52" formatCode="0%">
                  <c:v>0.45240020670284264</c:v>
                </c:pt>
                <c:pt idx="53" formatCode="0%">
                  <c:v>0.11983073207897384</c:v>
                </c:pt>
                <c:pt idx="54" formatCode="0%">
                  <c:v>3.8083316810378791E-4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Sheet1!$B$195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Sheet1!$C$192:$BE$192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Sheet1!$C$195:$BE$195</c:f>
              <c:numCache>
                <c:formatCode>General</c:formatCode>
                <c:ptCount val="55"/>
                <c:pt idx="0" formatCode="0%">
                  <c:v>8.4107389587895029E-2</c:v>
                </c:pt>
                <c:pt idx="2" formatCode="0%">
                  <c:v>0.11514817187949532</c:v>
                </c:pt>
                <c:pt idx="3" formatCode="0%">
                  <c:v>5.0045878332685083E-2</c:v>
                </c:pt>
                <c:pt idx="5" formatCode="0%">
                  <c:v>0.25021802439895058</c:v>
                </c:pt>
                <c:pt idx="6" formatCode="0%">
                  <c:v>2.7833136704522376E-2</c:v>
                </c:pt>
                <c:pt idx="7" formatCode="0%">
                  <c:v>2.9198875304211402E-2</c:v>
                </c:pt>
                <c:pt idx="8" formatCode="0%">
                  <c:v>4.9669002012211284E-2</c:v>
                </c:pt>
                <c:pt idx="10" formatCode="0%">
                  <c:v>2.4114795859352542E-2</c:v>
                </c:pt>
                <c:pt idx="11" formatCode="0%">
                  <c:v>0.14202730201369484</c:v>
                </c:pt>
                <c:pt idx="12" formatCode="0%">
                  <c:v>6.6551493694212649E-2</c:v>
                </c:pt>
                <c:pt idx="14" formatCode="0%">
                  <c:v>3.5936721292297941E-2</c:v>
                </c:pt>
                <c:pt idx="15" formatCode="0%">
                  <c:v>0.11533593529238749</c:v>
                </c:pt>
                <c:pt idx="16" formatCode="0%">
                  <c:v>5.9954967282734375E-2</c:v>
                </c:pt>
                <c:pt idx="17" formatCode="0%">
                  <c:v>0.23184621685565621</c:v>
                </c:pt>
                <c:pt idx="19" formatCode="0%">
                  <c:v>0.10856660147841016</c:v>
                </c:pt>
                <c:pt idx="20" formatCode="0%">
                  <c:v>4.9981801724747227E-2</c:v>
                </c:pt>
                <c:pt idx="22" formatCode="0%">
                  <c:v>3.0091870752730062E-2</c:v>
                </c:pt>
                <c:pt idx="23" formatCode="0%">
                  <c:v>0.13129404274874795</c:v>
                </c:pt>
                <c:pt idx="24" formatCode="0%">
                  <c:v>2.0967816672160248E-2</c:v>
                </c:pt>
                <c:pt idx="25" formatCode="0%">
                  <c:v>0.13144219424497258</c:v>
                </c:pt>
                <c:pt idx="27" formatCode="0%">
                  <c:v>7.5766357766783879E-2</c:v>
                </c:pt>
                <c:pt idx="28" formatCode="0%">
                  <c:v>6.4164220314748999E-2</c:v>
                </c:pt>
                <c:pt idx="29" formatCode="0%">
                  <c:v>0.15040832126431233</c:v>
                </c:pt>
                <c:pt idx="31" formatCode="0%">
                  <c:v>8.7754975351038059E-2</c:v>
                </c:pt>
                <c:pt idx="32" formatCode="0%">
                  <c:v>0.11922408277230674</c:v>
                </c:pt>
                <c:pt idx="33" formatCode="0%">
                  <c:v>0.13758739054010455</c:v>
                </c:pt>
                <c:pt idx="34" formatCode="0%">
                  <c:v>1.6100985419169451E-2</c:v>
                </c:pt>
                <c:pt idx="35" formatCode="0%">
                  <c:v>5.9033420701351414E-3</c:v>
                </c:pt>
                <c:pt idx="36" formatCode="0%">
                  <c:v>5.34223841812521E-2</c:v>
                </c:pt>
                <c:pt idx="38" formatCode="0%">
                  <c:v>2.2250518477849191E-2</c:v>
                </c:pt>
                <c:pt idx="39" formatCode="0%">
                  <c:v>0.14266573270712973</c:v>
                </c:pt>
                <c:pt idx="40" formatCode="0%">
                  <c:v>6.9346417634137153E-2</c:v>
                </c:pt>
                <c:pt idx="41" formatCode="0%">
                  <c:v>1.5767553666738935E-2</c:v>
                </c:pt>
                <c:pt idx="43" formatCode="0%">
                  <c:v>5.9206505449474187E-2</c:v>
                </c:pt>
                <c:pt idx="44" formatCode="0%">
                  <c:v>0.11614979298661057</c:v>
                </c:pt>
                <c:pt idx="46" formatCode="0%">
                  <c:v>9.1171564369405909E-3</c:v>
                </c:pt>
                <c:pt idx="47" formatCode="0%">
                  <c:v>9.3682128828383171E-2</c:v>
                </c:pt>
                <c:pt idx="48" formatCode="0%">
                  <c:v>0.33349674185333361</c:v>
                </c:pt>
                <c:pt idx="49" formatCode="0%">
                  <c:v>3.9958105896379152E-2</c:v>
                </c:pt>
                <c:pt idx="51" formatCode="0%">
                  <c:v>1.3964793486268886E-3</c:v>
                </c:pt>
                <c:pt idx="52" formatCode="0%">
                  <c:v>0.12481829629295614</c:v>
                </c:pt>
                <c:pt idx="53" formatCode="0%">
                  <c:v>0.3953925403184233</c:v>
                </c:pt>
                <c:pt idx="54" formatCode="0%">
                  <c:v>1.0146151076957122E-2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Sheet1!$B$196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Sheet1!$C$192:$BE$192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Sheet1!$C$196:$BE$196</c:f>
              <c:numCache>
                <c:formatCode>General</c:formatCode>
                <c:ptCount val="55"/>
                <c:pt idx="0" formatCode="0%">
                  <c:v>0.54294842666927212</c:v>
                </c:pt>
                <c:pt idx="2" formatCode="0%">
                  <c:v>0.52252189183849673</c:v>
                </c:pt>
                <c:pt idx="3" formatCode="0%">
                  <c:v>0.56533408240497962</c:v>
                </c:pt>
                <c:pt idx="5" formatCode="0%">
                  <c:v>0.49870390385198277</c:v>
                </c:pt>
                <c:pt idx="6" formatCode="0%">
                  <c:v>0.68454783932931851</c:v>
                </c:pt>
                <c:pt idx="7" formatCode="0%">
                  <c:v>0.54040445467111708</c:v>
                </c:pt>
                <c:pt idx="8" formatCode="0%">
                  <c:v>0.43812570349442198</c:v>
                </c:pt>
                <c:pt idx="10" formatCode="0%">
                  <c:v>0.53456575921097804</c:v>
                </c:pt>
                <c:pt idx="11" formatCode="0%">
                  <c:v>0.47051619240383924</c:v>
                </c:pt>
                <c:pt idx="12" formatCode="0%">
                  <c:v>0.6322704494740361</c:v>
                </c:pt>
                <c:pt idx="14" formatCode="0%">
                  <c:v>0.49096732997221054</c:v>
                </c:pt>
                <c:pt idx="15" formatCode="0%">
                  <c:v>0.550126491269611</c:v>
                </c:pt>
                <c:pt idx="16" formatCode="0%">
                  <c:v>0.57123436150112772</c:v>
                </c:pt>
                <c:pt idx="17" formatCode="0%">
                  <c:v>0.59413281004560548</c:v>
                </c:pt>
                <c:pt idx="19" formatCode="0%">
                  <c:v>0.50587880636139404</c:v>
                </c:pt>
                <c:pt idx="20" formatCode="0%">
                  <c:v>0.59466810555886751</c:v>
                </c:pt>
                <c:pt idx="22" formatCode="0%">
                  <c:v>0.49336969511837853</c:v>
                </c:pt>
                <c:pt idx="23" formatCode="0%">
                  <c:v>0.48824410104691296</c:v>
                </c:pt>
                <c:pt idx="24" formatCode="0%">
                  <c:v>0.738205810241371</c:v>
                </c:pt>
                <c:pt idx="25" formatCode="0%">
                  <c:v>0.52573229008617672</c:v>
                </c:pt>
                <c:pt idx="27" formatCode="0%">
                  <c:v>0.50825756679436396</c:v>
                </c:pt>
                <c:pt idx="28" formatCode="0%">
                  <c:v>0.53895644876358551</c:v>
                </c:pt>
                <c:pt idx="29" formatCode="0%">
                  <c:v>0.5854209422017338</c:v>
                </c:pt>
                <c:pt idx="31" formatCode="0%">
                  <c:v>0.65331906074764101</c:v>
                </c:pt>
                <c:pt idx="32" formatCode="0%">
                  <c:v>6.5956741600431634E-2</c:v>
                </c:pt>
                <c:pt idx="33" formatCode="0%">
                  <c:v>0.13927464475965615</c:v>
                </c:pt>
                <c:pt idx="34" formatCode="0%">
                  <c:v>0.93627457026913163</c:v>
                </c:pt>
                <c:pt idx="35" formatCode="0%">
                  <c:v>0.45176713224266651</c:v>
                </c:pt>
                <c:pt idx="36" formatCode="0%">
                  <c:v>0.92641574688282646</c:v>
                </c:pt>
                <c:pt idx="38" formatCode="0%">
                  <c:v>0.54868570904938185</c:v>
                </c:pt>
                <c:pt idx="39" formatCode="0%">
                  <c:v>0.18034193514389454</c:v>
                </c:pt>
                <c:pt idx="40" formatCode="0%">
                  <c:v>0.80456485385751142</c:v>
                </c:pt>
                <c:pt idx="41" formatCode="0%">
                  <c:v>0.94376131234411043</c:v>
                </c:pt>
                <c:pt idx="43" formatCode="0%">
                  <c:v>0.84621905519650131</c:v>
                </c:pt>
                <c:pt idx="44" formatCode="0%">
                  <c:v>0.18939219607601551</c:v>
                </c:pt>
                <c:pt idx="46" formatCode="0%">
                  <c:v>0.96371263996337608</c:v>
                </c:pt>
                <c:pt idx="47" formatCode="0%">
                  <c:v>0.84335432353549966</c:v>
                </c:pt>
                <c:pt idx="48" formatCode="0%">
                  <c:v>0.2752623310777671</c:v>
                </c:pt>
                <c:pt idx="49" formatCode="0%">
                  <c:v>9.4967227910079777E-2</c:v>
                </c:pt>
                <c:pt idx="51" formatCode="0%">
                  <c:v>1.9165466402001678E-2</c:v>
                </c:pt>
                <c:pt idx="52" formatCode="0%">
                  <c:v>8.4418314262872288E-2</c:v>
                </c:pt>
                <c:pt idx="53" formatCode="0%">
                  <c:v>0.42345083492325036</c:v>
                </c:pt>
                <c:pt idx="54" formatCode="0%">
                  <c:v>0.97849791631254046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Sheet1!$B$197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Sheet1!$C$192:$BE$192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Sheet1!$C$197:$BE$197</c:f>
              <c:numCache>
                <c:formatCode>General</c:formatCode>
                <c:ptCount val="55"/>
                <c:pt idx="0" formatCode="0%">
                  <c:v>1.9923867512096814E-2</c:v>
                </c:pt>
                <c:pt idx="2" formatCode="0%">
                  <c:v>1.9071698013390342E-2</c:v>
                </c:pt>
                <c:pt idx="3" formatCode="0%">
                  <c:v>2.0860546521976803E-2</c:v>
                </c:pt>
                <c:pt idx="5" formatCode="0%">
                  <c:v>2.9410147883721677E-2</c:v>
                </c:pt>
                <c:pt idx="6" formatCode="0%">
                  <c:v>9.3110309806070136E-3</c:v>
                </c:pt>
                <c:pt idx="7" formatCode="0%">
                  <c:v>1.238972398485797E-2</c:v>
                </c:pt>
                <c:pt idx="8" formatCode="0%">
                  <c:v>3.0449019752139012E-2</c:v>
                </c:pt>
                <c:pt idx="10" formatCode="0%">
                  <c:v>1.7930807124618073E-2</c:v>
                </c:pt>
                <c:pt idx="11" formatCode="0%">
                  <c:v>2.7921243831677916E-2</c:v>
                </c:pt>
                <c:pt idx="12" formatCode="0%">
                  <c:v>1.2419002287993631E-2</c:v>
                </c:pt>
                <c:pt idx="14" formatCode="0%">
                  <c:v>1.698499234918573E-2</c:v>
                </c:pt>
                <c:pt idx="15" formatCode="0%">
                  <c:v>9.4862906082351928E-3</c:v>
                </c:pt>
                <c:pt idx="16" formatCode="0%">
                  <c:v>3.2725057941560255E-2</c:v>
                </c:pt>
                <c:pt idx="17" formatCode="0%">
                  <c:v>9.8594420402799889E-3</c:v>
                </c:pt>
                <c:pt idx="19" formatCode="0%">
                  <c:v>1.9707658562459599E-2</c:v>
                </c:pt>
                <c:pt idx="20" formatCode="0%">
                  <c:v>2.0225523082221909E-2</c:v>
                </c:pt>
                <c:pt idx="22" formatCode="0%">
                  <c:v>2.4255982482277498E-2</c:v>
                </c:pt>
                <c:pt idx="23" formatCode="0%">
                  <c:v>3.537506221167407E-3</c:v>
                </c:pt>
                <c:pt idx="24" formatCode="0%">
                  <c:v>2.0212125194640222E-3</c:v>
                </c:pt>
                <c:pt idx="25" formatCode="0%">
                  <c:v>3.1031640275339195E-2</c:v>
                </c:pt>
                <c:pt idx="27" formatCode="0%">
                  <c:v>1.1701261052843226E-2</c:v>
                </c:pt>
                <c:pt idx="28" formatCode="0%">
                  <c:v>1.8874888138139829E-2</c:v>
                </c:pt>
                <c:pt idx="29" formatCode="0%">
                  <c:v>2.3758265164804507E-2</c:v>
                </c:pt>
                <c:pt idx="31" formatCode="0%">
                  <c:v>2.5262923922927762E-2</c:v>
                </c:pt>
                <c:pt idx="32" formatCode="0%">
                  <c:v>9.2134491664461922E-3</c:v>
                </c:pt>
                <c:pt idx="33" formatCode="0%">
                  <c:v>9.6444058698388156E-3</c:v>
                </c:pt>
                <c:pt idx="34" formatCode="0%">
                  <c:v>2.2392064007492649E-2</c:v>
                </c:pt>
                <c:pt idx="35" formatCode="0%">
                  <c:v>5.0715786145501769E-2</c:v>
                </c:pt>
                <c:pt idx="36" formatCode="0%">
                  <c:v>1.2565651384808136E-2</c:v>
                </c:pt>
                <c:pt idx="38" formatCode="0%">
                  <c:v>3.9944567223617132E-2</c:v>
                </c:pt>
                <c:pt idx="39" formatCode="0%">
                  <c:v>1.0823677903781605E-2</c:v>
                </c:pt>
                <c:pt idx="40" formatCode="0%">
                  <c:v>2.7911067575886774E-2</c:v>
                </c:pt>
                <c:pt idx="41" formatCode="0%">
                  <c:v>7.1213850787325761E-3</c:v>
                </c:pt>
                <c:pt idx="43" formatCode="0%">
                  <c:v>1.380852272861045E-2</c:v>
                </c:pt>
                <c:pt idx="44" formatCode="0%">
                  <c:v>1.4643937257158998E-2</c:v>
                </c:pt>
                <c:pt idx="46" formatCode="0%">
                  <c:v>2.0652449888067168E-2</c:v>
                </c:pt>
                <c:pt idx="47" formatCode="0%">
                  <c:v>2.1544090285909884E-2</c:v>
                </c:pt>
                <c:pt idx="48" formatCode="0%">
                  <c:v>1.6658097129565636E-2</c:v>
                </c:pt>
                <c:pt idx="49" formatCode="0%">
                  <c:v>1.5157994786036601E-2</c:v>
                </c:pt>
                <c:pt idx="51" formatCode="0%">
                  <c:v>0</c:v>
                </c:pt>
                <c:pt idx="52" formatCode="0%">
                  <c:v>1.6957987978335219E-2</c:v>
                </c:pt>
                <c:pt idx="53" formatCode="0%">
                  <c:v>3.2638604499790717E-2</c:v>
                </c:pt>
                <c:pt idx="54" formatCode="0%">
                  <c:v>3.3863446269949151E-3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73888"/>
        <c:axId val="390684864"/>
      </c:barChart>
      <c:catAx>
        <c:axId val="39067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84864"/>
        <c:crosses val="autoZero"/>
        <c:auto val="1"/>
        <c:lblAlgn val="ctr"/>
        <c:lblOffset val="100"/>
        <c:noMultiLvlLbl val="0"/>
      </c:catAx>
      <c:valAx>
        <c:axId val="39068486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73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Sheet1!$B$200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Sheet1!$C$199:$BE$199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Sheet1!$C$200:$BE$200</c:f>
              <c:numCache>
                <c:formatCode>General</c:formatCode>
                <c:ptCount val="55"/>
                <c:pt idx="0" formatCode="0%">
                  <c:v>7.0073770799077423E-2</c:v>
                </c:pt>
                <c:pt idx="2" formatCode="0%">
                  <c:v>6.5425062604420256E-2</c:v>
                </c:pt>
                <c:pt idx="3" formatCode="0%">
                  <c:v>7.5129558520168713E-2</c:v>
                </c:pt>
                <c:pt idx="5" formatCode="0%">
                  <c:v>2.0575753480086164E-2</c:v>
                </c:pt>
                <c:pt idx="6" formatCode="0%">
                  <c:v>4.8513249693467007E-2</c:v>
                </c:pt>
                <c:pt idx="7" formatCode="0%">
                  <c:v>0.12347971718167335</c:v>
                </c:pt>
                <c:pt idx="8" formatCode="0%">
                  <c:v>8.0478200178077011E-2</c:v>
                </c:pt>
                <c:pt idx="10" formatCode="0%">
                  <c:v>8.2757956423769985E-2</c:v>
                </c:pt>
                <c:pt idx="11" formatCode="0%">
                  <c:v>6.464805719528792E-2</c:v>
                </c:pt>
                <c:pt idx="12" formatCode="0%">
                  <c:v>6.6004931233427641E-2</c:v>
                </c:pt>
                <c:pt idx="14" formatCode="0%">
                  <c:v>0.11798838250662907</c:v>
                </c:pt>
                <c:pt idx="15" formatCode="0%">
                  <c:v>7.80998140812319E-2</c:v>
                </c:pt>
                <c:pt idx="16" formatCode="0%">
                  <c:v>2.0778191517359282E-2</c:v>
                </c:pt>
                <c:pt idx="17" formatCode="0%">
                  <c:v>5.2961769248973799E-2</c:v>
                </c:pt>
                <c:pt idx="19" formatCode="0%">
                  <c:v>8.6363932116743716E-2</c:v>
                </c:pt>
                <c:pt idx="20" formatCode="0%">
                  <c:v>4.7373565864236779E-2</c:v>
                </c:pt>
                <c:pt idx="22" formatCode="0%">
                  <c:v>6.4259023854396233E-2</c:v>
                </c:pt>
                <c:pt idx="23" formatCode="0%">
                  <c:v>0.11258147476355265</c:v>
                </c:pt>
                <c:pt idx="24" formatCode="0%">
                  <c:v>0.1043022172314803</c:v>
                </c:pt>
                <c:pt idx="25" formatCode="0%">
                  <c:v>4.9007741594042455E-2</c:v>
                </c:pt>
                <c:pt idx="27" formatCode="0%">
                  <c:v>9.3369395966750535E-2</c:v>
                </c:pt>
                <c:pt idx="28" formatCode="0%">
                  <c:v>9.2116712312130353E-2</c:v>
                </c:pt>
                <c:pt idx="29" formatCode="0%">
                  <c:v>4.6217179354114783E-2</c:v>
                </c:pt>
                <c:pt idx="31" formatCode="0%">
                  <c:v>3.2789541564335584E-2</c:v>
                </c:pt>
                <c:pt idx="32" formatCode="0%">
                  <c:v>0.24950016744220471</c:v>
                </c:pt>
                <c:pt idx="33" formatCode="0%">
                  <c:v>6.5793751342677884E-2</c:v>
                </c:pt>
                <c:pt idx="34" formatCode="0%">
                  <c:v>5.4273406834829622E-3</c:v>
                </c:pt>
                <c:pt idx="35" formatCode="0%">
                  <c:v>1.2938890224308225E-2</c:v>
                </c:pt>
                <c:pt idx="36" formatCode="0%">
                  <c:v>9.0595979289288396E-4</c:v>
                </c:pt>
                <c:pt idx="38" formatCode="0%">
                  <c:v>6.2578527040597756E-2</c:v>
                </c:pt>
                <c:pt idx="39" formatCode="0%">
                  <c:v>0.16644674949462682</c:v>
                </c:pt>
                <c:pt idx="40" formatCode="0%">
                  <c:v>3.5953330215517105E-3</c:v>
                </c:pt>
                <c:pt idx="41" formatCode="0%">
                  <c:v>8.4305329142233122E-4</c:v>
                </c:pt>
                <c:pt idx="43" formatCode="0%">
                  <c:v>1.1931571337246432E-2</c:v>
                </c:pt>
                <c:pt idx="44" formatCode="0%">
                  <c:v>0.15096767124212229</c:v>
                </c:pt>
                <c:pt idx="46" formatCode="0%">
                  <c:v>1.163840774117411E-3</c:v>
                </c:pt>
                <c:pt idx="47" formatCode="0%">
                  <c:v>2.231911814046493E-3</c:v>
                </c:pt>
                <c:pt idx="48" formatCode="0%">
                  <c:v>3.5467793896561284E-3</c:v>
                </c:pt>
                <c:pt idx="49" formatCode="0%">
                  <c:v>0.20140424380852107</c:v>
                </c:pt>
                <c:pt idx="51" formatCode="0%">
                  <c:v>0.31878861646084811</c:v>
                </c:pt>
                <c:pt idx="52" formatCode="0%">
                  <c:v>5.2285226227170759E-2</c:v>
                </c:pt>
                <c:pt idx="53" formatCode="0%">
                  <c:v>6.0899478051440643E-3</c:v>
                </c:pt>
                <c:pt idx="54" formatCode="0%">
                  <c:v>7.8811698931367836E-3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Sheet1!$B$201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Sheet1!$C$199:$BE$199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Sheet1!$C$201:$BE$201</c:f>
              <c:numCache>
                <c:formatCode>General</c:formatCode>
                <c:ptCount val="55"/>
                <c:pt idx="0" formatCode="0%">
                  <c:v>0.19355679880737367</c:v>
                </c:pt>
                <c:pt idx="2" formatCode="0%">
                  <c:v>0.14261460520660599</c:v>
                </c:pt>
                <c:pt idx="3" formatCode="0%">
                  <c:v>0.24891895858549268</c:v>
                </c:pt>
                <c:pt idx="5" formatCode="0%">
                  <c:v>0.19115484865021479</c:v>
                </c:pt>
                <c:pt idx="6" formatCode="0%">
                  <c:v>0.12162262280463106</c:v>
                </c:pt>
                <c:pt idx="7" formatCode="0%">
                  <c:v>0.14887236154827038</c:v>
                </c:pt>
                <c:pt idx="8" formatCode="0%">
                  <c:v>0.31738508029628754</c:v>
                </c:pt>
                <c:pt idx="10" formatCode="0%">
                  <c:v>0.24066048551255542</c:v>
                </c:pt>
                <c:pt idx="11" formatCode="0%">
                  <c:v>0.15342322915524298</c:v>
                </c:pt>
                <c:pt idx="12" formatCode="0%">
                  <c:v>0.20149702105502412</c:v>
                </c:pt>
                <c:pt idx="14" formatCode="0%">
                  <c:v>0.21080588081813967</c:v>
                </c:pt>
                <c:pt idx="15" formatCode="0%">
                  <c:v>0.21090366078408385</c:v>
                </c:pt>
                <c:pt idx="16" formatCode="0%">
                  <c:v>0.18049434084123109</c:v>
                </c:pt>
                <c:pt idx="17" formatCode="0%">
                  <c:v>3.7039608934931238E-2</c:v>
                </c:pt>
                <c:pt idx="19" formatCode="0%">
                  <c:v>0.19083274954011969</c:v>
                </c:pt>
                <c:pt idx="20" formatCode="0%">
                  <c:v>0.19735273890971017</c:v>
                </c:pt>
                <c:pt idx="22" formatCode="0%">
                  <c:v>0.21359529037971595</c:v>
                </c:pt>
                <c:pt idx="23" formatCode="0%">
                  <c:v>0.18238171890432894</c:v>
                </c:pt>
                <c:pt idx="24" formatCode="0%">
                  <c:v>8.1895128944486334E-2</c:v>
                </c:pt>
                <c:pt idx="25" formatCode="0%">
                  <c:v>0.16724842362530082</c:v>
                </c:pt>
                <c:pt idx="27" formatCode="0%">
                  <c:v>0.24141255494261071</c:v>
                </c:pt>
                <c:pt idx="28" formatCode="0%">
                  <c:v>0.17194125383497627</c:v>
                </c:pt>
                <c:pt idx="29" formatCode="0%">
                  <c:v>7.6923891856471319E-2</c:v>
                </c:pt>
                <c:pt idx="31" formatCode="0%">
                  <c:v>6.4321743621544969E-2</c:v>
                </c:pt>
                <c:pt idx="32" formatCode="0%">
                  <c:v>0.52855052034816563</c:v>
                </c:pt>
                <c:pt idx="33" formatCode="0%">
                  <c:v>0.40448496796480554</c:v>
                </c:pt>
                <c:pt idx="34" formatCode="0%">
                  <c:v>0</c:v>
                </c:pt>
                <c:pt idx="35" formatCode="0%">
                  <c:v>0.44393746768219589</c:v>
                </c:pt>
                <c:pt idx="36" formatCode="0%">
                  <c:v>0</c:v>
                </c:pt>
                <c:pt idx="38" formatCode="0%">
                  <c:v>0.20435076226784848</c:v>
                </c:pt>
                <c:pt idx="39" formatCode="0%">
                  <c:v>0.39879179675268434</c:v>
                </c:pt>
                <c:pt idx="40" formatCode="0%">
                  <c:v>1.1698183655484968E-2</c:v>
                </c:pt>
                <c:pt idx="41" formatCode="0%">
                  <c:v>4.1889454057207438E-3</c:v>
                </c:pt>
                <c:pt idx="43" formatCode="0%">
                  <c:v>1.5996846168176475E-2</c:v>
                </c:pt>
                <c:pt idx="44" formatCode="0%">
                  <c:v>0.40995452237953228</c:v>
                </c:pt>
                <c:pt idx="46" formatCode="0%">
                  <c:v>9.0316236597685613E-4</c:v>
                </c:pt>
                <c:pt idx="47" formatCode="0%">
                  <c:v>1.0341381921697226E-2</c:v>
                </c:pt>
                <c:pt idx="48" formatCode="0%">
                  <c:v>0.26852400761845174</c:v>
                </c:pt>
                <c:pt idx="49" formatCode="0%">
                  <c:v>0.45453356939280437</c:v>
                </c:pt>
                <c:pt idx="51" formatCode="0%">
                  <c:v>0.46858086752461958</c:v>
                </c:pt>
                <c:pt idx="52" formatCode="0%">
                  <c:v>0.50992202657428942</c:v>
                </c:pt>
                <c:pt idx="53" formatCode="0%">
                  <c:v>1.8551296126763924E-2</c:v>
                </c:pt>
                <c:pt idx="54" formatCode="0%">
                  <c:v>8.1071543056555149E-3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Sheet1!$B$202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Sheet1!$C$199:$BE$199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Sheet1!$C$202:$BE$202</c:f>
              <c:numCache>
                <c:formatCode>General</c:formatCode>
                <c:ptCount val="55"/>
                <c:pt idx="0" formatCode="0%">
                  <c:v>0.11088172190752328</c:v>
                </c:pt>
                <c:pt idx="2" formatCode="0%">
                  <c:v>0.1568787043186968</c:v>
                </c:pt>
                <c:pt idx="3" formatCode="0%">
                  <c:v>6.0914251029130041E-2</c:v>
                </c:pt>
                <c:pt idx="5" formatCode="0%">
                  <c:v>0.19726652287185978</c:v>
                </c:pt>
                <c:pt idx="6" formatCode="0%">
                  <c:v>0.10525309829525138</c:v>
                </c:pt>
                <c:pt idx="7" formatCode="0%">
                  <c:v>6.0672162106792632E-2</c:v>
                </c:pt>
                <c:pt idx="8" formatCode="0%">
                  <c:v>9.1201902037859703E-2</c:v>
                </c:pt>
                <c:pt idx="10" formatCode="0%">
                  <c:v>6.1818611521264007E-2</c:v>
                </c:pt>
                <c:pt idx="11" formatCode="0%">
                  <c:v>0.17754686658560209</c:v>
                </c:pt>
                <c:pt idx="12" formatCode="0%">
                  <c:v>7.3935593153885842E-2</c:v>
                </c:pt>
                <c:pt idx="14" formatCode="0%">
                  <c:v>5.3720027062727181E-2</c:v>
                </c:pt>
                <c:pt idx="15" formatCode="0%">
                  <c:v>0.14834213052148604</c:v>
                </c:pt>
                <c:pt idx="16" formatCode="0%">
                  <c:v>0.11927354784486259</c:v>
                </c:pt>
                <c:pt idx="17" formatCode="0%">
                  <c:v>4.3273378975236067E-2</c:v>
                </c:pt>
                <c:pt idx="19" formatCode="0%">
                  <c:v>0.13177985720601462</c:v>
                </c:pt>
                <c:pt idx="20" formatCode="0%">
                  <c:v>8.1760343378428302E-2</c:v>
                </c:pt>
                <c:pt idx="22" formatCode="0%">
                  <c:v>7.4944561920815889E-2</c:v>
                </c:pt>
                <c:pt idx="23" formatCode="0%">
                  <c:v>9.6909462681179323E-2</c:v>
                </c:pt>
                <c:pt idx="24" formatCode="0%">
                  <c:v>0.10294985031607057</c:v>
                </c:pt>
                <c:pt idx="25" formatCode="0%">
                  <c:v>0.14286776112568808</c:v>
                </c:pt>
                <c:pt idx="27" formatCode="0%">
                  <c:v>7.1123608645601563E-2</c:v>
                </c:pt>
                <c:pt idx="28" formatCode="0%">
                  <c:v>9.8545630130716391E-2</c:v>
                </c:pt>
                <c:pt idx="29" formatCode="0%">
                  <c:v>0.17132056910337309</c:v>
                </c:pt>
                <c:pt idx="31" formatCode="0%">
                  <c:v>0.1350761912456617</c:v>
                </c:pt>
                <c:pt idx="32" formatCode="0%">
                  <c:v>0.14590099672844825</c:v>
                </c:pt>
                <c:pt idx="33" formatCode="0%">
                  <c:v>0.14873664910396817</c:v>
                </c:pt>
                <c:pt idx="34" formatCode="0%">
                  <c:v>1.2874775773936753E-2</c:v>
                </c:pt>
                <c:pt idx="35" formatCode="0%">
                  <c:v>2.0938864838106596E-2</c:v>
                </c:pt>
                <c:pt idx="36" formatCode="0%">
                  <c:v>1.4182265543280195E-2</c:v>
                </c:pt>
                <c:pt idx="38" formatCode="0%">
                  <c:v>0.14797764334405777</c:v>
                </c:pt>
                <c:pt idx="39" formatCode="0%">
                  <c:v>0.16293203724169153</c:v>
                </c:pt>
                <c:pt idx="40" formatCode="0%">
                  <c:v>8.0175674614008152E-2</c:v>
                </c:pt>
                <c:pt idx="41" formatCode="0%">
                  <c:v>2.1916011769824953E-2</c:v>
                </c:pt>
                <c:pt idx="43" formatCode="0%">
                  <c:v>5.9211731511614969E-2</c:v>
                </c:pt>
                <c:pt idx="44" formatCode="0%">
                  <c:v>0.15101883069873329</c:v>
                </c:pt>
                <c:pt idx="46" formatCode="0%">
                  <c:v>1.747757437776664E-2</c:v>
                </c:pt>
                <c:pt idx="47" formatCode="0%">
                  <c:v>0.127801828925898</c:v>
                </c:pt>
                <c:pt idx="48" formatCode="0%">
                  <c:v>0.30096625824621659</c:v>
                </c:pt>
                <c:pt idx="49" formatCode="0%">
                  <c:v>0.10636301213426397</c:v>
                </c:pt>
                <c:pt idx="51" formatCode="0%">
                  <c:v>7.0835235441395555E-2</c:v>
                </c:pt>
                <c:pt idx="52" formatCode="0%">
                  <c:v>0.26246301633760749</c:v>
                </c:pt>
                <c:pt idx="53" formatCode="0%">
                  <c:v>0.20522010503122032</c:v>
                </c:pt>
                <c:pt idx="54" formatCode="0%">
                  <c:v>3.0756122930983051E-2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Sheet1!$B$203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Sheet1!$C$199:$BE$199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Sheet1!$C$203:$BE$203</c:f>
              <c:numCache>
                <c:formatCode>General</c:formatCode>
                <c:ptCount val="55"/>
                <c:pt idx="0" formatCode="0%">
                  <c:v>0.56640202473581147</c:v>
                </c:pt>
                <c:pt idx="2" formatCode="0%">
                  <c:v>0.56337223424293259</c:v>
                </c:pt>
                <c:pt idx="3" formatCode="0%">
                  <c:v>0.56966290327822966</c:v>
                </c:pt>
                <c:pt idx="5" formatCode="0%">
                  <c:v>0.56912335892352373</c:v>
                </c:pt>
                <c:pt idx="6" formatCode="0%">
                  <c:v>0.67354662354829697</c:v>
                </c:pt>
                <c:pt idx="7" formatCode="0%">
                  <c:v>0.56481379646830698</c:v>
                </c:pt>
                <c:pt idx="8" formatCode="0%">
                  <c:v>0.45556854466468444</c:v>
                </c:pt>
                <c:pt idx="10" formatCode="0%">
                  <c:v>0.51505849558655181</c:v>
                </c:pt>
                <c:pt idx="11" formatCode="0%">
                  <c:v>0.53714470152733507</c:v>
                </c:pt>
                <c:pt idx="12" formatCode="0%">
                  <c:v>0.64194818473218884</c:v>
                </c:pt>
                <c:pt idx="14" formatCode="0%">
                  <c:v>0.53531571482524276</c:v>
                </c:pt>
                <c:pt idx="15" formatCode="0%">
                  <c:v>0.53781828166471679</c:v>
                </c:pt>
                <c:pt idx="16" formatCode="0%">
                  <c:v>0.61008905866090968</c:v>
                </c:pt>
                <c:pt idx="17" formatCode="0%">
                  <c:v>0.72777449713181208</c:v>
                </c:pt>
                <c:pt idx="19" formatCode="0%">
                  <c:v>0.52559300731730674</c:v>
                </c:pt>
                <c:pt idx="20" formatCode="0%">
                  <c:v>0.62326905266296317</c:v>
                </c:pt>
                <c:pt idx="22" formatCode="0%">
                  <c:v>0.58990460236877096</c:v>
                </c:pt>
                <c:pt idx="23" formatCode="0%">
                  <c:v>0.58053205820110787</c:v>
                </c:pt>
                <c:pt idx="24" formatCode="0%">
                  <c:v>0.67650287691166189</c:v>
                </c:pt>
                <c:pt idx="25" formatCode="0%">
                  <c:v>0.55847563567679681</c:v>
                </c:pt>
                <c:pt idx="27" formatCode="0%">
                  <c:v>0.56325932730448969</c:v>
                </c:pt>
                <c:pt idx="28" formatCode="0%">
                  <c:v>0.54840033524972032</c:v>
                </c:pt>
                <c:pt idx="29" formatCode="0%">
                  <c:v>0.65227858785040449</c:v>
                </c:pt>
                <c:pt idx="31" formatCode="0%">
                  <c:v>0.69541248343529238</c:v>
                </c:pt>
                <c:pt idx="32" formatCode="0%">
                  <c:v>2.2472298802877964E-2</c:v>
                </c:pt>
                <c:pt idx="33" formatCode="0%">
                  <c:v>0.2146432652894017</c:v>
                </c:pt>
                <c:pt idx="34" formatCode="0%">
                  <c:v>0.95930524830204245</c:v>
                </c:pt>
                <c:pt idx="35" formatCode="0%">
                  <c:v>0.52218477725538903</c:v>
                </c:pt>
                <c:pt idx="36" formatCode="0%">
                  <c:v>0.98481190074350766</c:v>
                </c:pt>
                <c:pt idx="38" formatCode="0%">
                  <c:v>0.5147545680256409</c:v>
                </c:pt>
                <c:pt idx="39" formatCode="0%">
                  <c:v>0.1637842117154939</c:v>
                </c:pt>
                <c:pt idx="40" formatCode="0%">
                  <c:v>0.89459567216591995</c:v>
                </c:pt>
                <c:pt idx="41" formatCode="0%">
                  <c:v>0.97305198953303162</c:v>
                </c:pt>
                <c:pt idx="43" formatCode="0%">
                  <c:v>0.89015100167841088</c:v>
                </c:pt>
                <c:pt idx="44" formatCode="0%">
                  <c:v>0.1988721209318608</c:v>
                </c:pt>
                <c:pt idx="46" formatCode="0%">
                  <c:v>0.96628772689962206</c:v>
                </c:pt>
                <c:pt idx="47" formatCode="0%">
                  <c:v>0.85172638512514098</c:v>
                </c:pt>
                <c:pt idx="48" formatCode="0%">
                  <c:v>0.349347499063064</c:v>
                </c:pt>
                <c:pt idx="49" formatCode="0%">
                  <c:v>0.11968379465792386</c:v>
                </c:pt>
                <c:pt idx="51" formatCode="0%">
                  <c:v>8.0356676309425515E-2</c:v>
                </c:pt>
                <c:pt idx="52" formatCode="0%">
                  <c:v>3.2147497160381663E-2</c:v>
                </c:pt>
                <c:pt idx="53" formatCode="0%">
                  <c:v>0.73625303473358084</c:v>
                </c:pt>
                <c:pt idx="54" formatCode="0%">
                  <c:v>0.94654438063289481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Sheet1!$B$204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Sheet1!$C$199:$BE$199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Sheet1!$C$204:$BE$204</c:f>
              <c:numCache>
                <c:formatCode>General</c:formatCode>
                <c:ptCount val="55"/>
                <c:pt idx="0" formatCode="0%">
                  <c:v>5.9085683750214966E-2</c:v>
                </c:pt>
                <c:pt idx="2" formatCode="0%">
                  <c:v>7.170939362734513E-2</c:v>
                </c:pt>
                <c:pt idx="3" formatCode="0%">
                  <c:v>4.5374328586977791E-2</c:v>
                </c:pt>
                <c:pt idx="5" formatCode="0%">
                  <c:v>2.1879516074315486E-2</c:v>
                </c:pt>
                <c:pt idx="6" formatCode="0%">
                  <c:v>5.1064405658353421E-2</c:v>
                </c:pt>
                <c:pt idx="7" formatCode="0%">
                  <c:v>0.102161962694956</c:v>
                </c:pt>
                <c:pt idx="8" formatCode="0%">
                  <c:v>5.5366272823089736E-2</c:v>
                </c:pt>
                <c:pt idx="10" formatCode="0%">
                  <c:v>9.9704450955858087E-2</c:v>
                </c:pt>
                <c:pt idx="11" formatCode="0%">
                  <c:v>6.7237145536531262E-2</c:v>
                </c:pt>
                <c:pt idx="12" formatCode="0%">
                  <c:v>1.6614269825473819E-2</c:v>
                </c:pt>
                <c:pt idx="14" formatCode="0%">
                  <c:v>8.2169994787260392E-2</c:v>
                </c:pt>
                <c:pt idx="15" formatCode="0%">
                  <c:v>2.4836112948480336E-2</c:v>
                </c:pt>
                <c:pt idx="16" formatCode="0%">
                  <c:v>6.9364861135637695E-2</c:v>
                </c:pt>
                <c:pt idx="17" formatCode="0%">
                  <c:v>0.13895074570904709</c:v>
                </c:pt>
                <c:pt idx="19" formatCode="0%">
                  <c:v>6.5430453819816117E-2</c:v>
                </c:pt>
                <c:pt idx="20" formatCode="0%">
                  <c:v>5.0244299184661646E-2</c:v>
                </c:pt>
                <c:pt idx="22" formatCode="0%">
                  <c:v>5.7296521476300953E-2</c:v>
                </c:pt>
                <c:pt idx="23" formatCode="0%">
                  <c:v>2.7595285449830777E-2</c:v>
                </c:pt>
                <c:pt idx="24" formatCode="0%">
                  <c:v>3.4349926596300644E-2</c:v>
                </c:pt>
                <c:pt idx="25" formatCode="0%">
                  <c:v>8.2400437978171967E-2</c:v>
                </c:pt>
                <c:pt idx="27" formatCode="0%">
                  <c:v>3.0835113140547064E-2</c:v>
                </c:pt>
                <c:pt idx="28" formatCode="0%">
                  <c:v>8.8996068472456405E-2</c:v>
                </c:pt>
                <c:pt idx="29" formatCode="0%">
                  <c:v>5.3259771835636426E-2</c:v>
                </c:pt>
                <c:pt idx="31" formatCode="0%">
                  <c:v>7.2400040133165158E-2</c:v>
                </c:pt>
                <c:pt idx="32" formatCode="0%">
                  <c:v>5.3576016678302946E-2</c:v>
                </c:pt>
                <c:pt idx="33" formatCode="0%">
                  <c:v>0.16634136629914673</c:v>
                </c:pt>
                <c:pt idx="34" formatCode="0%">
                  <c:v>2.2392635240537424E-2</c:v>
                </c:pt>
                <c:pt idx="35" formatCode="0%">
                  <c:v>0</c:v>
                </c:pt>
                <c:pt idx="36" formatCode="0%">
                  <c:v>9.9873920319288074E-5</c:v>
                </c:pt>
                <c:pt idx="38" formatCode="0%">
                  <c:v>7.0338499321855055E-2</c:v>
                </c:pt>
                <c:pt idx="39" formatCode="0%">
                  <c:v>0.10804520479550357</c:v>
                </c:pt>
                <c:pt idx="40" formatCode="0%">
                  <c:v>9.935136543035069E-3</c:v>
                </c:pt>
                <c:pt idx="41" formatCode="0%">
                  <c:v>0</c:v>
                </c:pt>
                <c:pt idx="43" formatCode="0%">
                  <c:v>2.2708849304551412E-2</c:v>
                </c:pt>
                <c:pt idx="44" formatCode="0%">
                  <c:v>8.9186854747751648E-2</c:v>
                </c:pt>
                <c:pt idx="46" formatCode="0%">
                  <c:v>1.4167695582517072E-2</c:v>
                </c:pt>
                <c:pt idx="47" formatCode="0%">
                  <c:v>7.8984922132173396E-3</c:v>
                </c:pt>
                <c:pt idx="48" formatCode="0%">
                  <c:v>7.7615455682611467E-2</c:v>
                </c:pt>
                <c:pt idx="49" formatCode="0%">
                  <c:v>0.11801538000648672</c:v>
                </c:pt>
                <c:pt idx="51" formatCode="0%">
                  <c:v>6.1438604263710908E-2</c:v>
                </c:pt>
                <c:pt idx="52" formatCode="0%">
                  <c:v>0.14318223370055067</c:v>
                </c:pt>
                <c:pt idx="53" formatCode="0%">
                  <c:v>3.3885616303290525E-2</c:v>
                </c:pt>
                <c:pt idx="54" formatCode="0%">
                  <c:v>6.7111722373299539E-3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80160"/>
        <c:axId val="390679768"/>
      </c:barChart>
      <c:catAx>
        <c:axId val="390680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79768"/>
        <c:crosses val="autoZero"/>
        <c:auto val="1"/>
        <c:lblAlgn val="ctr"/>
        <c:lblOffset val="100"/>
        <c:noMultiLvlLbl val="0"/>
      </c:catAx>
      <c:valAx>
        <c:axId val="39067976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80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Sheet1!$B$207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Sheet1!$C$206:$BE$206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Sheet1!$C$207:$BE$207</c:f>
              <c:numCache>
                <c:formatCode>General</c:formatCode>
                <c:ptCount val="55"/>
                <c:pt idx="0" formatCode="0%">
                  <c:v>0.15268820854341669</c:v>
                </c:pt>
                <c:pt idx="2" formatCode="0%">
                  <c:v>0.11575795922020272</c:v>
                </c:pt>
                <c:pt idx="3" formatCode="0%">
                  <c:v>0.19277243679639966</c:v>
                </c:pt>
                <c:pt idx="5" formatCode="0%">
                  <c:v>7.0931249306493041E-2</c:v>
                </c:pt>
                <c:pt idx="6" formatCode="0%">
                  <c:v>0.13825084460918743</c:v>
                </c:pt>
                <c:pt idx="7" formatCode="0%">
                  <c:v>0.18265127313295906</c:v>
                </c:pt>
                <c:pt idx="8" formatCode="0%">
                  <c:v>0.20968076827122833</c:v>
                </c:pt>
                <c:pt idx="10" formatCode="0%">
                  <c:v>0.13928522497206194</c:v>
                </c:pt>
                <c:pt idx="11" formatCode="0%">
                  <c:v>0.16530604725497133</c:v>
                </c:pt>
                <c:pt idx="12" formatCode="0%">
                  <c:v>0.1490547211432097</c:v>
                </c:pt>
                <c:pt idx="14" formatCode="0%">
                  <c:v>0.21573749181177518</c:v>
                </c:pt>
                <c:pt idx="15" formatCode="0%">
                  <c:v>0.14755481966601969</c:v>
                </c:pt>
                <c:pt idx="16" formatCode="0%">
                  <c:v>0.11809987320630345</c:v>
                </c:pt>
                <c:pt idx="17" formatCode="0%">
                  <c:v>7.6809539368520655E-2</c:v>
                </c:pt>
                <c:pt idx="19" formatCode="0%">
                  <c:v>0.16000273737093149</c:v>
                </c:pt>
                <c:pt idx="20" formatCode="0%">
                  <c:v>0.14256226489863474</c:v>
                </c:pt>
                <c:pt idx="22" formatCode="0%">
                  <c:v>0.23851818258030741</c:v>
                </c:pt>
                <c:pt idx="23" formatCode="0%">
                  <c:v>0.17641530092349281</c:v>
                </c:pt>
                <c:pt idx="24" formatCode="0%">
                  <c:v>9.1933529042782111E-2</c:v>
                </c:pt>
                <c:pt idx="25" formatCode="0%">
                  <c:v>0.10700336250573636</c:v>
                </c:pt>
                <c:pt idx="27" formatCode="0%">
                  <c:v>0.18023467839895613</c:v>
                </c:pt>
                <c:pt idx="28" formatCode="0%">
                  <c:v>0.19176980559143092</c:v>
                </c:pt>
                <c:pt idx="29" formatCode="0%">
                  <c:v>6.75538560759468E-2</c:v>
                </c:pt>
                <c:pt idx="31" formatCode="0%">
                  <c:v>1.5101203519568571E-2</c:v>
                </c:pt>
                <c:pt idx="32" formatCode="0%">
                  <c:v>0.53145410426383188</c:v>
                </c:pt>
                <c:pt idx="33" formatCode="0%">
                  <c:v>0.31760311446796086</c:v>
                </c:pt>
                <c:pt idx="34" formatCode="0%">
                  <c:v>5.4273406834829622E-3</c:v>
                </c:pt>
                <c:pt idx="35" formatCode="0%">
                  <c:v>7.9671428211868965E-4</c:v>
                </c:pt>
                <c:pt idx="36" formatCode="0%">
                  <c:v>0</c:v>
                </c:pt>
                <c:pt idx="38" formatCode="0%">
                  <c:v>0.1988360919640752</c:v>
                </c:pt>
                <c:pt idx="39" formatCode="0%">
                  <c:v>0.34042620118362216</c:v>
                </c:pt>
                <c:pt idx="40" formatCode="0%">
                  <c:v>2.6909412567553484E-2</c:v>
                </c:pt>
                <c:pt idx="41" formatCode="0%">
                  <c:v>4.7958419752700474E-3</c:v>
                </c:pt>
                <c:pt idx="43" formatCode="0%">
                  <c:v>3.0764505564212685E-2</c:v>
                </c:pt>
                <c:pt idx="44" formatCode="0%">
                  <c:v>0.30344766217520008</c:v>
                </c:pt>
                <c:pt idx="46" formatCode="0%">
                  <c:v>1.7886645200803233E-5</c:v>
                </c:pt>
                <c:pt idx="47" formatCode="0%">
                  <c:v>2.7258563003083485E-3</c:v>
                </c:pt>
                <c:pt idx="48" formatCode="0%">
                  <c:v>2.1651670613620452E-3</c:v>
                </c:pt>
                <c:pt idx="49" formatCode="0%">
                  <c:v>0.45036444557125288</c:v>
                </c:pt>
                <c:pt idx="51" formatCode="0%">
                  <c:v>0.61100675024539941</c:v>
                </c:pt>
                <c:pt idx="52" formatCode="0%">
                  <c:v>0.20953571980042804</c:v>
                </c:pt>
                <c:pt idx="53" formatCode="0%">
                  <c:v>3.0857505154860574E-3</c:v>
                </c:pt>
                <c:pt idx="54" formatCode="0%">
                  <c:v>7.3100301646693081E-3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Sheet1!$B$208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Sheet1!$C$206:$BE$206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Sheet1!$C$208:$BE$208</c:f>
              <c:numCache>
                <c:formatCode>General</c:formatCode>
                <c:ptCount val="55"/>
                <c:pt idx="0" formatCode="0%">
                  <c:v>0.14497908200420476</c:v>
                </c:pt>
                <c:pt idx="2" formatCode="0%">
                  <c:v>0.14267105535243199</c:v>
                </c:pt>
                <c:pt idx="3" formatCode="0%">
                  <c:v>0.14749387974121433</c:v>
                </c:pt>
                <c:pt idx="5" formatCode="0%">
                  <c:v>0.14581045708166132</c:v>
                </c:pt>
                <c:pt idx="6" formatCode="0%">
                  <c:v>3.9488618761939709E-2</c:v>
                </c:pt>
                <c:pt idx="7" formatCode="0%">
                  <c:v>0.15568252881632577</c:v>
                </c:pt>
                <c:pt idx="8" formatCode="0%">
                  <c:v>0.24017572174216473</c:v>
                </c:pt>
                <c:pt idx="10" formatCode="0%">
                  <c:v>0.16187638597272158</c:v>
                </c:pt>
                <c:pt idx="11" formatCode="0%">
                  <c:v>0.118623974439867</c:v>
                </c:pt>
                <c:pt idx="12" formatCode="0%">
                  <c:v>0.16153900596970391</c:v>
                </c:pt>
                <c:pt idx="14" formatCode="0%">
                  <c:v>0.11843788643079498</c:v>
                </c:pt>
                <c:pt idx="15" formatCode="0%">
                  <c:v>0.16053901050951194</c:v>
                </c:pt>
                <c:pt idx="16" formatCode="0%">
                  <c:v>0.16290783836883196</c:v>
                </c:pt>
                <c:pt idx="17" formatCode="0%">
                  <c:v>4.0662535892693627E-2</c:v>
                </c:pt>
                <c:pt idx="19" formatCode="0%">
                  <c:v>0.15616402421528819</c:v>
                </c:pt>
                <c:pt idx="20" formatCode="0%">
                  <c:v>0.12949509155583336</c:v>
                </c:pt>
                <c:pt idx="22" formatCode="0%">
                  <c:v>0.10620923973101321</c:v>
                </c:pt>
                <c:pt idx="23" formatCode="0%">
                  <c:v>0.13295505883513745</c:v>
                </c:pt>
                <c:pt idx="24" formatCode="0%">
                  <c:v>5.7052790973009901E-2</c:v>
                </c:pt>
                <c:pt idx="25" formatCode="0%">
                  <c:v>0.14769272055318297</c:v>
                </c:pt>
                <c:pt idx="27" formatCode="0%">
                  <c:v>0.1436520882728004</c:v>
                </c:pt>
                <c:pt idx="28" formatCode="0%">
                  <c:v>0.12405005200218755</c:v>
                </c:pt>
                <c:pt idx="29" formatCode="0%">
                  <c:v>9.7280075534147484E-2</c:v>
                </c:pt>
                <c:pt idx="31" formatCode="0%">
                  <c:v>0.10181191847406987</c:v>
                </c:pt>
                <c:pt idx="32" formatCode="0%">
                  <c:v>0.28948107204837098</c:v>
                </c:pt>
                <c:pt idx="33" formatCode="0%">
                  <c:v>0.24973271910522216</c:v>
                </c:pt>
                <c:pt idx="34" formatCode="0%">
                  <c:v>1.2052275186522834E-4</c:v>
                </c:pt>
                <c:pt idx="35" formatCode="0%">
                  <c:v>0.48991884939811425</c:v>
                </c:pt>
                <c:pt idx="36" formatCode="0%">
                  <c:v>2.3793816629315303E-3</c:v>
                </c:pt>
                <c:pt idx="38" formatCode="0%">
                  <c:v>8.8369043273778494E-2</c:v>
                </c:pt>
                <c:pt idx="39" formatCode="0%">
                  <c:v>0.25902526518821262</c:v>
                </c:pt>
                <c:pt idx="40" formatCode="0%">
                  <c:v>4.1862684500238452E-2</c:v>
                </c:pt>
                <c:pt idx="41" formatCode="0%">
                  <c:v>5.3242971465471099E-3</c:v>
                </c:pt>
                <c:pt idx="43" formatCode="0%">
                  <c:v>1.5592733771685907E-2</c:v>
                </c:pt>
                <c:pt idx="44" formatCode="0%">
                  <c:v>0.31495029154194171</c:v>
                </c:pt>
                <c:pt idx="46" formatCode="0%">
                  <c:v>4.9786025408365816E-3</c:v>
                </c:pt>
                <c:pt idx="47" formatCode="0%">
                  <c:v>2.0829775208441953E-2</c:v>
                </c:pt>
                <c:pt idx="48" formatCode="0%">
                  <c:v>0.29088737492020605</c:v>
                </c:pt>
                <c:pt idx="49" formatCode="0%">
                  <c:v>0.29312689908189521</c:v>
                </c:pt>
                <c:pt idx="51" formatCode="0%">
                  <c:v>0.23446304850443056</c:v>
                </c:pt>
                <c:pt idx="52" formatCode="0%">
                  <c:v>0.45095223057766293</c:v>
                </c:pt>
                <c:pt idx="53" formatCode="0%">
                  <c:v>6.1796195512504065E-2</c:v>
                </c:pt>
                <c:pt idx="54" formatCode="0%">
                  <c:v>3.7093435859581296E-3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Sheet1!$B$209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Sheet1!$C$206:$BE$206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Sheet1!$C$209:$BE$209</c:f>
              <c:numCache>
                <c:formatCode>General</c:formatCode>
                <c:ptCount val="55"/>
                <c:pt idx="0" formatCode="0%">
                  <c:v>0.15443814720972693</c:v>
                </c:pt>
                <c:pt idx="2" formatCode="0%">
                  <c:v>0.2011975318639504</c:v>
                </c:pt>
                <c:pt idx="3" formatCode="0%">
                  <c:v>0.10371035019630551</c:v>
                </c:pt>
                <c:pt idx="5" formatCode="0%">
                  <c:v>0.28412168738606092</c:v>
                </c:pt>
                <c:pt idx="6" formatCode="0%">
                  <c:v>0.16635950347359771</c:v>
                </c:pt>
                <c:pt idx="7" formatCode="0%">
                  <c:v>6.6193749007375291E-2</c:v>
                </c:pt>
                <c:pt idx="8" formatCode="0%">
                  <c:v>0.11875913981621239</c:v>
                </c:pt>
                <c:pt idx="10" formatCode="0%">
                  <c:v>0.1480028762005926</c:v>
                </c:pt>
                <c:pt idx="11" formatCode="0%">
                  <c:v>0.20230962256812979</c:v>
                </c:pt>
                <c:pt idx="12" formatCode="0%">
                  <c:v>0.1047510918385663</c:v>
                </c:pt>
                <c:pt idx="14" formatCode="0%">
                  <c:v>9.9882742293229174E-2</c:v>
                </c:pt>
                <c:pt idx="15" formatCode="0%">
                  <c:v>0.22245168676514576</c:v>
                </c:pt>
                <c:pt idx="16" formatCode="0%">
                  <c:v>0.12212645035216782</c:v>
                </c:pt>
                <c:pt idx="17" formatCode="0%">
                  <c:v>4.4462561146699449E-2</c:v>
                </c:pt>
                <c:pt idx="19" formatCode="0%">
                  <c:v>0.19060193391795033</c:v>
                </c:pt>
                <c:pt idx="20" formatCode="0%">
                  <c:v>0.10437443499741078</c:v>
                </c:pt>
                <c:pt idx="22" formatCode="0%">
                  <c:v>0.1223394821945238</c:v>
                </c:pt>
                <c:pt idx="23" formatCode="0%">
                  <c:v>0.24388221878181782</c:v>
                </c:pt>
                <c:pt idx="24" formatCode="0%">
                  <c:v>2.6808434813452228E-2</c:v>
                </c:pt>
                <c:pt idx="25" formatCode="0%">
                  <c:v>0.18245047944216292</c:v>
                </c:pt>
                <c:pt idx="27" formatCode="0%">
                  <c:v>0.171678277131634</c:v>
                </c:pt>
                <c:pt idx="28" formatCode="0%">
                  <c:v>0.12349729327475552</c:v>
                </c:pt>
                <c:pt idx="29" formatCode="0%">
                  <c:v>0.19429265585463346</c:v>
                </c:pt>
                <c:pt idx="31" formatCode="0%">
                  <c:v>0.21432978706517677</c:v>
                </c:pt>
                <c:pt idx="32" formatCode="0%">
                  <c:v>0.14412249489803189</c:v>
                </c:pt>
                <c:pt idx="33" formatCode="0%">
                  <c:v>0.16179833945845071</c:v>
                </c:pt>
                <c:pt idx="34" formatCode="0%">
                  <c:v>9.0183186484976641E-2</c:v>
                </c:pt>
                <c:pt idx="35" formatCode="0%">
                  <c:v>0.38539071315456325</c:v>
                </c:pt>
                <c:pt idx="36" formatCode="0%">
                  <c:v>6.8679930086408519E-2</c:v>
                </c:pt>
                <c:pt idx="38" formatCode="0%">
                  <c:v>0.10033611219258168</c:v>
                </c:pt>
                <c:pt idx="39" formatCode="0%">
                  <c:v>0.20386684429823712</c:v>
                </c:pt>
                <c:pt idx="40" formatCode="0%">
                  <c:v>0.1345220183657598</c:v>
                </c:pt>
                <c:pt idx="41" formatCode="0%">
                  <c:v>0.15727221487716511</c:v>
                </c:pt>
                <c:pt idx="43" formatCode="0%">
                  <c:v>0.14564474179070896</c:v>
                </c:pt>
                <c:pt idx="44" formatCode="0%">
                  <c:v>0.15275334751613884</c:v>
                </c:pt>
                <c:pt idx="46" formatCode="0%">
                  <c:v>6.9270881969151932E-2</c:v>
                </c:pt>
                <c:pt idx="47" formatCode="0%">
                  <c:v>0.2147520856536464</c:v>
                </c:pt>
                <c:pt idx="48" formatCode="0%">
                  <c:v>0.48180668842008928</c:v>
                </c:pt>
                <c:pt idx="49" formatCode="0%">
                  <c:v>6.3795135863456975E-2</c:v>
                </c:pt>
                <c:pt idx="51" formatCode="0%">
                  <c:v>4.1774842027624617E-2</c:v>
                </c:pt>
                <c:pt idx="52" formatCode="0%">
                  <c:v>0.1726088197122076</c:v>
                </c:pt>
                <c:pt idx="53" formatCode="0%">
                  <c:v>0.47353983715392756</c:v>
                </c:pt>
                <c:pt idx="54" formatCode="0%">
                  <c:v>0.10484204308115108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Sheet1!$B$210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Sheet1!$C$206:$BE$206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Sheet1!$C$210:$BE$210</c:f>
              <c:numCache>
                <c:formatCode>General</c:formatCode>
                <c:ptCount val="55"/>
                <c:pt idx="0" formatCode="0%">
                  <c:v>0.43594142381413659</c:v>
                </c:pt>
                <c:pt idx="2" formatCode="0%">
                  <c:v>0.40888203180765553</c:v>
                </c:pt>
                <c:pt idx="3" formatCode="0%">
                  <c:v>0.46526326793922818</c:v>
                </c:pt>
                <c:pt idx="5" formatCode="0%">
                  <c:v>0.43686312192182908</c:v>
                </c:pt>
                <c:pt idx="6" formatCode="0%">
                  <c:v>0.5143594260845068</c:v>
                </c:pt>
                <c:pt idx="7" formatCode="0%">
                  <c:v>0.44644701778936591</c:v>
                </c:pt>
                <c:pt idx="8" formatCode="0%">
                  <c:v>0.34403089266087233</c:v>
                </c:pt>
                <c:pt idx="10" formatCode="0%">
                  <c:v>0.39294516138993207</c:v>
                </c:pt>
                <c:pt idx="11" formatCode="0%">
                  <c:v>0.38768593620074809</c:v>
                </c:pt>
                <c:pt idx="12" formatCode="0%">
                  <c:v>0.52602554760300479</c:v>
                </c:pt>
                <c:pt idx="14" formatCode="0%">
                  <c:v>0.41541762902560342</c:v>
                </c:pt>
                <c:pt idx="15" formatCode="0%">
                  <c:v>0.38094792461786203</c:v>
                </c:pt>
                <c:pt idx="16" formatCode="0%">
                  <c:v>0.49519311168842878</c:v>
                </c:pt>
                <c:pt idx="17" formatCode="0%">
                  <c:v>0.65584612890856908</c:v>
                </c:pt>
                <c:pt idx="19" formatCode="0%">
                  <c:v>0.38077333445763351</c:v>
                </c:pt>
                <c:pt idx="20" formatCode="0%">
                  <c:v>0.51231393898051047</c:v>
                </c:pt>
                <c:pt idx="22" formatCode="0%">
                  <c:v>0.42379284974563192</c:v>
                </c:pt>
                <c:pt idx="23" formatCode="0%">
                  <c:v>0.3602863344072903</c:v>
                </c:pt>
                <c:pt idx="24" formatCode="0%">
                  <c:v>0.64712694260874204</c:v>
                </c:pt>
                <c:pt idx="25" formatCode="0%">
                  <c:v>0.43306201446442638</c:v>
                </c:pt>
                <c:pt idx="27" formatCode="0%">
                  <c:v>0.36975899177458837</c:v>
                </c:pt>
                <c:pt idx="28" formatCode="0%">
                  <c:v>0.43455980376499492</c:v>
                </c:pt>
                <c:pt idx="29" formatCode="0%">
                  <c:v>0.53774100478741371</c:v>
                </c:pt>
                <c:pt idx="31" formatCode="0%">
                  <c:v>0.54252070354440807</c:v>
                </c:pt>
                <c:pt idx="32" formatCode="0%">
                  <c:v>9.6581616289534242E-3</c:v>
                </c:pt>
                <c:pt idx="33" formatCode="0%">
                  <c:v>6.3509914108052498E-2</c:v>
                </c:pt>
                <c:pt idx="34" formatCode="0%">
                  <c:v>0.84505352175546544</c:v>
                </c:pt>
                <c:pt idx="35" formatCode="0%">
                  <c:v>6.1759369774208081E-2</c:v>
                </c:pt>
                <c:pt idx="36" formatCode="0%">
                  <c:v>0.81808613277450193</c:v>
                </c:pt>
                <c:pt idx="38" formatCode="0%">
                  <c:v>0.40878847752529202</c:v>
                </c:pt>
                <c:pt idx="39" formatCode="0%">
                  <c:v>8.2217644074406487E-2</c:v>
                </c:pt>
                <c:pt idx="40" formatCode="0%">
                  <c:v>0.71288216153375439</c:v>
                </c:pt>
                <c:pt idx="41" formatCode="0%">
                  <c:v>0.76218750332324592</c:v>
                </c:pt>
                <c:pt idx="43" formatCode="0%">
                  <c:v>0.72729665517092323</c:v>
                </c:pt>
                <c:pt idx="44" formatCode="0%">
                  <c:v>0.13354951087295297</c:v>
                </c:pt>
                <c:pt idx="46" formatCode="0%">
                  <c:v>0.83078448110337377</c:v>
                </c:pt>
                <c:pt idx="47" formatCode="0%">
                  <c:v>0.62690546869881736</c:v>
                </c:pt>
                <c:pt idx="48" formatCode="0%">
                  <c:v>0.14112477968932999</c:v>
                </c:pt>
                <c:pt idx="49" formatCode="0%">
                  <c:v>8.0410912056904441E-2</c:v>
                </c:pt>
                <c:pt idx="51" formatCode="0%">
                  <c:v>5.2503416985222859E-2</c:v>
                </c:pt>
                <c:pt idx="52" formatCode="0%">
                  <c:v>7.5690675527804981E-3</c:v>
                </c:pt>
                <c:pt idx="53" formatCode="0%">
                  <c:v>0.28016696363260957</c:v>
                </c:pt>
                <c:pt idx="54" formatCode="0%">
                  <c:v>0.82058417325635202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Sheet1!$B$211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Sheet1!$C$206:$BE$206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Sheet1!$C$211:$BE$211</c:f>
              <c:numCache>
                <c:formatCode>General</c:formatCode>
                <c:ptCount val="55"/>
                <c:pt idx="0" formatCode="0%">
                  <c:v>0.11195313842851567</c:v>
                </c:pt>
                <c:pt idx="2" formatCode="0%">
                  <c:v>0.13149142175576017</c:v>
                </c:pt>
                <c:pt idx="3" formatCode="0%">
                  <c:v>9.0760065326851186E-2</c:v>
                </c:pt>
                <c:pt idx="5" formatCode="0%">
                  <c:v>6.227348430395576E-2</c:v>
                </c:pt>
                <c:pt idx="6" formatCode="0%">
                  <c:v>0.14154160707076796</c:v>
                </c:pt>
                <c:pt idx="7" formatCode="0%">
                  <c:v>0.14902543125397325</c:v>
                </c:pt>
                <c:pt idx="8" formatCode="0%">
                  <c:v>8.7353477509520439E-2</c:v>
                </c:pt>
                <c:pt idx="10" formatCode="0%">
                  <c:v>0.15789035146469096</c:v>
                </c:pt>
                <c:pt idx="11" formatCode="0%">
                  <c:v>0.12607441953628301</c:v>
                </c:pt>
                <c:pt idx="12" formatCode="0%">
                  <c:v>5.8629633445515333E-2</c:v>
                </c:pt>
                <c:pt idx="14" formatCode="0%">
                  <c:v>0.15052425043859635</c:v>
                </c:pt>
                <c:pt idx="15" formatCode="0%">
                  <c:v>8.8506558441459729E-2</c:v>
                </c:pt>
                <c:pt idx="16" formatCode="0%">
                  <c:v>0.10167272638426846</c:v>
                </c:pt>
                <c:pt idx="17" formatCode="0%">
                  <c:v>0.18221923468351764</c:v>
                </c:pt>
                <c:pt idx="19" formatCode="0%">
                  <c:v>0.11245797003819744</c:v>
                </c:pt>
                <c:pt idx="20" formatCode="0%">
                  <c:v>0.11125426956761081</c:v>
                </c:pt>
                <c:pt idx="22" formatCode="0%">
                  <c:v>0.10914024574852334</c:v>
                </c:pt>
                <c:pt idx="23" formatCode="0%">
                  <c:v>8.6461087052261409E-2</c:v>
                </c:pt>
                <c:pt idx="24" formatCode="0%">
                  <c:v>0.1770783025620136</c:v>
                </c:pt>
                <c:pt idx="25" formatCode="0%">
                  <c:v>0.12979142303449159</c:v>
                </c:pt>
                <c:pt idx="27" formatCode="0%">
                  <c:v>0.13467596442202071</c:v>
                </c:pt>
                <c:pt idx="28" formatCode="0%">
                  <c:v>0.12612304536663066</c:v>
                </c:pt>
                <c:pt idx="29" formatCode="0%">
                  <c:v>0.10313240774785885</c:v>
                </c:pt>
                <c:pt idx="31" formatCode="0%">
                  <c:v>0.12623638739677628</c:v>
                </c:pt>
                <c:pt idx="32" formatCode="0%">
                  <c:v>2.5284167160811548E-2</c:v>
                </c:pt>
                <c:pt idx="33" formatCode="0%">
                  <c:v>0.20735591286031393</c:v>
                </c:pt>
                <c:pt idx="34" formatCode="0%">
                  <c:v>5.921542832420941E-2</c:v>
                </c:pt>
                <c:pt idx="35" formatCode="0%">
                  <c:v>6.2134353390995448E-2</c:v>
                </c:pt>
                <c:pt idx="36" formatCode="0%">
                  <c:v>0.11085455547615837</c:v>
                </c:pt>
                <c:pt idx="38" formatCode="0%">
                  <c:v>0.20367027504427249</c:v>
                </c:pt>
                <c:pt idx="39" formatCode="0%">
                  <c:v>0.11446404525552173</c:v>
                </c:pt>
                <c:pt idx="40" formatCode="0%">
                  <c:v>8.3823723032693476E-2</c:v>
                </c:pt>
                <c:pt idx="41" formatCode="0%">
                  <c:v>7.0420142677771469E-2</c:v>
                </c:pt>
                <c:pt idx="43" formatCode="0%">
                  <c:v>8.0701363702469178E-2</c:v>
                </c:pt>
                <c:pt idx="44" formatCode="0%">
                  <c:v>9.5299187893766776E-2</c:v>
                </c:pt>
                <c:pt idx="46" formatCode="0%">
                  <c:v>9.4948147741436645E-2</c:v>
                </c:pt>
                <c:pt idx="47" formatCode="0%">
                  <c:v>0.13478681413878546</c:v>
                </c:pt>
                <c:pt idx="48" formatCode="0%">
                  <c:v>8.4015989909012628E-2</c:v>
                </c:pt>
                <c:pt idx="49" formatCode="0%">
                  <c:v>0.11230260742649038</c:v>
                </c:pt>
                <c:pt idx="51" formatCode="0%">
                  <c:v>6.0251942237322755E-2</c:v>
                </c:pt>
                <c:pt idx="52" formatCode="0%">
                  <c:v>0.15933416235692105</c:v>
                </c:pt>
                <c:pt idx="53" formatCode="0%">
                  <c:v>0.18141125318547274</c:v>
                </c:pt>
                <c:pt idx="54" formatCode="0%">
                  <c:v>6.3554409911869114E-2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72712"/>
        <c:axId val="390673496"/>
      </c:barChart>
      <c:catAx>
        <c:axId val="390672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73496"/>
        <c:crosses val="autoZero"/>
        <c:auto val="1"/>
        <c:lblAlgn val="ctr"/>
        <c:lblOffset val="100"/>
        <c:noMultiLvlLbl val="0"/>
      </c:catAx>
      <c:valAx>
        <c:axId val="39067349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72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Sheet1!$B$214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Sheet1!$C$213:$BE$213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Sheet1!$C$214:$BE$214</c:f>
              <c:numCache>
                <c:formatCode>General</c:formatCode>
                <c:ptCount val="55"/>
                <c:pt idx="0" formatCode="0%">
                  <c:v>0.21659490765723305</c:v>
                </c:pt>
                <c:pt idx="2" formatCode="0%">
                  <c:v>0.14911213066117929</c:v>
                </c:pt>
                <c:pt idx="3" formatCode="0%">
                  <c:v>0.2899390368090744</c:v>
                </c:pt>
                <c:pt idx="5" formatCode="0%">
                  <c:v>0.22282435320099581</c:v>
                </c:pt>
                <c:pt idx="6" formatCode="0%">
                  <c:v>0.25846218967610751</c:v>
                </c:pt>
                <c:pt idx="7" formatCode="0%">
                  <c:v>0.25773544717502639</c:v>
                </c:pt>
                <c:pt idx="8" formatCode="0%">
                  <c:v>0.12444498271334777</c:v>
                </c:pt>
                <c:pt idx="10" formatCode="0%">
                  <c:v>0.24320654091896463</c:v>
                </c:pt>
                <c:pt idx="11" formatCode="0%">
                  <c:v>0.20784726558367994</c:v>
                </c:pt>
                <c:pt idx="12" formatCode="0%">
                  <c:v>0.20509124792557948</c:v>
                </c:pt>
                <c:pt idx="14" formatCode="0%">
                  <c:v>0.29070715798273877</c:v>
                </c:pt>
                <c:pt idx="15" formatCode="0%">
                  <c:v>0.15885124470438738</c:v>
                </c:pt>
                <c:pt idx="16" formatCode="0%">
                  <c:v>0.22586085129092315</c:v>
                </c:pt>
                <c:pt idx="17" formatCode="0%">
                  <c:v>0.28113346631021585</c:v>
                </c:pt>
                <c:pt idx="19" formatCode="0%">
                  <c:v>0.15188075431662382</c:v>
                </c:pt>
                <c:pt idx="20" formatCode="0%">
                  <c:v>0.30606744744002257</c:v>
                </c:pt>
                <c:pt idx="22" formatCode="0%">
                  <c:v>0.11453199266383321</c:v>
                </c:pt>
                <c:pt idx="23" formatCode="0%">
                  <c:v>0.15034981160504277</c:v>
                </c:pt>
                <c:pt idx="24" formatCode="0%">
                  <c:v>0.44150967660189527</c:v>
                </c:pt>
                <c:pt idx="25" formatCode="0%">
                  <c:v>0.22309665878441393</c:v>
                </c:pt>
                <c:pt idx="27" formatCode="0%">
                  <c:v>0.14936226037199923</c:v>
                </c:pt>
                <c:pt idx="28" formatCode="0%">
                  <c:v>0.16869963802230045</c:v>
                </c:pt>
                <c:pt idx="29" formatCode="0%">
                  <c:v>0.33986368521976035</c:v>
                </c:pt>
                <c:pt idx="31" formatCode="0%">
                  <c:v>0.14782126217124311</c:v>
                </c:pt>
                <c:pt idx="32" formatCode="0%">
                  <c:v>6.5983353129613698E-3</c:v>
                </c:pt>
                <c:pt idx="33" formatCode="0%">
                  <c:v>3.8022644897038982E-3</c:v>
                </c:pt>
                <c:pt idx="34" formatCode="0%">
                  <c:v>0.46052778165504438</c:v>
                </c:pt>
                <c:pt idx="35" formatCode="0%">
                  <c:v>1.2826115481675969E-2</c:v>
                </c:pt>
                <c:pt idx="36" formatCode="0%">
                  <c:v>0.5674098225144969</c:v>
                </c:pt>
                <c:pt idx="38" formatCode="0%">
                  <c:v>0.30491218162463823</c:v>
                </c:pt>
                <c:pt idx="39" formatCode="0%">
                  <c:v>7.4424345524916696E-2</c:v>
                </c:pt>
                <c:pt idx="40" formatCode="0%">
                  <c:v>0.35177248607835737</c:v>
                </c:pt>
                <c:pt idx="41" formatCode="0%">
                  <c:v>0.39419447452660017</c:v>
                </c:pt>
                <c:pt idx="43" formatCode="0%">
                  <c:v>0.39126516291906233</c:v>
                </c:pt>
                <c:pt idx="44" formatCode="0%">
                  <c:v>8.5406055059370434E-2</c:v>
                </c:pt>
                <c:pt idx="46" formatCode="0%">
                  <c:v>0.63074367470974402</c:v>
                </c:pt>
                <c:pt idx="47" formatCode="0%">
                  <c:v>0.16395932720713968</c:v>
                </c:pt>
                <c:pt idx="48" formatCode="0%">
                  <c:v>6.9383650820160359E-9</c:v>
                </c:pt>
                <c:pt idx="49" formatCode="0%">
                  <c:v>4.9195800759738078E-3</c:v>
                </c:pt>
                <c:pt idx="51" formatCode="0%">
                  <c:v>1.9278317116143959E-2</c:v>
                </c:pt>
                <c:pt idx="52" formatCode="0%">
                  <c:v>2.2245373024100141E-3</c:v>
                </c:pt>
                <c:pt idx="53" formatCode="0%">
                  <c:v>7.7189609214222438E-2</c:v>
                </c:pt>
                <c:pt idx="54" formatCode="0%">
                  <c:v>0.42340557842956189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Sheet1!$B$215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Sheet1!$C$213:$BE$213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Sheet1!$C$215:$BE$215</c:f>
              <c:numCache>
                <c:formatCode>General</c:formatCode>
                <c:ptCount val="55"/>
                <c:pt idx="0" formatCode="0%">
                  <c:v>0.2057454528211965</c:v>
                </c:pt>
                <c:pt idx="2" formatCode="0%">
                  <c:v>0.26967093432049921</c:v>
                </c:pt>
                <c:pt idx="3" formatCode="0%">
                  <c:v>0.13629718447008907</c:v>
                </c:pt>
                <c:pt idx="5" formatCode="0%">
                  <c:v>0.16571407345234451</c:v>
                </c:pt>
                <c:pt idx="6" formatCode="0%">
                  <c:v>0.32374597587915011</c:v>
                </c:pt>
                <c:pt idx="7" formatCode="0%">
                  <c:v>0.18802940119603734</c:v>
                </c:pt>
                <c:pt idx="8" formatCode="0%">
                  <c:v>0.14117380759133347</c:v>
                </c:pt>
                <c:pt idx="10" formatCode="0%">
                  <c:v>0.13808562309392525</c:v>
                </c:pt>
                <c:pt idx="11" formatCode="0%">
                  <c:v>0.208471187617293</c:v>
                </c:pt>
                <c:pt idx="12" formatCode="0%">
                  <c:v>0.25734249434778145</c:v>
                </c:pt>
                <c:pt idx="14" formatCode="0%">
                  <c:v>0.10660983203598642</c:v>
                </c:pt>
                <c:pt idx="15" formatCode="0%">
                  <c:v>0.25641646144171837</c:v>
                </c:pt>
                <c:pt idx="16" formatCode="0%">
                  <c:v>0.22172347764470995</c:v>
                </c:pt>
                <c:pt idx="17" formatCode="0%">
                  <c:v>0.17472325541955303</c:v>
                </c:pt>
                <c:pt idx="19" formatCode="0%">
                  <c:v>0.2272474834582946</c:v>
                </c:pt>
                <c:pt idx="20" formatCode="0%">
                  <c:v>0.17601716013284502</c:v>
                </c:pt>
                <c:pt idx="22" formatCode="0%">
                  <c:v>0.33244533711719176</c:v>
                </c:pt>
                <c:pt idx="23" formatCode="0%">
                  <c:v>0.22454668993872243</c:v>
                </c:pt>
                <c:pt idx="24" formatCode="0%">
                  <c:v>0.11482704183968956</c:v>
                </c:pt>
                <c:pt idx="25" formatCode="0%">
                  <c:v>0.19313699266451209</c:v>
                </c:pt>
                <c:pt idx="27" formatCode="0%">
                  <c:v>0.26105709787226411</c:v>
                </c:pt>
                <c:pt idx="28" formatCode="0%">
                  <c:v>0.20699907773682283</c:v>
                </c:pt>
                <c:pt idx="29" formatCode="0%">
                  <c:v>0.16720710931207011</c:v>
                </c:pt>
                <c:pt idx="31" formatCode="0%">
                  <c:v>0.33640167344049304</c:v>
                </c:pt>
                <c:pt idx="32" formatCode="0%">
                  <c:v>1.2542759543171798E-2</c:v>
                </c:pt>
                <c:pt idx="33" formatCode="0%">
                  <c:v>1.4317541667989146E-2</c:v>
                </c:pt>
                <c:pt idx="34" formatCode="0%">
                  <c:v>0.2309747050594658</c:v>
                </c:pt>
                <c:pt idx="35" formatCode="0%">
                  <c:v>0.28232978591528435</c:v>
                </c:pt>
                <c:pt idx="36" formatCode="0%">
                  <c:v>0.26264259040621846</c:v>
                </c:pt>
                <c:pt idx="38" formatCode="0%">
                  <c:v>0.14693307037859094</c:v>
                </c:pt>
                <c:pt idx="39" formatCode="0%">
                  <c:v>2.3031318761865621E-2</c:v>
                </c:pt>
                <c:pt idx="40" formatCode="0%">
                  <c:v>0.31088659318610035</c:v>
                </c:pt>
                <c:pt idx="41" formatCode="0%">
                  <c:v>0.37236326361484373</c:v>
                </c:pt>
                <c:pt idx="43" formatCode="0%">
                  <c:v>0.33348194950913651</c:v>
                </c:pt>
                <c:pt idx="44" formatCode="0%">
                  <c:v>2.4829713304148182E-2</c:v>
                </c:pt>
                <c:pt idx="46" formatCode="0%">
                  <c:v>0.27155663342548408</c:v>
                </c:pt>
                <c:pt idx="47" formatCode="0%">
                  <c:v>0.48607984672448828</c:v>
                </c:pt>
                <c:pt idx="48" formatCode="0%">
                  <c:v>3.8534689382590789E-2</c:v>
                </c:pt>
                <c:pt idx="49" formatCode="0%">
                  <c:v>4.0205214105312271E-3</c:v>
                </c:pt>
                <c:pt idx="51" formatCode="0%">
                  <c:v>2.0470541141594348E-4</c:v>
                </c:pt>
                <c:pt idx="52" formatCode="0%">
                  <c:v>3.9975189536411139E-2</c:v>
                </c:pt>
                <c:pt idx="53" formatCode="0%">
                  <c:v>0.14958913796389639</c:v>
                </c:pt>
                <c:pt idx="54" formatCode="0%">
                  <c:v>0.36509665700403687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Sheet1!$B$216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Sheet1!$C$213:$BE$213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Sheet1!$C$216:$BE$216</c:f>
              <c:numCache>
                <c:formatCode>General</c:formatCode>
                <c:ptCount val="55"/>
                <c:pt idx="0" formatCode="0%">
                  <c:v>7.232825649308966E-2</c:v>
                </c:pt>
                <c:pt idx="2" formatCode="0%">
                  <c:v>0.10017819779917626</c:v>
                </c:pt>
                <c:pt idx="3" formatCode="0%">
                  <c:v>4.2071007413892671E-2</c:v>
                </c:pt>
                <c:pt idx="5" formatCode="0%">
                  <c:v>4.7933250781876546E-2</c:v>
                </c:pt>
                <c:pt idx="6" formatCode="0%">
                  <c:v>7.7057133531041808E-2</c:v>
                </c:pt>
                <c:pt idx="7" formatCode="0%">
                  <c:v>3.2691572124576171E-2</c:v>
                </c:pt>
                <c:pt idx="8" formatCode="0%">
                  <c:v>0.13204004968062924</c:v>
                </c:pt>
                <c:pt idx="10" formatCode="0%">
                  <c:v>0.11575121894809037</c:v>
                </c:pt>
                <c:pt idx="11" formatCode="0%">
                  <c:v>5.1884603217612388E-2</c:v>
                </c:pt>
                <c:pt idx="12" formatCode="0%">
                  <c:v>6.0623287869229089E-2</c:v>
                </c:pt>
                <c:pt idx="14" formatCode="0%">
                  <c:v>6.4372430879135675E-2</c:v>
                </c:pt>
                <c:pt idx="15" formatCode="0%">
                  <c:v>6.2779839469549806E-2</c:v>
                </c:pt>
                <c:pt idx="16" formatCode="0%">
                  <c:v>0.10056163258510739</c:v>
                </c:pt>
                <c:pt idx="17" formatCode="0%">
                  <c:v>2.3635558710428453E-2</c:v>
                </c:pt>
                <c:pt idx="19" formatCode="0%">
                  <c:v>6.3938265148978643E-2</c:v>
                </c:pt>
                <c:pt idx="20" formatCode="0%">
                  <c:v>8.3928096644937486E-2</c:v>
                </c:pt>
                <c:pt idx="22" formatCode="0%">
                  <c:v>9.2990571053296073E-3</c:v>
                </c:pt>
                <c:pt idx="23" formatCode="0%">
                  <c:v>9.4704232136123584E-2</c:v>
                </c:pt>
                <c:pt idx="24" formatCode="0%">
                  <c:v>0.11049997871740028</c:v>
                </c:pt>
                <c:pt idx="25" formatCode="0%">
                  <c:v>8.5886128692573782E-2</c:v>
                </c:pt>
                <c:pt idx="27" formatCode="0%">
                  <c:v>6.4775317491246279E-2</c:v>
                </c:pt>
                <c:pt idx="28" formatCode="0%">
                  <c:v>9.711431262601708E-2</c:v>
                </c:pt>
                <c:pt idx="29" formatCode="0%">
                  <c:v>7.7784426915059976E-2</c:v>
                </c:pt>
                <c:pt idx="31" formatCode="0%">
                  <c:v>0.13054634240370006</c:v>
                </c:pt>
                <c:pt idx="32" formatCode="0%">
                  <c:v>6.6454595522117237E-3</c:v>
                </c:pt>
                <c:pt idx="33" formatCode="0%">
                  <c:v>9.1723142329351012E-2</c:v>
                </c:pt>
                <c:pt idx="34" formatCode="0%">
                  <c:v>7.8836171939889094E-2</c:v>
                </c:pt>
                <c:pt idx="35" formatCode="0%">
                  <c:v>7.292935891482788E-2</c:v>
                </c:pt>
                <c:pt idx="36" formatCode="0%">
                  <c:v>5.2253083896061508E-2</c:v>
                </c:pt>
                <c:pt idx="38" formatCode="0%">
                  <c:v>4.5817376650280212E-2</c:v>
                </c:pt>
                <c:pt idx="39" formatCode="0%">
                  <c:v>6.8234253546222687E-2</c:v>
                </c:pt>
                <c:pt idx="40" formatCode="0%">
                  <c:v>7.2514637554747838E-2</c:v>
                </c:pt>
                <c:pt idx="41" formatCode="0%">
                  <c:v>9.9839220521419386E-2</c:v>
                </c:pt>
                <c:pt idx="43" formatCode="0%">
                  <c:v>6.5485908231392886E-2</c:v>
                </c:pt>
                <c:pt idx="44" formatCode="0%">
                  <c:v>5.6324952132881967E-2</c:v>
                </c:pt>
                <c:pt idx="46" formatCode="0%">
                  <c:v>8.7643430519695649E-3</c:v>
                </c:pt>
                <c:pt idx="47" formatCode="0%">
                  <c:v>0.1607450637746981</c:v>
                </c:pt>
                <c:pt idx="48" formatCode="0%">
                  <c:v>0.15330848451141307</c:v>
                </c:pt>
                <c:pt idx="49" formatCode="0%">
                  <c:v>3.9569287579461432E-2</c:v>
                </c:pt>
                <c:pt idx="51" formatCode="0%">
                  <c:v>1.8072237180213863E-2</c:v>
                </c:pt>
                <c:pt idx="52" formatCode="0%">
                  <c:v>6.3064619059348861E-2</c:v>
                </c:pt>
                <c:pt idx="53" formatCode="0%">
                  <c:v>0.14573292081646111</c:v>
                </c:pt>
                <c:pt idx="54" formatCode="0%">
                  <c:v>7.6533817130159318E-2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Sheet1!$B$217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Sheet1!$C$213:$BE$213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Sheet1!$C$217:$BE$217</c:f>
              <c:numCache>
                <c:formatCode>General</c:formatCode>
                <c:ptCount val="55"/>
                <c:pt idx="0" formatCode="0%">
                  <c:v>0.42441244498902864</c:v>
                </c:pt>
                <c:pt idx="2" formatCode="0%">
                  <c:v>0.44042346627051354</c:v>
                </c:pt>
                <c:pt idx="3" formatCode="0%">
                  <c:v>0.40697301372258043</c:v>
                </c:pt>
                <c:pt idx="5" formatCode="0%">
                  <c:v>0.48750819795751937</c:v>
                </c:pt>
                <c:pt idx="6" formatCode="0%">
                  <c:v>0.25889078734763471</c:v>
                </c:pt>
                <c:pt idx="7" formatCode="0%">
                  <c:v>0.46462073907260054</c:v>
                </c:pt>
                <c:pt idx="8" formatCode="0%">
                  <c:v>0.49227064064750276</c:v>
                </c:pt>
                <c:pt idx="10" formatCode="0%">
                  <c:v>0.3825259200399348</c:v>
                </c:pt>
                <c:pt idx="11" formatCode="0%">
                  <c:v>0.46971272275798515</c:v>
                </c:pt>
                <c:pt idx="12" formatCode="0%">
                  <c:v>0.40640847825525428</c:v>
                </c:pt>
                <c:pt idx="14" formatCode="0%">
                  <c:v>0.45708198553946061</c:v>
                </c:pt>
                <c:pt idx="15" formatCode="0%">
                  <c:v>0.45632870185229252</c:v>
                </c:pt>
                <c:pt idx="16" formatCode="0%">
                  <c:v>0.35287552912782888</c:v>
                </c:pt>
                <c:pt idx="17" formatCode="0%">
                  <c:v>0.41533857365591664</c:v>
                </c:pt>
                <c:pt idx="19" formatCode="0%">
                  <c:v>0.4654009001929284</c:v>
                </c:pt>
                <c:pt idx="20" formatCode="0%">
                  <c:v>0.36774259767504797</c:v>
                </c:pt>
                <c:pt idx="22" formatCode="0%">
                  <c:v>0.49385250348430726</c:v>
                </c:pt>
                <c:pt idx="23" formatCode="0%">
                  <c:v>0.46152044184025348</c:v>
                </c:pt>
                <c:pt idx="24" formatCode="0%">
                  <c:v>0.21035673494060372</c:v>
                </c:pt>
                <c:pt idx="25" formatCode="0%">
                  <c:v>0.40176947362600407</c:v>
                </c:pt>
                <c:pt idx="27" formatCode="0%">
                  <c:v>0.45933778470793157</c:v>
                </c:pt>
                <c:pt idx="28" formatCode="0%">
                  <c:v>0.4179592674156325</c:v>
                </c:pt>
                <c:pt idx="29" formatCode="0%">
                  <c:v>0.33097406846953331</c:v>
                </c:pt>
                <c:pt idx="31" formatCode="0%">
                  <c:v>0.25594205458130592</c:v>
                </c:pt>
                <c:pt idx="32" formatCode="0%">
                  <c:v>0.9455093119710456</c:v>
                </c:pt>
                <c:pt idx="33" formatCode="0%">
                  <c:v>0.84747285770611303</c:v>
                </c:pt>
                <c:pt idx="34" formatCode="0%">
                  <c:v>6.9276043517387587E-2</c:v>
                </c:pt>
                <c:pt idx="35" formatCode="0%">
                  <c:v>0.50157664388470957</c:v>
                </c:pt>
                <c:pt idx="36" formatCode="0%">
                  <c:v>6.226753297458773E-2</c:v>
                </c:pt>
                <c:pt idx="38" formatCode="0%">
                  <c:v>0.45849839920585489</c:v>
                </c:pt>
                <c:pt idx="39" formatCode="0%">
                  <c:v>0.76438890158197581</c:v>
                </c:pt>
                <c:pt idx="40" formatCode="0%">
                  <c:v>0.1412242550254949</c:v>
                </c:pt>
                <c:pt idx="41" formatCode="0%">
                  <c:v>6.0882392687356159E-2</c:v>
                </c:pt>
                <c:pt idx="43" formatCode="0%">
                  <c:v>0.12677101234223326</c:v>
                </c:pt>
                <c:pt idx="44" formatCode="0%">
                  <c:v>0.75307322177373071</c:v>
                </c:pt>
                <c:pt idx="46" formatCode="0%">
                  <c:v>1.9415330310035056E-3</c:v>
                </c:pt>
                <c:pt idx="47" formatCode="0%">
                  <c:v>3.9150461065697341E-2</c:v>
                </c:pt>
                <c:pt idx="48" formatCode="0%">
                  <c:v>0.80158146370042482</c:v>
                </c:pt>
                <c:pt idx="49" formatCode="0%">
                  <c:v>0.90295129145548514</c:v>
                </c:pt>
                <c:pt idx="51" formatCode="0%">
                  <c:v>0.90154421061380186</c:v>
                </c:pt>
                <c:pt idx="52" formatCode="0%">
                  <c:v>0.86917381675236849</c:v>
                </c:pt>
                <c:pt idx="53" formatCode="0%">
                  <c:v>0.4459580907082884</c:v>
                </c:pt>
                <c:pt idx="54" formatCode="0%">
                  <c:v>6.4490031451594501E-2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Sheet1!$B$218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Sheet1!$C$213:$BE$213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Sheet1!$C$218:$BE$218</c:f>
              <c:numCache>
                <c:formatCode>General</c:formatCode>
                <c:ptCount val="55"/>
                <c:pt idx="0" formatCode="0%">
                  <c:v>8.0918938039452049E-2</c:v>
                </c:pt>
                <c:pt idx="2" formatCode="0%">
                  <c:v>4.0615270948632869E-2</c:v>
                </c:pt>
                <c:pt idx="3" formatCode="0%">
                  <c:v>0.12471975758436264</c:v>
                </c:pt>
                <c:pt idx="5" formatCode="0%">
                  <c:v>7.6020124607264011E-2</c:v>
                </c:pt>
                <c:pt idx="6" formatCode="0%">
                  <c:v>8.1843913566065518E-2</c:v>
                </c:pt>
                <c:pt idx="7" formatCode="0%">
                  <c:v>5.6922840431758888E-2</c:v>
                </c:pt>
                <c:pt idx="8" formatCode="0%">
                  <c:v>0.11007051936718555</c:v>
                </c:pt>
                <c:pt idx="10" formatCode="0%">
                  <c:v>0.12043069699908431</c:v>
                </c:pt>
                <c:pt idx="11" formatCode="0%">
                  <c:v>6.2084220823428883E-2</c:v>
                </c:pt>
                <c:pt idx="12" formatCode="0%">
                  <c:v>7.0534491602155538E-2</c:v>
                </c:pt>
                <c:pt idx="14" formatCode="0%">
                  <c:v>8.1228593562677767E-2</c:v>
                </c:pt>
                <c:pt idx="15" formatCode="0%">
                  <c:v>6.5623752532051396E-2</c:v>
                </c:pt>
                <c:pt idx="16" formatCode="0%">
                  <c:v>9.8978509351431002E-2</c:v>
                </c:pt>
                <c:pt idx="17" formatCode="0%">
                  <c:v>0.10516914590388644</c:v>
                </c:pt>
                <c:pt idx="19" formatCode="0%">
                  <c:v>9.1532596883176082E-2</c:v>
                </c:pt>
                <c:pt idx="20" formatCode="0%">
                  <c:v>6.6244698107147504E-2</c:v>
                </c:pt>
                <c:pt idx="22" formatCode="0%">
                  <c:v>4.9871109629337725E-2</c:v>
                </c:pt>
                <c:pt idx="23" formatCode="0%">
                  <c:v>6.8878824479857534E-2</c:v>
                </c:pt>
                <c:pt idx="24" formatCode="0%">
                  <c:v>0.12280656790041102</c:v>
                </c:pt>
                <c:pt idx="25" formatCode="0%">
                  <c:v>9.6110746232496269E-2</c:v>
                </c:pt>
                <c:pt idx="27" formatCode="0%">
                  <c:v>6.5467539556558374E-2</c:v>
                </c:pt>
                <c:pt idx="28" formatCode="0%">
                  <c:v>0.10922770419922699</c:v>
                </c:pt>
                <c:pt idx="29" formatCode="0%">
                  <c:v>8.4170710083576517E-2</c:v>
                </c:pt>
                <c:pt idx="31" formatCode="0%">
                  <c:v>0.12928866740325751</c:v>
                </c:pt>
                <c:pt idx="32" formatCode="0%">
                  <c:v>2.8704133620609813E-2</c:v>
                </c:pt>
                <c:pt idx="33" formatCode="0%">
                  <c:v>4.2684193806842609E-2</c:v>
                </c:pt>
                <c:pt idx="34" formatCode="0%">
                  <c:v>0.16038529782821287</c:v>
                </c:pt>
                <c:pt idx="35" formatCode="0%">
                  <c:v>0.13033809580350203</c:v>
                </c:pt>
                <c:pt idx="36" formatCode="0%">
                  <c:v>5.5426970208635448E-2</c:v>
                </c:pt>
                <c:pt idx="38" formatCode="0%">
                  <c:v>4.383897214063575E-2</c:v>
                </c:pt>
                <c:pt idx="39" formatCode="0%">
                  <c:v>6.9921180585019657E-2</c:v>
                </c:pt>
                <c:pt idx="40" formatCode="0%">
                  <c:v>0.1236020281552994</c:v>
                </c:pt>
                <c:pt idx="41" formatCode="0%">
                  <c:v>7.2720648649780298E-2</c:v>
                </c:pt>
                <c:pt idx="43" formatCode="0%">
                  <c:v>8.2995966998174436E-2</c:v>
                </c:pt>
                <c:pt idx="44" formatCode="0%">
                  <c:v>8.0366057729869655E-2</c:v>
                </c:pt>
                <c:pt idx="46" formatCode="0%">
                  <c:v>8.699381578179842E-2</c:v>
                </c:pt>
                <c:pt idx="47" formatCode="0%">
                  <c:v>0.15006530122797615</c:v>
                </c:pt>
                <c:pt idx="48" formatCode="0%">
                  <c:v>6.5753554672062153E-3</c:v>
                </c:pt>
                <c:pt idx="49" formatCode="0%">
                  <c:v>4.8539319478548656E-2</c:v>
                </c:pt>
                <c:pt idx="51" formatCode="0%">
                  <c:v>6.0900529678424548E-2</c:v>
                </c:pt>
                <c:pt idx="52" formatCode="0%">
                  <c:v>2.5561837349461883E-2</c:v>
                </c:pt>
                <c:pt idx="53" formatCode="0%">
                  <c:v>0.18153024129713169</c:v>
                </c:pt>
                <c:pt idx="54" formatCode="0%">
                  <c:v>7.0473915984646626E-2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82904"/>
        <c:axId val="390674280"/>
      </c:barChart>
      <c:catAx>
        <c:axId val="390682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74280"/>
        <c:crosses val="autoZero"/>
        <c:auto val="1"/>
        <c:lblAlgn val="ctr"/>
        <c:lblOffset val="100"/>
        <c:noMultiLvlLbl val="0"/>
      </c:catAx>
      <c:valAx>
        <c:axId val="39067428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82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Sheet1!$B$221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Sheet1!$C$220:$BE$220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Sheet1!$C$221:$BE$221</c:f>
              <c:numCache>
                <c:formatCode>General</c:formatCode>
                <c:ptCount val="55"/>
                <c:pt idx="0" formatCode="0%">
                  <c:v>9.1142400268102663E-2</c:v>
                </c:pt>
                <c:pt idx="2" formatCode="0%">
                  <c:v>7.7744357016114166E-2</c:v>
                </c:pt>
                <c:pt idx="3" formatCode="0%">
                  <c:v>0.10573589263111223</c:v>
                </c:pt>
                <c:pt idx="5" formatCode="0%">
                  <c:v>4.195898034051717E-2</c:v>
                </c:pt>
                <c:pt idx="6" formatCode="0%">
                  <c:v>0.17631421814579862</c:v>
                </c:pt>
                <c:pt idx="7" formatCode="0%">
                  <c:v>0.10926089841600453</c:v>
                </c:pt>
                <c:pt idx="8" formatCode="0%">
                  <c:v>2.9715513013050941E-2</c:v>
                </c:pt>
                <c:pt idx="10" formatCode="0%">
                  <c:v>7.0106696185661885E-2</c:v>
                </c:pt>
                <c:pt idx="11" formatCode="0%">
                  <c:v>8.3357035532287571E-2</c:v>
                </c:pt>
                <c:pt idx="12" formatCode="0%">
                  <c:v>0.11704935829708341</c:v>
                </c:pt>
                <c:pt idx="14" formatCode="0%">
                  <c:v>4.267906558050092E-2</c:v>
                </c:pt>
                <c:pt idx="15" formatCode="0%">
                  <c:v>0.11717130306391836</c:v>
                </c:pt>
                <c:pt idx="16" formatCode="0%">
                  <c:v>9.0260380982247077E-2</c:v>
                </c:pt>
                <c:pt idx="17" formatCode="0%">
                  <c:v>0.12808907174459785</c:v>
                </c:pt>
                <c:pt idx="19" formatCode="0%">
                  <c:v>6.4665039542153385E-2</c:v>
                </c:pt>
                <c:pt idx="20" formatCode="0%">
                  <c:v>0.12783062890031166</c:v>
                </c:pt>
                <c:pt idx="22" formatCode="0%">
                  <c:v>2.1586227054391317E-2</c:v>
                </c:pt>
                <c:pt idx="23" formatCode="0%">
                  <c:v>4.5344678653978218E-2</c:v>
                </c:pt>
                <c:pt idx="24" formatCode="0%">
                  <c:v>1.1528289130758856E-2</c:v>
                </c:pt>
                <c:pt idx="25" formatCode="0%">
                  <c:v>0.13779296995978979</c:v>
                </c:pt>
                <c:pt idx="27" formatCode="0%">
                  <c:v>2.3025432851631757E-2</c:v>
                </c:pt>
                <c:pt idx="28" formatCode="0%">
                  <c:v>8.5557983000398352E-2</c:v>
                </c:pt>
                <c:pt idx="29" formatCode="0%">
                  <c:v>0.11708930548969906</c:v>
                </c:pt>
                <c:pt idx="31" formatCode="0%">
                  <c:v>5.722691431646524E-2</c:v>
                </c:pt>
                <c:pt idx="32" formatCode="0%">
                  <c:v>0</c:v>
                </c:pt>
                <c:pt idx="33" formatCode="0%">
                  <c:v>1.7999762076142251E-3</c:v>
                </c:pt>
                <c:pt idx="34" formatCode="0%">
                  <c:v>4.0006142031789337E-2</c:v>
                </c:pt>
                <c:pt idx="35" formatCode="0%">
                  <c:v>3.9812639285998348E-4</c:v>
                </c:pt>
                <c:pt idx="36" formatCode="0%">
                  <c:v>0.31551881573669294</c:v>
                </c:pt>
                <c:pt idx="38" formatCode="0%">
                  <c:v>5.481972198951612E-3</c:v>
                </c:pt>
                <c:pt idx="39" formatCode="0%">
                  <c:v>1.2160657755917901E-2</c:v>
                </c:pt>
                <c:pt idx="40" formatCode="0%">
                  <c:v>0.30581908375989236</c:v>
                </c:pt>
                <c:pt idx="41" formatCode="0%">
                  <c:v>5.3265100002385289E-2</c:v>
                </c:pt>
                <c:pt idx="43" formatCode="0%">
                  <c:v>0.19750828320335501</c:v>
                </c:pt>
                <c:pt idx="44" formatCode="0%">
                  <c:v>1.2288012955661865E-2</c:v>
                </c:pt>
                <c:pt idx="46" formatCode="0%">
                  <c:v>0.30724941058276439</c:v>
                </c:pt>
                <c:pt idx="47" formatCode="0%">
                  <c:v>1.6402241444488489E-2</c:v>
                </c:pt>
                <c:pt idx="48" formatCode="0%">
                  <c:v>0</c:v>
                </c:pt>
                <c:pt idx="49" formatCode="0%">
                  <c:v>3.5678938510708927E-4</c:v>
                </c:pt>
                <c:pt idx="51" formatCode="0%">
                  <c:v>8.2606533438398088E-3</c:v>
                </c:pt>
                <c:pt idx="52" formatCode="0%">
                  <c:v>2.4329016653844977E-5</c:v>
                </c:pt>
                <c:pt idx="53" formatCode="0%">
                  <c:v>3.5939669036793249E-2</c:v>
                </c:pt>
                <c:pt idx="54" formatCode="0%">
                  <c:v>0.17880200269578492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Sheet1!$B$222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Sheet1!$C$220:$BE$220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Sheet1!$C$222:$BE$222</c:f>
              <c:numCache>
                <c:formatCode>General</c:formatCode>
                <c:ptCount val="55"/>
                <c:pt idx="0" formatCode="0%">
                  <c:v>0.20263731862682322</c:v>
                </c:pt>
                <c:pt idx="2" formatCode="0%">
                  <c:v>0.20004958324790048</c:v>
                </c:pt>
                <c:pt idx="3" formatCode="0%">
                  <c:v>0.20546930442760211</c:v>
                </c:pt>
                <c:pt idx="5" formatCode="0%">
                  <c:v>0.16146875786774248</c:v>
                </c:pt>
                <c:pt idx="6" formatCode="0%">
                  <c:v>0.19968947491062242</c:v>
                </c:pt>
                <c:pt idx="7" formatCode="0%">
                  <c:v>0.24123283037024831</c:v>
                </c:pt>
                <c:pt idx="8" formatCode="0%">
                  <c:v>0.2017884720364029</c:v>
                </c:pt>
                <c:pt idx="10" formatCode="0%">
                  <c:v>0.27584404998998047</c:v>
                </c:pt>
                <c:pt idx="11" formatCode="0%">
                  <c:v>0.1526836804630376</c:v>
                </c:pt>
                <c:pt idx="12" formatCode="0%">
                  <c:v>0.20050395910736396</c:v>
                </c:pt>
                <c:pt idx="14" formatCode="0%">
                  <c:v>0.19951191520421127</c:v>
                </c:pt>
                <c:pt idx="15" formatCode="0%">
                  <c:v>0.19464198238278499</c:v>
                </c:pt>
                <c:pt idx="16" formatCode="0%">
                  <c:v>0.21007831563479917</c:v>
                </c:pt>
                <c:pt idx="17" formatCode="0%">
                  <c:v>0.23310499998782755</c:v>
                </c:pt>
                <c:pt idx="19" formatCode="0%">
                  <c:v>0.18522826864673825</c:v>
                </c:pt>
                <c:pt idx="20" formatCode="0%">
                  <c:v>0.22676008571640474</c:v>
                </c:pt>
                <c:pt idx="22" formatCode="0%">
                  <c:v>0.13910536598670706</c:v>
                </c:pt>
                <c:pt idx="23" formatCode="0%">
                  <c:v>0.17328780715452952</c:v>
                </c:pt>
                <c:pt idx="24" formatCode="0%">
                  <c:v>0.43714694696158835</c:v>
                </c:pt>
                <c:pt idx="25" formatCode="0%">
                  <c:v>0.18555925261833722</c:v>
                </c:pt>
                <c:pt idx="27" formatCode="0%">
                  <c:v>0.21585893972124356</c:v>
                </c:pt>
                <c:pt idx="28" formatCode="0%">
                  <c:v>0.18660598715022458</c:v>
                </c:pt>
                <c:pt idx="29" formatCode="0%">
                  <c:v>0.23388180209307888</c:v>
                </c:pt>
                <c:pt idx="31" formatCode="0%">
                  <c:v>0.22366662097462409</c:v>
                </c:pt>
                <c:pt idx="32" formatCode="0%">
                  <c:v>1.2721171434071305E-2</c:v>
                </c:pt>
                <c:pt idx="33" formatCode="0%">
                  <c:v>2.8154572462267997E-2</c:v>
                </c:pt>
                <c:pt idx="34" formatCode="0%">
                  <c:v>0.22225001360286709</c:v>
                </c:pt>
                <c:pt idx="35" formatCode="0%">
                  <c:v>1.950274392863003E-2</c:v>
                </c:pt>
                <c:pt idx="36" formatCode="0%">
                  <c:v>0.39707947026330453</c:v>
                </c:pt>
                <c:pt idx="38" formatCode="0%">
                  <c:v>0.19002849394781862</c:v>
                </c:pt>
                <c:pt idx="39" formatCode="0%">
                  <c:v>7.5488121673866829E-2</c:v>
                </c:pt>
                <c:pt idx="40" formatCode="0%">
                  <c:v>0.3241683467541901</c:v>
                </c:pt>
                <c:pt idx="41" formatCode="0%">
                  <c:v>0.39177312471969095</c:v>
                </c:pt>
                <c:pt idx="43" formatCode="0%">
                  <c:v>0.29565964202342376</c:v>
                </c:pt>
                <c:pt idx="44" formatCode="0%">
                  <c:v>0.11922950042203909</c:v>
                </c:pt>
                <c:pt idx="46" formatCode="0%">
                  <c:v>0.50981494472429234</c:v>
                </c:pt>
                <c:pt idx="47" formatCode="0%">
                  <c:v>0.24529530230422744</c:v>
                </c:pt>
                <c:pt idx="48" formatCode="0%">
                  <c:v>3.060527192258531E-2</c:v>
                </c:pt>
                <c:pt idx="49" formatCode="0%">
                  <c:v>0</c:v>
                </c:pt>
                <c:pt idx="51" formatCode="0%">
                  <c:v>2.5047711636317612E-3</c:v>
                </c:pt>
                <c:pt idx="52" formatCode="0%">
                  <c:v>3.2617226764531479E-2</c:v>
                </c:pt>
                <c:pt idx="53" formatCode="0%">
                  <c:v>0.13237360959193559</c:v>
                </c:pt>
                <c:pt idx="54" formatCode="0%">
                  <c:v>0.37089354439887257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Sheet1!$B$223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Sheet1!$C$220:$BE$220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Sheet1!$C$223:$BE$223</c:f>
              <c:numCache>
                <c:formatCode>General</c:formatCode>
                <c:ptCount val="55"/>
                <c:pt idx="0" formatCode="0%">
                  <c:v>0.14126524877956587</c:v>
                </c:pt>
                <c:pt idx="2" formatCode="0%">
                  <c:v>0.15500686489139689</c:v>
                </c:pt>
                <c:pt idx="3" formatCode="0%">
                  <c:v>0.12631447871816492</c:v>
                </c:pt>
                <c:pt idx="5" formatCode="0%">
                  <c:v>0.10251158246412077</c:v>
                </c:pt>
                <c:pt idx="6" formatCode="0%">
                  <c:v>0.24364825429307629</c:v>
                </c:pt>
                <c:pt idx="7" formatCode="0%">
                  <c:v>7.4190015924272809E-2</c:v>
                </c:pt>
                <c:pt idx="8" formatCode="0%">
                  <c:v>0.144150595448893</c:v>
                </c:pt>
                <c:pt idx="10" formatCode="0%">
                  <c:v>0.11763844723809842</c:v>
                </c:pt>
                <c:pt idx="11" formatCode="0%">
                  <c:v>0.13334674545674102</c:v>
                </c:pt>
                <c:pt idx="12" formatCode="0%">
                  <c:v>0.16941982341449541</c:v>
                </c:pt>
                <c:pt idx="14" formatCode="0%">
                  <c:v>0.11758337745155903</c:v>
                </c:pt>
                <c:pt idx="15" formatCode="0%">
                  <c:v>0.1158464483927108</c:v>
                </c:pt>
                <c:pt idx="16" formatCode="0%">
                  <c:v>0.21299356832198416</c:v>
                </c:pt>
                <c:pt idx="17" formatCode="0%">
                  <c:v>4.5091197597603001E-2</c:v>
                </c:pt>
                <c:pt idx="19" formatCode="0%">
                  <c:v>0.13592728759018874</c:v>
                </c:pt>
                <c:pt idx="20" formatCode="0%">
                  <c:v>0.14866176924747621</c:v>
                </c:pt>
                <c:pt idx="22" formatCode="0%">
                  <c:v>0.17814496602863197</c:v>
                </c:pt>
                <c:pt idx="23" formatCode="0%">
                  <c:v>0.17386532892880491</c:v>
                </c:pt>
                <c:pt idx="24" formatCode="0%">
                  <c:v>0.12174916623467856</c:v>
                </c:pt>
                <c:pt idx="25" formatCode="0%">
                  <c:v>0.13444813545115755</c:v>
                </c:pt>
                <c:pt idx="27" formatCode="0%">
                  <c:v>0.18406010062497377</c:v>
                </c:pt>
                <c:pt idx="28" formatCode="0%">
                  <c:v>0.13605077266847915</c:v>
                </c:pt>
                <c:pt idx="29" formatCode="0%">
                  <c:v>0.12704547482303527</c:v>
                </c:pt>
                <c:pt idx="31" formatCode="0%">
                  <c:v>0.24611654003920036</c:v>
                </c:pt>
                <c:pt idx="32" formatCode="0%">
                  <c:v>1.4264400850243769E-2</c:v>
                </c:pt>
                <c:pt idx="33" formatCode="0%">
                  <c:v>1.918466674041092E-2</c:v>
                </c:pt>
                <c:pt idx="34" formatCode="0%">
                  <c:v>0.20485739651398494</c:v>
                </c:pt>
                <c:pt idx="35" formatCode="0%">
                  <c:v>0.34399989767399508</c:v>
                </c:pt>
                <c:pt idx="36" formatCode="0%">
                  <c:v>0.13361435355649909</c:v>
                </c:pt>
                <c:pt idx="38" formatCode="0%">
                  <c:v>0.14512092676584112</c:v>
                </c:pt>
                <c:pt idx="39" formatCode="0%">
                  <c:v>4.3574585890478898E-2</c:v>
                </c:pt>
                <c:pt idx="40" formatCode="0%">
                  <c:v>0.16050551423272988</c:v>
                </c:pt>
                <c:pt idx="41" formatCode="0%">
                  <c:v>0.30298220949519267</c:v>
                </c:pt>
                <c:pt idx="43" formatCode="0%">
                  <c:v>0.21324780687804992</c:v>
                </c:pt>
                <c:pt idx="44" formatCode="0%">
                  <c:v>3.8773711010241442E-2</c:v>
                </c:pt>
                <c:pt idx="46" formatCode="0%">
                  <c:v>9.2399774110837302E-2</c:v>
                </c:pt>
                <c:pt idx="47" formatCode="0%">
                  <c:v>0.37944112564310084</c:v>
                </c:pt>
                <c:pt idx="48" formatCode="0%">
                  <c:v>0.18898201371842416</c:v>
                </c:pt>
                <c:pt idx="49" formatCode="0%">
                  <c:v>1.5507013351500579E-2</c:v>
                </c:pt>
                <c:pt idx="51" formatCode="0%">
                  <c:v>1.4118704602513939E-2</c:v>
                </c:pt>
                <c:pt idx="52" formatCode="0%">
                  <c:v>4.329322020145001E-2</c:v>
                </c:pt>
                <c:pt idx="53" formatCode="0%">
                  <c:v>0.29965820585644926</c:v>
                </c:pt>
                <c:pt idx="54" formatCode="0%">
                  <c:v>0.18765571893546029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Sheet1!$B$224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Sheet1!$C$220:$BE$220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Sheet1!$C$224:$BE$224</c:f>
              <c:numCache>
                <c:formatCode>General</c:formatCode>
                <c:ptCount val="55"/>
                <c:pt idx="0" formatCode="0%">
                  <c:v>0.46591236057706875</c:v>
                </c:pt>
                <c:pt idx="2" formatCode="0%">
                  <c:v>0.46678915022139977</c:v>
                </c:pt>
                <c:pt idx="3" formatCode="0%">
                  <c:v>0.46491923625393189</c:v>
                </c:pt>
                <c:pt idx="5" formatCode="0%">
                  <c:v>0.59142668810248844</c:v>
                </c:pt>
                <c:pt idx="6" formatCode="0%">
                  <c:v>0.29697228203649362</c:v>
                </c:pt>
                <c:pt idx="7" formatCode="0%">
                  <c:v>0.45583897830402698</c:v>
                </c:pt>
                <c:pt idx="8" formatCode="0%">
                  <c:v>0.53451966620545532</c:v>
                </c:pt>
                <c:pt idx="10" formatCode="0%">
                  <c:v>0.42689596569346056</c:v>
                </c:pt>
                <c:pt idx="11" formatCode="0%">
                  <c:v>0.52724841251124144</c:v>
                </c:pt>
                <c:pt idx="12" formatCode="0%">
                  <c:v>0.42739058749621117</c:v>
                </c:pt>
                <c:pt idx="14" formatCode="0%">
                  <c:v>0.55352945487558369</c:v>
                </c:pt>
                <c:pt idx="15" formatCode="0%">
                  <c:v>0.47846705468328599</c:v>
                </c:pt>
                <c:pt idx="16" formatCode="0%">
                  <c:v>0.38257146458236252</c:v>
                </c:pt>
                <c:pt idx="17" formatCode="0%">
                  <c:v>0.40900214759128561</c:v>
                </c:pt>
                <c:pt idx="19" formatCode="0%">
                  <c:v>0.49864387215875267</c:v>
                </c:pt>
                <c:pt idx="20" formatCode="0%">
                  <c:v>0.42055809763462731</c:v>
                </c:pt>
                <c:pt idx="22" formatCode="0%">
                  <c:v>0.48797451591307278</c:v>
                </c:pt>
                <c:pt idx="23" formatCode="0%">
                  <c:v>0.4801939735909857</c:v>
                </c:pt>
                <c:pt idx="24" formatCode="0%">
                  <c:v>0.42686208217779842</c:v>
                </c:pt>
                <c:pt idx="25" formatCode="0%">
                  <c:v>0.43297052757916255</c:v>
                </c:pt>
                <c:pt idx="27" formatCode="0%">
                  <c:v>0.48772195813846198</c:v>
                </c:pt>
                <c:pt idx="28" formatCode="0%">
                  <c:v>0.44106172137021055</c:v>
                </c:pt>
                <c:pt idx="29" formatCode="0%">
                  <c:v>0.42941233920294475</c:v>
                </c:pt>
                <c:pt idx="31" formatCode="0%">
                  <c:v>0.25618200007300229</c:v>
                </c:pt>
                <c:pt idx="32" formatCode="0%">
                  <c:v>0.97110077352235114</c:v>
                </c:pt>
                <c:pt idx="33" formatCode="0%">
                  <c:v>0.89702041345513306</c:v>
                </c:pt>
                <c:pt idx="34" formatCode="0%">
                  <c:v>0.48350557664241889</c:v>
                </c:pt>
                <c:pt idx="35" formatCode="0%">
                  <c:v>0.50353440584069398</c:v>
                </c:pt>
                <c:pt idx="36" formatCode="0%">
                  <c:v>7.1809071479914291E-2</c:v>
                </c:pt>
                <c:pt idx="38" formatCode="0%">
                  <c:v>0.59724702645519423</c:v>
                </c:pt>
                <c:pt idx="39" formatCode="0%">
                  <c:v>0.81783900048711189</c:v>
                </c:pt>
                <c:pt idx="40" formatCode="0%">
                  <c:v>0.15185762565179881</c:v>
                </c:pt>
                <c:pt idx="41" formatCode="0%">
                  <c:v>0.10631250847717812</c:v>
                </c:pt>
                <c:pt idx="43" formatCode="0%">
                  <c:v>0.18900220873155804</c:v>
                </c:pt>
                <c:pt idx="44" formatCode="0%">
                  <c:v>0.79383680723019423</c:v>
                </c:pt>
                <c:pt idx="46" formatCode="0%">
                  <c:v>1.7797152366420561E-2</c:v>
                </c:pt>
                <c:pt idx="47" formatCode="0%">
                  <c:v>0.1560726236144396</c:v>
                </c:pt>
                <c:pt idx="48" formatCode="0%">
                  <c:v>0.73390134506451621</c:v>
                </c:pt>
                <c:pt idx="49" formatCode="0%">
                  <c:v>0.95693655874445793</c:v>
                </c:pt>
                <c:pt idx="51" formatCode="0%">
                  <c:v>0.97007867135862302</c:v>
                </c:pt>
                <c:pt idx="52" formatCode="0%">
                  <c:v>0.86884000241705039</c:v>
                </c:pt>
                <c:pt idx="53" formatCode="0%">
                  <c:v>0.39478645976423848</c:v>
                </c:pt>
                <c:pt idx="54" formatCode="0%">
                  <c:v>0.14176771886044612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Sheet1!$B$225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Sheet1!$C$220:$BE$220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Sheet1!$C$225:$BE$225</c:f>
              <c:numCache>
                <c:formatCode>General</c:formatCode>
                <c:ptCount val="55"/>
                <c:pt idx="0" formatCode="0%">
                  <c:v>9.9042671748439559E-2</c:v>
                </c:pt>
                <c:pt idx="2" formatCode="0%">
                  <c:v>0.10041004462318964</c:v>
                </c:pt>
                <c:pt idx="3" formatCode="0%">
                  <c:v>9.7561087969187929E-2</c:v>
                </c:pt>
                <c:pt idx="5" formatCode="0%">
                  <c:v>0.10263399122513124</c:v>
                </c:pt>
                <c:pt idx="6" formatCode="0%">
                  <c:v>8.3375770614008637E-2</c:v>
                </c:pt>
                <c:pt idx="7" formatCode="0%">
                  <c:v>0.11947727698544647</c:v>
                </c:pt>
                <c:pt idx="8" formatCode="0%">
                  <c:v>8.9825753296196881E-2</c:v>
                </c:pt>
                <c:pt idx="10" formatCode="0%">
                  <c:v>0.10951484089279789</c:v>
                </c:pt>
                <c:pt idx="11" formatCode="0%">
                  <c:v>0.10336412603669164</c:v>
                </c:pt>
                <c:pt idx="12" formatCode="0%">
                  <c:v>8.5636271684845403E-2</c:v>
                </c:pt>
                <c:pt idx="14" formatCode="0%">
                  <c:v>8.6696186888144358E-2</c:v>
                </c:pt>
                <c:pt idx="15" formatCode="0%">
                  <c:v>9.3873211477299212E-2</c:v>
                </c:pt>
                <c:pt idx="16" formatCode="0%">
                  <c:v>0.10409627047860766</c:v>
                </c:pt>
                <c:pt idx="17" formatCode="0%">
                  <c:v>0.18471258307868646</c:v>
                </c:pt>
                <c:pt idx="19" formatCode="0%">
                  <c:v>0.1155355320621681</c:v>
                </c:pt>
                <c:pt idx="20" formatCode="0%">
                  <c:v>7.6189418501180314E-2</c:v>
                </c:pt>
                <c:pt idx="22" formatCode="0%">
                  <c:v>0.17318892501719657</c:v>
                </c:pt>
                <c:pt idx="23" formatCode="0%">
                  <c:v>0.12730821167170159</c:v>
                </c:pt>
                <c:pt idx="24" formatCode="0%">
                  <c:v>2.7135154951754355E-3</c:v>
                </c:pt>
                <c:pt idx="25" formatCode="0%">
                  <c:v>0.10922911439155297</c:v>
                </c:pt>
                <c:pt idx="27" formatCode="0%">
                  <c:v>8.9333568663688398E-2</c:v>
                </c:pt>
                <c:pt idx="28" formatCode="0%">
                  <c:v>0.15072353581068731</c:v>
                </c:pt>
                <c:pt idx="29" formatCode="0%">
                  <c:v>9.2571078391242109E-2</c:v>
                </c:pt>
                <c:pt idx="31" formatCode="0%">
                  <c:v>0.2168079245967077</c:v>
                </c:pt>
                <c:pt idx="32" formatCode="0%">
                  <c:v>1.9136541933338761E-3</c:v>
                </c:pt>
                <c:pt idx="33" formatCode="0%">
                  <c:v>5.3840371134574065E-2</c:v>
                </c:pt>
                <c:pt idx="34" formatCode="0%">
                  <c:v>4.9380871208939234E-2</c:v>
                </c:pt>
                <c:pt idx="35" formatCode="0%">
                  <c:v>0.13256482616382076</c:v>
                </c:pt>
                <c:pt idx="36" formatCode="0%">
                  <c:v>8.1978288963588927E-2</c:v>
                </c:pt>
                <c:pt idx="38" formatCode="0%">
                  <c:v>6.2121580632194535E-2</c:v>
                </c:pt>
                <c:pt idx="39" formatCode="0%">
                  <c:v>5.093763419262471E-2</c:v>
                </c:pt>
                <c:pt idx="40" formatCode="0%">
                  <c:v>5.7649429601388705E-2</c:v>
                </c:pt>
                <c:pt idx="41" formatCode="0%">
                  <c:v>0.14566705730555274</c:v>
                </c:pt>
                <c:pt idx="43" formatCode="0%">
                  <c:v>0.10458205916361324</c:v>
                </c:pt>
                <c:pt idx="44" formatCode="0%">
                  <c:v>3.5871968381863809E-2</c:v>
                </c:pt>
                <c:pt idx="46" formatCode="0%">
                  <c:v>7.2738718215685227E-2</c:v>
                </c:pt>
                <c:pt idx="47" formatCode="0%">
                  <c:v>0.20278870699374316</c:v>
                </c:pt>
                <c:pt idx="48" formatCode="0%">
                  <c:v>4.6511369294474504E-2</c:v>
                </c:pt>
                <c:pt idx="49" formatCode="0%">
                  <c:v>2.7199638518934498E-2</c:v>
                </c:pt>
                <c:pt idx="51" formatCode="0%">
                  <c:v>5.0371995313917292E-3</c:v>
                </c:pt>
                <c:pt idx="52" formatCode="0%">
                  <c:v>5.5225221600314581E-2</c:v>
                </c:pt>
                <c:pt idx="53" formatCode="0%">
                  <c:v>0.13724205575058337</c:v>
                </c:pt>
                <c:pt idx="54" formatCode="0%">
                  <c:v>0.12088101510943534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86432"/>
        <c:axId val="390688784"/>
      </c:barChart>
      <c:catAx>
        <c:axId val="390686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88784"/>
        <c:crosses val="autoZero"/>
        <c:auto val="1"/>
        <c:lblAlgn val="ctr"/>
        <c:lblOffset val="100"/>
        <c:noMultiLvlLbl val="0"/>
      </c:catAx>
      <c:valAx>
        <c:axId val="39068878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864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Sheet1!$B$228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Sheet1!$C$227:$BE$227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Sheet1!$C$228:$BE$228</c:f>
              <c:numCache>
                <c:formatCode>General</c:formatCode>
                <c:ptCount val="55"/>
                <c:pt idx="0" formatCode="0%">
                  <c:v>9.4174534305778768E-2</c:v>
                </c:pt>
                <c:pt idx="2" formatCode="0%">
                  <c:v>5.3400196750736623E-2</c:v>
                </c:pt>
                <c:pt idx="3" formatCode="0%">
                  <c:v>0.13844834438039597</c:v>
                </c:pt>
                <c:pt idx="5" formatCode="0%">
                  <c:v>4.569755788349416E-2</c:v>
                </c:pt>
                <c:pt idx="6" formatCode="0%">
                  <c:v>0.13858953107963756</c:v>
                </c:pt>
                <c:pt idx="7" formatCode="0%">
                  <c:v>0.13024651983475719</c:v>
                </c:pt>
                <c:pt idx="8" formatCode="0%">
                  <c:v>5.4619881091558534E-2</c:v>
                </c:pt>
                <c:pt idx="10" formatCode="0%">
                  <c:v>8.3799874458229742E-2</c:v>
                </c:pt>
                <c:pt idx="11" formatCode="0%">
                  <c:v>8.0055512975158991E-2</c:v>
                </c:pt>
                <c:pt idx="12" formatCode="0%">
                  <c:v>0.11871956985422441</c:v>
                </c:pt>
                <c:pt idx="14" formatCode="0%">
                  <c:v>6.0693303852123549E-2</c:v>
                </c:pt>
                <c:pt idx="15" formatCode="0%">
                  <c:v>0.10166768279988213</c:v>
                </c:pt>
                <c:pt idx="16" formatCode="0%">
                  <c:v>0.11551766486500173</c:v>
                </c:pt>
                <c:pt idx="17" formatCode="0%">
                  <c:v>7.7575376129600929E-2</c:v>
                </c:pt>
                <c:pt idx="19" formatCode="0%">
                  <c:v>5.7685694098229295E-2</c:v>
                </c:pt>
                <c:pt idx="20" formatCode="0%">
                  <c:v>0.14458309215496795</c:v>
                </c:pt>
                <c:pt idx="22" formatCode="0%">
                  <c:v>3.3879764089180656E-2</c:v>
                </c:pt>
                <c:pt idx="23" formatCode="0%">
                  <c:v>6.6148473654605203E-2</c:v>
                </c:pt>
                <c:pt idx="24" formatCode="0%">
                  <c:v>9.0780850029382396E-2</c:v>
                </c:pt>
                <c:pt idx="25" formatCode="0%">
                  <c:v>0.12351658509455801</c:v>
                </c:pt>
                <c:pt idx="27" formatCode="0%">
                  <c:v>4.541250436199764E-2</c:v>
                </c:pt>
                <c:pt idx="28" formatCode="0%">
                  <c:v>7.5062272660248869E-2</c:v>
                </c:pt>
                <c:pt idx="29" formatCode="0%">
                  <c:v>0.14507404295745144</c:v>
                </c:pt>
                <c:pt idx="31" formatCode="0%">
                  <c:v>3.4457551626131455E-2</c:v>
                </c:pt>
                <c:pt idx="32" formatCode="0%">
                  <c:v>3.4759257273297853E-4</c:v>
                </c:pt>
                <c:pt idx="33" formatCode="0%">
                  <c:v>1.4691673231474335E-3</c:v>
                </c:pt>
                <c:pt idx="34" formatCode="0%">
                  <c:v>4.1189672524700099E-2</c:v>
                </c:pt>
                <c:pt idx="35" formatCode="0%">
                  <c:v>0</c:v>
                </c:pt>
                <c:pt idx="36" formatCode="0%">
                  <c:v>0.30933285030245544</c:v>
                </c:pt>
                <c:pt idx="38" formatCode="0%">
                  <c:v>3.7601535654459535E-3</c:v>
                </c:pt>
                <c:pt idx="39" formatCode="0%">
                  <c:v>3.9681350010174699E-2</c:v>
                </c:pt>
                <c:pt idx="40" formatCode="0%">
                  <c:v>0.21583465231522317</c:v>
                </c:pt>
                <c:pt idx="41" formatCode="0%">
                  <c:v>0.10710851485174908</c:v>
                </c:pt>
                <c:pt idx="43" formatCode="0%">
                  <c:v>0.18161269894270113</c:v>
                </c:pt>
                <c:pt idx="44" formatCode="0%">
                  <c:v>3.7937220987932167E-2</c:v>
                </c:pt>
                <c:pt idx="46" formatCode="0%">
                  <c:v>0.31865909942636944</c:v>
                </c:pt>
                <c:pt idx="47" formatCode="0%">
                  <c:v>1.574842121747224E-2</c:v>
                </c:pt>
                <c:pt idx="48" formatCode="0%">
                  <c:v>6.9383650820160359E-9</c:v>
                </c:pt>
                <c:pt idx="49" formatCode="0%">
                  <c:v>2.8443620709093891E-4</c:v>
                </c:pt>
                <c:pt idx="51" formatCode="0%">
                  <c:v>8.0751489982756296E-3</c:v>
                </c:pt>
                <c:pt idx="52" formatCode="0%">
                  <c:v>0</c:v>
                </c:pt>
                <c:pt idx="53" formatCode="0%">
                  <c:v>2.7675788485026342E-2</c:v>
                </c:pt>
                <c:pt idx="54" formatCode="0%">
                  <c:v>0.18771021914881852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Sheet1!$B$229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Sheet1!$C$227:$BE$227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Sheet1!$C$229:$BE$229</c:f>
              <c:numCache>
                <c:formatCode>General</c:formatCode>
                <c:ptCount val="55"/>
                <c:pt idx="0" formatCode="0%">
                  <c:v>0.1589010715276046</c:v>
                </c:pt>
                <c:pt idx="2" formatCode="0%">
                  <c:v>0.18472050498209375</c:v>
                </c:pt>
                <c:pt idx="3" formatCode="0%">
                  <c:v>0.13088141469459111</c:v>
                </c:pt>
                <c:pt idx="5" formatCode="0%">
                  <c:v>9.915354585232837E-2</c:v>
                </c:pt>
                <c:pt idx="6" formatCode="0%">
                  <c:v>0.19933750501136344</c:v>
                </c:pt>
                <c:pt idx="7" formatCode="0%">
                  <c:v>0.1632984399772478</c:v>
                </c:pt>
                <c:pt idx="8" formatCode="0%">
                  <c:v>0.1674125719412613</c:v>
                </c:pt>
                <c:pt idx="10" formatCode="0%">
                  <c:v>0.20593809067860261</c:v>
                </c:pt>
                <c:pt idx="11" formatCode="0%">
                  <c:v>0.10701885407077376</c:v>
                </c:pt>
                <c:pt idx="12" formatCode="0%">
                  <c:v>0.18034198997289549</c:v>
                </c:pt>
                <c:pt idx="14" formatCode="0%">
                  <c:v>0.12997522781036397</c:v>
                </c:pt>
                <c:pt idx="15" formatCode="0%">
                  <c:v>0.16679562029233658</c:v>
                </c:pt>
                <c:pt idx="16" formatCode="0%">
                  <c:v>0.15708381155725365</c:v>
                </c:pt>
                <c:pt idx="17" formatCode="0%">
                  <c:v>0.24745407992532353</c:v>
                </c:pt>
                <c:pt idx="19" formatCode="0%">
                  <c:v>0.14350609428845437</c:v>
                </c:pt>
                <c:pt idx="20" formatCode="0%">
                  <c:v>0.18016890564709229</c:v>
                </c:pt>
                <c:pt idx="22" formatCode="0%">
                  <c:v>0.10640847644270274</c:v>
                </c:pt>
                <c:pt idx="23" formatCode="0%">
                  <c:v>0.14046842821508801</c:v>
                </c:pt>
                <c:pt idx="24" formatCode="0%">
                  <c:v>0.10279080666237561</c:v>
                </c:pt>
                <c:pt idx="25" formatCode="0%">
                  <c:v>0.20706663050373031</c:v>
                </c:pt>
                <c:pt idx="27" formatCode="0%">
                  <c:v>0.13524076851929517</c:v>
                </c:pt>
                <c:pt idx="28" formatCode="0%">
                  <c:v>0.14435825693338991</c:v>
                </c:pt>
                <c:pt idx="29" formatCode="0%">
                  <c:v>0.18768464835747484</c:v>
                </c:pt>
                <c:pt idx="31" formatCode="0%">
                  <c:v>0.18307247959710382</c:v>
                </c:pt>
                <c:pt idx="32" formatCode="0%">
                  <c:v>1.182037566110079E-2</c:v>
                </c:pt>
                <c:pt idx="33" formatCode="0%">
                  <c:v>2.3821241738933921E-2</c:v>
                </c:pt>
                <c:pt idx="34" formatCode="0%">
                  <c:v>6.0560300452970103E-2</c:v>
                </c:pt>
                <c:pt idx="35" formatCode="0%">
                  <c:v>2.9157496151327473E-2</c:v>
                </c:pt>
                <c:pt idx="36" formatCode="0%">
                  <c:v>0.40458323025741888</c:v>
                </c:pt>
                <c:pt idx="38" formatCode="0%">
                  <c:v>8.600139720385816E-2</c:v>
                </c:pt>
                <c:pt idx="39" formatCode="0%">
                  <c:v>5.1909041964196927E-2</c:v>
                </c:pt>
                <c:pt idx="40" formatCode="0%">
                  <c:v>0.34391975290375609</c:v>
                </c:pt>
                <c:pt idx="41" formatCode="0%">
                  <c:v>0.20475837297331043</c:v>
                </c:pt>
                <c:pt idx="43" formatCode="0%">
                  <c:v>0.28889835478848619</c:v>
                </c:pt>
                <c:pt idx="44" formatCode="0%">
                  <c:v>3.4343370916991897E-2</c:v>
                </c:pt>
                <c:pt idx="46" formatCode="0%">
                  <c:v>0.41178883926874316</c:v>
                </c:pt>
                <c:pt idx="47" formatCode="0%">
                  <c:v>0.1841977760854375</c:v>
                </c:pt>
                <c:pt idx="48" formatCode="0%">
                  <c:v>5.0716244824826444E-3</c:v>
                </c:pt>
                <c:pt idx="49" formatCode="0%">
                  <c:v>3.3093499345929096E-3</c:v>
                </c:pt>
                <c:pt idx="51" formatCode="0%">
                  <c:v>1.5143249754485597E-4</c:v>
                </c:pt>
                <c:pt idx="52" formatCode="0%">
                  <c:v>1.9734425496845086E-2</c:v>
                </c:pt>
                <c:pt idx="53" formatCode="0%">
                  <c:v>0.16135530803509701</c:v>
                </c:pt>
                <c:pt idx="54" formatCode="0%">
                  <c:v>0.2724660164562846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Sheet1!$B$230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Sheet1!$C$227:$BE$227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Sheet1!$C$230:$BE$230</c:f>
              <c:numCache>
                <c:formatCode>General</c:formatCode>
                <c:ptCount val="55"/>
                <c:pt idx="0" formatCode="0%">
                  <c:v>0.12974730989358599</c:v>
                </c:pt>
                <c:pt idx="2" formatCode="0%">
                  <c:v>0.13890090410953268</c:v>
                </c:pt>
                <c:pt idx="3" formatCode="0%">
                  <c:v>0.11981898036899946</c:v>
                </c:pt>
                <c:pt idx="5" formatCode="0%">
                  <c:v>7.8447596606312495E-2</c:v>
                </c:pt>
                <c:pt idx="6" formatCode="0%">
                  <c:v>0.19401271639757675</c:v>
                </c:pt>
                <c:pt idx="7" formatCode="0%">
                  <c:v>0.12633748746162055</c:v>
                </c:pt>
                <c:pt idx="8" formatCode="0%">
                  <c:v>0.11470598243872172</c:v>
                </c:pt>
                <c:pt idx="10" formatCode="0%">
                  <c:v>0.19685315101121609</c:v>
                </c:pt>
                <c:pt idx="11" formatCode="0%">
                  <c:v>7.8013820542054524E-2</c:v>
                </c:pt>
                <c:pt idx="12" formatCode="0%">
                  <c:v>0.13481555802155631</c:v>
                </c:pt>
                <c:pt idx="14" formatCode="0%">
                  <c:v>0.14992549966368315</c:v>
                </c:pt>
                <c:pt idx="15" formatCode="0%">
                  <c:v>8.3727618970956638E-2</c:v>
                </c:pt>
                <c:pt idx="16" formatCode="0%">
                  <c:v>0.17148155416160515</c:v>
                </c:pt>
                <c:pt idx="17" formatCode="0%">
                  <c:v>0.16706030600025265</c:v>
                </c:pt>
                <c:pt idx="19" formatCode="0%">
                  <c:v>0.12370384548800448</c:v>
                </c:pt>
                <c:pt idx="20" formatCode="0%">
                  <c:v>0.13809622762748641</c:v>
                </c:pt>
                <c:pt idx="22" formatCode="0%">
                  <c:v>0.1858944399781059</c:v>
                </c:pt>
                <c:pt idx="23" formatCode="0%">
                  <c:v>0.1250262986536487</c:v>
                </c:pt>
                <c:pt idx="24" formatCode="0%">
                  <c:v>0.19720421356338158</c:v>
                </c:pt>
                <c:pt idx="25" formatCode="0%">
                  <c:v>0.10643066769180058</c:v>
                </c:pt>
                <c:pt idx="27" formatCode="0%">
                  <c:v>0.14563132564731965</c:v>
                </c:pt>
                <c:pt idx="28" formatCode="0%">
                  <c:v>0.11473216232906661</c:v>
                </c:pt>
                <c:pt idx="29" formatCode="0%">
                  <c:v>0.1546052482265175</c:v>
                </c:pt>
                <c:pt idx="31" formatCode="0%">
                  <c:v>0.23144801452174646</c:v>
                </c:pt>
                <c:pt idx="32" formatCode="0%">
                  <c:v>1.629258847725654E-2</c:v>
                </c:pt>
                <c:pt idx="33" formatCode="0%">
                  <c:v>3.3874237424710033E-2</c:v>
                </c:pt>
                <c:pt idx="34" formatCode="0%">
                  <c:v>0.16692864560028589</c:v>
                </c:pt>
                <c:pt idx="35" formatCode="0%">
                  <c:v>0.26333677706373643</c:v>
                </c:pt>
                <c:pt idx="36" formatCode="0%">
                  <c:v>0.13262243975181215</c:v>
                </c:pt>
                <c:pt idx="38" formatCode="0%">
                  <c:v>4.7080205224546236E-2</c:v>
                </c:pt>
                <c:pt idx="39" formatCode="0%">
                  <c:v>4.4202506257346882E-2</c:v>
                </c:pt>
                <c:pt idx="40" formatCode="0%">
                  <c:v>0.15906016217620464</c:v>
                </c:pt>
                <c:pt idx="41" formatCode="0%">
                  <c:v>0.38447833722534452</c:v>
                </c:pt>
                <c:pt idx="43" formatCode="0%">
                  <c:v>0.18836487130348581</c:v>
                </c:pt>
                <c:pt idx="44" formatCode="0%">
                  <c:v>7.7103435929591096E-2</c:v>
                </c:pt>
                <c:pt idx="46" formatCode="0%">
                  <c:v>0.12456031690852221</c:v>
                </c:pt>
                <c:pt idx="47" formatCode="0%">
                  <c:v>0.32812078554341556</c:v>
                </c:pt>
                <c:pt idx="48" formatCode="0%">
                  <c:v>0.1222558451756332</c:v>
                </c:pt>
                <c:pt idx="49" formatCode="0%">
                  <c:v>1.7464569183646823E-2</c:v>
                </c:pt>
                <c:pt idx="51" formatCode="0%">
                  <c:v>8.0469483290803966E-3</c:v>
                </c:pt>
                <c:pt idx="52" formatCode="0%">
                  <c:v>8.3265713190790541E-2</c:v>
                </c:pt>
                <c:pt idx="53" formatCode="0%">
                  <c:v>0.14388936924627291</c:v>
                </c:pt>
                <c:pt idx="54" formatCode="0%">
                  <c:v>0.19253522519600844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Sheet1!$B$231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Sheet1!$C$227:$BE$227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Sheet1!$C$231:$BE$231</c:f>
              <c:numCache>
                <c:formatCode>General</c:formatCode>
                <c:ptCount val="55"/>
                <c:pt idx="0" formatCode="0%">
                  <c:v>0.47655690644331794</c:v>
                </c:pt>
                <c:pt idx="2" formatCode="0%">
                  <c:v>0.48393760388920976</c:v>
                </c:pt>
                <c:pt idx="3" formatCode="0%">
                  <c:v>0.46850630085453931</c:v>
                </c:pt>
                <c:pt idx="5" formatCode="0%">
                  <c:v>0.59580156591641942</c:v>
                </c:pt>
                <c:pt idx="6" formatCode="0%">
                  <c:v>0.30584091173593464</c:v>
                </c:pt>
                <c:pt idx="7" formatCode="0%">
                  <c:v>0.46446744163093939</c:v>
                </c:pt>
                <c:pt idx="8" formatCode="0%">
                  <c:v>0.55454005592640587</c:v>
                </c:pt>
                <c:pt idx="10" formatCode="0%">
                  <c:v>0.41164202480273532</c:v>
                </c:pt>
                <c:pt idx="11" formatCode="0%">
                  <c:v>0.55633799523782879</c:v>
                </c:pt>
                <c:pt idx="12" formatCode="0%">
                  <c:v>0.43759957492284118</c:v>
                </c:pt>
                <c:pt idx="14" formatCode="0%">
                  <c:v>0.56527608030104215</c:v>
                </c:pt>
                <c:pt idx="15" formatCode="0%">
                  <c:v>0.48041026854530533</c:v>
                </c:pt>
                <c:pt idx="16" formatCode="0%">
                  <c:v>0.40898056726361603</c:v>
                </c:pt>
                <c:pt idx="17" formatCode="0%">
                  <c:v>0.38926846834833007</c:v>
                </c:pt>
                <c:pt idx="19" formatCode="0%">
                  <c:v>0.48876134609549909</c:v>
                </c:pt>
                <c:pt idx="20" formatCode="0%">
                  <c:v>0.45969673224417834</c:v>
                </c:pt>
                <c:pt idx="22" formatCode="0%">
                  <c:v>0.49108382352999852</c:v>
                </c:pt>
                <c:pt idx="23" formatCode="0%">
                  <c:v>0.50752907759125221</c:v>
                </c:pt>
                <c:pt idx="24" formatCode="0%">
                  <c:v>0.38227441735074374</c:v>
                </c:pt>
                <c:pt idx="25" formatCode="0%">
                  <c:v>0.4602911692724686</c:v>
                </c:pt>
                <c:pt idx="27" formatCode="0%">
                  <c:v>0.48948460377843328</c:v>
                </c:pt>
                <c:pt idx="28" formatCode="0%">
                  <c:v>0.45261115203540342</c:v>
                </c:pt>
                <c:pt idx="29" formatCode="0%">
                  <c:v>0.45321812745332046</c:v>
                </c:pt>
                <c:pt idx="31" formatCode="0%">
                  <c:v>0.27603883398410645</c:v>
                </c:pt>
                <c:pt idx="32" formatCode="0%">
                  <c:v>0.96764408888491416</c:v>
                </c:pt>
                <c:pt idx="33" formatCode="0%">
                  <c:v>0.86788181555833543</c:v>
                </c:pt>
                <c:pt idx="34" formatCode="0%">
                  <c:v>0.50738301819167941</c:v>
                </c:pt>
                <c:pt idx="35" formatCode="0%">
                  <c:v>0.56571672564917885</c:v>
                </c:pt>
                <c:pt idx="36" formatCode="0%">
                  <c:v>8.2338213295328574E-2</c:v>
                </c:pt>
                <c:pt idx="38" formatCode="0%">
                  <c:v>0.67942371313437178</c:v>
                </c:pt>
                <c:pt idx="39" formatCode="0%">
                  <c:v>0.78931134411856163</c:v>
                </c:pt>
                <c:pt idx="40" formatCode="0%">
                  <c:v>0.16382309397807998</c:v>
                </c:pt>
                <c:pt idx="41" formatCode="0%">
                  <c:v>0.15410860680016475</c:v>
                </c:pt>
                <c:pt idx="43" formatCode="0%">
                  <c:v>0.21193901459923117</c:v>
                </c:pt>
                <c:pt idx="44" formatCode="0%">
                  <c:v>0.77275835410537508</c:v>
                </c:pt>
                <c:pt idx="46" formatCode="0%">
                  <c:v>2.208198465889407E-2</c:v>
                </c:pt>
                <c:pt idx="47" formatCode="0%">
                  <c:v>0.19898467963949468</c:v>
                </c:pt>
                <c:pt idx="48" formatCode="0%">
                  <c:v>0.79935290537637305</c:v>
                </c:pt>
                <c:pt idx="49" formatCode="0%">
                  <c:v>0.92970442445156831</c:v>
                </c:pt>
                <c:pt idx="51" formatCode="0%">
                  <c:v>0.94335828345513095</c:v>
                </c:pt>
                <c:pt idx="52" formatCode="0%">
                  <c:v>0.84459186580076095</c:v>
                </c:pt>
                <c:pt idx="53" formatCode="0%">
                  <c:v>0.49481634398892654</c:v>
                </c:pt>
                <c:pt idx="54" formatCode="0%">
                  <c:v>0.15734000026135309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Sheet1!$B$232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Sheet1!$C$227:$BE$227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Sheet1!$C$232:$BE$232</c:f>
              <c:numCache>
                <c:formatCode>General</c:formatCode>
                <c:ptCount val="55"/>
                <c:pt idx="0" formatCode="0%">
                  <c:v>0.1406201778297127</c:v>
                </c:pt>
                <c:pt idx="2" formatCode="0%">
                  <c:v>0.13904079026842808</c:v>
                </c:pt>
                <c:pt idx="3" formatCode="0%">
                  <c:v>0.14234495970147307</c:v>
                </c:pt>
                <c:pt idx="5" formatCode="0%">
                  <c:v>0.18089973374144569</c:v>
                </c:pt>
                <c:pt idx="6" formatCode="0%">
                  <c:v>0.16221933577548733</c:v>
                </c:pt>
                <c:pt idx="7" formatCode="0%">
                  <c:v>0.11565011109543405</c:v>
                </c:pt>
                <c:pt idx="8" formatCode="0%">
                  <c:v>0.10872150860205139</c:v>
                </c:pt>
                <c:pt idx="10" formatCode="0%">
                  <c:v>0.10176685904921542</c:v>
                </c:pt>
                <c:pt idx="11" formatCode="0%">
                  <c:v>0.17857381717418311</c:v>
                </c:pt>
                <c:pt idx="12" formatCode="0%">
                  <c:v>0.12852330722848221</c:v>
                </c:pt>
                <c:pt idx="14" formatCode="0%">
                  <c:v>9.4129888372786491E-2</c:v>
                </c:pt>
                <c:pt idx="15" formatCode="0%">
                  <c:v>0.16739880939151872</c:v>
                </c:pt>
                <c:pt idx="16" formatCode="0%">
                  <c:v>0.14693640215252377</c:v>
                </c:pt>
                <c:pt idx="17" formatCode="0%">
                  <c:v>0.11864176959649302</c:v>
                </c:pt>
                <c:pt idx="19" formatCode="0%">
                  <c:v>0.18634302002981395</c:v>
                </c:pt>
                <c:pt idx="20" formatCode="0%">
                  <c:v>7.7455042326275064E-2</c:v>
                </c:pt>
                <c:pt idx="22" formatCode="0%">
                  <c:v>0.1827334959600117</c:v>
                </c:pt>
                <c:pt idx="23" formatCode="0%">
                  <c:v>0.16082772188540573</c:v>
                </c:pt>
                <c:pt idx="24" formatCode="0%">
                  <c:v>0.22694971239411627</c:v>
                </c:pt>
                <c:pt idx="25" formatCode="0%">
                  <c:v>0.10269494743744291</c:v>
                </c:pt>
                <c:pt idx="27" formatCode="0%">
                  <c:v>0.18423079769295372</c:v>
                </c:pt>
                <c:pt idx="28" formatCode="0%">
                  <c:v>0.21323615604189108</c:v>
                </c:pt>
                <c:pt idx="29" formatCode="0%">
                  <c:v>5.9417933005236352E-2</c:v>
                </c:pt>
                <c:pt idx="31" formatCode="0%">
                  <c:v>0.27498312027091137</c:v>
                </c:pt>
                <c:pt idx="32" formatCode="0%">
                  <c:v>3.8953544039955095E-3</c:v>
                </c:pt>
                <c:pt idx="33" formatCode="0%">
                  <c:v>7.2953537954872985E-2</c:v>
                </c:pt>
                <c:pt idx="34" formatCode="0%">
                  <c:v>0.2239383632303637</c:v>
                </c:pt>
                <c:pt idx="35" formatCode="0%">
                  <c:v>0.14178900113575707</c:v>
                </c:pt>
                <c:pt idx="36" formatCode="0%">
                  <c:v>7.1123266392985177E-2</c:v>
                </c:pt>
                <c:pt idx="38" formatCode="0%">
                  <c:v>0.18373453087177805</c:v>
                </c:pt>
                <c:pt idx="39" formatCode="0%">
                  <c:v>7.4895757649720424E-2</c:v>
                </c:pt>
                <c:pt idx="40" formatCode="0%">
                  <c:v>0.11736233862673569</c:v>
                </c:pt>
                <c:pt idx="41" formatCode="0%">
                  <c:v>0.14954616814943114</c:v>
                </c:pt>
                <c:pt idx="43" formatCode="0%">
                  <c:v>0.12918506036609542</c:v>
                </c:pt>
                <c:pt idx="44" formatCode="0%">
                  <c:v>7.785761806011017E-2</c:v>
                </c:pt>
                <c:pt idx="46" formatCode="0%">
                  <c:v>0.12290975973747066</c:v>
                </c:pt>
                <c:pt idx="47" formatCode="0%">
                  <c:v>0.2729483375141793</c:v>
                </c:pt>
                <c:pt idx="48" formatCode="0%">
                  <c:v>7.331961802714608E-2</c:v>
                </c:pt>
                <c:pt idx="49" formatCode="0%">
                  <c:v>4.9237220223101244E-2</c:v>
                </c:pt>
                <c:pt idx="51" formatCode="0%">
                  <c:v>4.036818671996837E-2</c:v>
                </c:pt>
                <c:pt idx="52" formatCode="0%">
                  <c:v>5.2407995511603217E-2</c:v>
                </c:pt>
                <c:pt idx="53" formatCode="0%">
                  <c:v>0.17226319024467729</c:v>
                </c:pt>
                <c:pt idx="54" formatCode="0%">
                  <c:v>0.18994853893753436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89176"/>
        <c:axId val="390685648"/>
      </c:barChart>
      <c:catAx>
        <c:axId val="390689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85648"/>
        <c:crosses val="autoZero"/>
        <c:auto val="1"/>
        <c:lblAlgn val="ctr"/>
        <c:lblOffset val="100"/>
        <c:noMultiLvlLbl val="0"/>
      </c:catAx>
      <c:valAx>
        <c:axId val="39068564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89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Sheet1!$B$235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Sheet1!$C$234:$BE$234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Sheet1!$C$235:$BE$235</c:f>
              <c:numCache>
                <c:formatCode>General</c:formatCode>
                <c:ptCount val="55"/>
                <c:pt idx="0" formatCode="0%">
                  <c:v>0.15419793837254639</c:v>
                </c:pt>
                <c:pt idx="2" formatCode="0%">
                  <c:v>0.12909288074655301</c:v>
                </c:pt>
                <c:pt idx="3" formatCode="0%">
                  <c:v>0.18164434621196718</c:v>
                </c:pt>
                <c:pt idx="5" formatCode="0%">
                  <c:v>9.6419237407546474E-2</c:v>
                </c:pt>
                <c:pt idx="6" formatCode="0%">
                  <c:v>8.6205815118118909E-2</c:v>
                </c:pt>
                <c:pt idx="7" formatCode="0%">
                  <c:v>0.19151141184107051</c:v>
                </c:pt>
                <c:pt idx="8" formatCode="0%">
                  <c:v>0.23993878126440407</c:v>
                </c:pt>
                <c:pt idx="10" formatCode="0%">
                  <c:v>0.15532609229152664</c:v>
                </c:pt>
                <c:pt idx="11" formatCode="0%">
                  <c:v>0.13251590980168754</c:v>
                </c:pt>
                <c:pt idx="12" formatCode="0%">
                  <c:v>0.17762807911627287</c:v>
                </c:pt>
                <c:pt idx="14" formatCode="0%">
                  <c:v>0.17281245972987558</c:v>
                </c:pt>
                <c:pt idx="15" formatCode="0%">
                  <c:v>0.17416283728204895</c:v>
                </c:pt>
                <c:pt idx="16" formatCode="0%">
                  <c:v>0.12306129021368427</c:v>
                </c:pt>
                <c:pt idx="17" formatCode="0%">
                  <c:v>8.239250419300688E-2</c:v>
                </c:pt>
                <c:pt idx="19" formatCode="0%">
                  <c:v>0.18400853684748525</c:v>
                </c:pt>
                <c:pt idx="20" formatCode="0%">
                  <c:v>0.11306499336837116</c:v>
                </c:pt>
                <c:pt idx="22" formatCode="0%">
                  <c:v>0.21789433880581374</c:v>
                </c:pt>
                <c:pt idx="23" formatCode="0%">
                  <c:v>0.15528238154338597</c:v>
                </c:pt>
                <c:pt idx="24" formatCode="0%">
                  <c:v>0.15010853205705363</c:v>
                </c:pt>
                <c:pt idx="25" formatCode="0%">
                  <c:v>0.11983930132130974</c:v>
                </c:pt>
                <c:pt idx="27" formatCode="0%">
                  <c:v>0.17394219270036099</c:v>
                </c:pt>
                <c:pt idx="28" formatCode="0%">
                  <c:v>0.17365820123895243</c:v>
                </c:pt>
                <c:pt idx="29" formatCode="0%">
                  <c:v>0.10492268727491229</c:v>
                </c:pt>
                <c:pt idx="31" formatCode="0%">
                  <c:v>6.2305498546232449E-2</c:v>
                </c:pt>
                <c:pt idx="32" formatCode="0%">
                  <c:v>0.44584039754590998</c:v>
                </c:pt>
                <c:pt idx="33" formatCode="0%">
                  <c:v>0.32402486112267259</c:v>
                </c:pt>
                <c:pt idx="34" formatCode="0%">
                  <c:v>1.7553711764047051E-2</c:v>
                </c:pt>
                <c:pt idx="35" formatCode="0%">
                  <c:v>2.8142917921387366E-2</c:v>
                </c:pt>
                <c:pt idx="36" formatCode="0%">
                  <c:v>1.0753968562319106E-3</c:v>
                </c:pt>
                <c:pt idx="38" formatCode="0%">
                  <c:v>0.21271020280008257</c:v>
                </c:pt>
                <c:pt idx="39" formatCode="0%">
                  <c:v>0.33332996800709308</c:v>
                </c:pt>
                <c:pt idx="40" formatCode="0%">
                  <c:v>3.1691769425532264E-2</c:v>
                </c:pt>
                <c:pt idx="41" formatCode="0%">
                  <c:v>4.1586132805832947E-3</c:v>
                </c:pt>
                <c:pt idx="43" formatCode="0%">
                  <c:v>2.0436768720144664E-2</c:v>
                </c:pt>
                <c:pt idx="44" formatCode="0%">
                  <c:v>0.31156923025924177</c:v>
                </c:pt>
                <c:pt idx="46" formatCode="0%">
                  <c:v>1.0115152774763663E-2</c:v>
                </c:pt>
                <c:pt idx="47" formatCode="0%">
                  <c:v>5.7389169224124803E-4</c:v>
                </c:pt>
                <c:pt idx="48" formatCode="0%">
                  <c:v>0.1021266298538316</c:v>
                </c:pt>
                <c:pt idx="49" formatCode="0%">
                  <c:v>0.4053285407016276</c:v>
                </c:pt>
                <c:pt idx="51" formatCode="0%">
                  <c:v>0.57346879947271545</c:v>
                </c:pt>
                <c:pt idx="52" formatCode="0%">
                  <c:v>0.23812750837800023</c:v>
                </c:pt>
                <c:pt idx="53" formatCode="0%">
                  <c:v>3.0642625384813649E-2</c:v>
                </c:pt>
                <c:pt idx="54" formatCode="0%">
                  <c:v>6.0192200440214345E-3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Sheet1!$B$236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Sheet1!$C$234:$BE$234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Sheet1!$C$236:$BE$236</c:f>
              <c:numCache>
                <c:formatCode>General</c:formatCode>
                <c:ptCount val="55"/>
                <c:pt idx="0" formatCode="0%">
                  <c:v>0.13309044839299658</c:v>
                </c:pt>
                <c:pt idx="2" formatCode="0%">
                  <c:v>0.14038429097203919</c:v>
                </c:pt>
                <c:pt idx="3" formatCode="0%">
                  <c:v>0.12512915982684839</c:v>
                </c:pt>
                <c:pt idx="5" formatCode="0%">
                  <c:v>9.4413180926779555E-2</c:v>
                </c:pt>
                <c:pt idx="6" formatCode="0%">
                  <c:v>0.1523644457024794</c:v>
                </c:pt>
                <c:pt idx="7" formatCode="0%">
                  <c:v>0.14304853935201112</c:v>
                </c:pt>
                <c:pt idx="8" formatCode="0%">
                  <c:v>0.1373516324687431</c:v>
                </c:pt>
                <c:pt idx="10" formatCode="0%">
                  <c:v>0.16392903281426899</c:v>
                </c:pt>
                <c:pt idx="11" formatCode="0%">
                  <c:v>0.11083777209777607</c:v>
                </c:pt>
                <c:pt idx="12" formatCode="0%">
                  <c:v>0.13441916100923978</c:v>
                </c:pt>
                <c:pt idx="14" formatCode="0%">
                  <c:v>4.1115250804098127E-2</c:v>
                </c:pt>
                <c:pt idx="15" formatCode="0%">
                  <c:v>0.15913937719768753</c:v>
                </c:pt>
                <c:pt idx="16" formatCode="0%">
                  <c:v>0.18916878545882568</c:v>
                </c:pt>
                <c:pt idx="17" formatCode="0%">
                  <c:v>3.8098849860586002E-2</c:v>
                </c:pt>
                <c:pt idx="19" formatCode="0%">
                  <c:v>0.11310274303136648</c:v>
                </c:pt>
                <c:pt idx="20" formatCode="0%">
                  <c:v>0.16066967281181366</c:v>
                </c:pt>
                <c:pt idx="22" formatCode="0%">
                  <c:v>9.557294233607512E-2</c:v>
                </c:pt>
                <c:pt idx="23" formatCode="0%">
                  <c:v>0.14251053044171191</c:v>
                </c:pt>
                <c:pt idx="24" formatCode="0%">
                  <c:v>3.6684833199834989E-2</c:v>
                </c:pt>
                <c:pt idx="25" formatCode="0%">
                  <c:v>0.18030410617399395</c:v>
                </c:pt>
                <c:pt idx="27" formatCode="0%">
                  <c:v>0.14571500944410185</c:v>
                </c:pt>
                <c:pt idx="28" formatCode="0%">
                  <c:v>0.11249338214658078</c:v>
                </c:pt>
                <c:pt idx="29" formatCode="0%">
                  <c:v>0.13875422293431047</c:v>
                </c:pt>
                <c:pt idx="31" formatCode="0%">
                  <c:v>8.7521402918581265E-2</c:v>
                </c:pt>
                <c:pt idx="32" formatCode="0%">
                  <c:v>0.23901986606333367</c:v>
                </c:pt>
                <c:pt idx="33" formatCode="0%">
                  <c:v>0.20171883859673737</c:v>
                </c:pt>
                <c:pt idx="34" formatCode="0%">
                  <c:v>2.9886337298059493E-2</c:v>
                </c:pt>
                <c:pt idx="35" formatCode="0%">
                  <c:v>0.52301016187576643</c:v>
                </c:pt>
                <c:pt idx="36" formatCode="0%">
                  <c:v>4.0680455737698414E-2</c:v>
                </c:pt>
                <c:pt idx="38" formatCode="0%">
                  <c:v>1.6354414305656369E-2</c:v>
                </c:pt>
                <c:pt idx="39" formatCode="0%">
                  <c:v>0.22262802864328129</c:v>
                </c:pt>
                <c:pt idx="40" formatCode="0%">
                  <c:v>7.3899626596543908E-2</c:v>
                </c:pt>
                <c:pt idx="41" formatCode="0%">
                  <c:v>6.7117250435406603E-2</c:v>
                </c:pt>
                <c:pt idx="43" formatCode="0%">
                  <c:v>7.6456518472407836E-2</c:v>
                </c:pt>
                <c:pt idx="44" formatCode="0%">
                  <c:v>0.22970228278156785</c:v>
                </c:pt>
                <c:pt idx="46" formatCode="0%">
                  <c:v>5.4512928948434645E-2</c:v>
                </c:pt>
                <c:pt idx="47" formatCode="0%">
                  <c:v>4.8279127570582642E-2</c:v>
                </c:pt>
                <c:pt idx="48" formatCode="0%">
                  <c:v>0.18562427345461235</c:v>
                </c:pt>
                <c:pt idx="49" formatCode="0%">
                  <c:v>0.23983788780721058</c:v>
                </c:pt>
                <c:pt idx="51" formatCode="0%">
                  <c:v>0.14921082658875573</c:v>
                </c:pt>
                <c:pt idx="52" formatCode="0%">
                  <c:v>0.32686430222281049</c:v>
                </c:pt>
                <c:pt idx="53" formatCode="0%">
                  <c:v>0.14903392821924671</c:v>
                </c:pt>
                <c:pt idx="54" formatCode="0%">
                  <c:v>4.229258003682082E-2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Sheet1!$B$237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Sheet1!$C$234:$BE$234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Sheet1!$C$237:$BE$237</c:f>
              <c:numCache>
                <c:formatCode>General</c:formatCode>
                <c:ptCount val="55"/>
                <c:pt idx="0" formatCode="0%">
                  <c:v>0.10024323743114452</c:v>
                </c:pt>
                <c:pt idx="2" formatCode="0%">
                  <c:v>0.1607046689698059</c:v>
                </c:pt>
                <c:pt idx="3" formatCode="0%">
                  <c:v>3.4176946603645508E-2</c:v>
                </c:pt>
                <c:pt idx="5" formatCode="0%">
                  <c:v>0.28128877362228516</c:v>
                </c:pt>
                <c:pt idx="6" formatCode="0%">
                  <c:v>3.56750575926627E-2</c:v>
                </c:pt>
                <c:pt idx="7" formatCode="0%">
                  <c:v>2.8909852234427717E-2</c:v>
                </c:pt>
                <c:pt idx="8" formatCode="0%">
                  <c:v>7.9828959468743244E-2</c:v>
                </c:pt>
                <c:pt idx="10" formatCode="0%">
                  <c:v>8.3580879842740347E-2</c:v>
                </c:pt>
                <c:pt idx="11" formatCode="0%">
                  <c:v>9.5587417223402638E-2</c:v>
                </c:pt>
                <c:pt idx="12" formatCode="0%">
                  <c:v>0.11821347438470975</c:v>
                </c:pt>
                <c:pt idx="14" formatCode="0%">
                  <c:v>3.8007460396867657E-2</c:v>
                </c:pt>
                <c:pt idx="15" formatCode="0%">
                  <c:v>0.15318243556656536</c:v>
                </c:pt>
                <c:pt idx="16" formatCode="0%">
                  <c:v>5.0451168161547176E-2</c:v>
                </c:pt>
                <c:pt idx="17" formatCode="0%">
                  <c:v>0.27946597241143772</c:v>
                </c:pt>
                <c:pt idx="19" formatCode="0%">
                  <c:v>0.12027150236710908</c:v>
                </c:pt>
                <c:pt idx="20" formatCode="0%">
                  <c:v>7.2608048529028191E-2</c:v>
                </c:pt>
                <c:pt idx="22" formatCode="0%">
                  <c:v>0.16832173844740306</c:v>
                </c:pt>
                <c:pt idx="23" formatCode="0%">
                  <c:v>5.9252704787475331E-2</c:v>
                </c:pt>
                <c:pt idx="24" formatCode="0%">
                  <c:v>1.5252623577129228E-2</c:v>
                </c:pt>
                <c:pt idx="25" formatCode="0%">
                  <c:v>0.16319538350587989</c:v>
                </c:pt>
                <c:pt idx="27" formatCode="0%">
                  <c:v>9.2983591566398779E-2</c:v>
                </c:pt>
                <c:pt idx="28" formatCode="0%">
                  <c:v>5.3774706427606692E-2</c:v>
                </c:pt>
                <c:pt idx="29" formatCode="0%">
                  <c:v>0.18718311922321951</c:v>
                </c:pt>
                <c:pt idx="31" formatCode="0%">
                  <c:v>0.12891229889558301</c:v>
                </c:pt>
                <c:pt idx="32" formatCode="0%">
                  <c:v>0.12061366027248523</c:v>
                </c:pt>
                <c:pt idx="33" formatCode="0%">
                  <c:v>2.2885454015829282E-2</c:v>
                </c:pt>
                <c:pt idx="34" formatCode="0%">
                  <c:v>0.10900965499349434</c:v>
                </c:pt>
                <c:pt idx="35" formatCode="0%">
                  <c:v>1.0865918887967346E-2</c:v>
                </c:pt>
                <c:pt idx="36" formatCode="0%">
                  <c:v>9.8892511375929124E-2</c:v>
                </c:pt>
                <c:pt idx="38" formatCode="0%">
                  <c:v>4.3973231221062316E-2</c:v>
                </c:pt>
                <c:pt idx="39" formatCode="0%">
                  <c:v>0.10851115475257062</c:v>
                </c:pt>
                <c:pt idx="40" formatCode="0%">
                  <c:v>8.9286620219787255E-2</c:v>
                </c:pt>
                <c:pt idx="41" formatCode="0%">
                  <c:v>9.1963466018071247E-2</c:v>
                </c:pt>
                <c:pt idx="43" formatCode="0%">
                  <c:v>8.3715965187172045E-2</c:v>
                </c:pt>
                <c:pt idx="44" formatCode="0%">
                  <c:v>9.2892941566953061E-2</c:v>
                </c:pt>
                <c:pt idx="46" formatCode="0%">
                  <c:v>3.3603887733443104E-2</c:v>
                </c:pt>
                <c:pt idx="47" formatCode="0%">
                  <c:v>8.1341896135682004E-2</c:v>
                </c:pt>
                <c:pt idx="48" formatCode="0%">
                  <c:v>0.25794506309933296</c:v>
                </c:pt>
                <c:pt idx="49" formatCode="0%">
                  <c:v>6.1299344009903153E-2</c:v>
                </c:pt>
                <c:pt idx="51" formatCode="0%">
                  <c:v>9.8068049422564002E-3</c:v>
                </c:pt>
                <c:pt idx="52" formatCode="0%">
                  <c:v>0.16024987704770985</c:v>
                </c:pt>
                <c:pt idx="53" formatCode="0%">
                  <c:v>0.22050837173989424</c:v>
                </c:pt>
                <c:pt idx="54" formatCode="0%">
                  <c:v>7.6873676955633102E-2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Sheet1!$B$238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Sheet1!$C$234:$BE$234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Sheet1!$C$238:$BE$238</c:f>
              <c:numCache>
                <c:formatCode>General</c:formatCode>
                <c:ptCount val="55"/>
                <c:pt idx="0" formatCode="0%">
                  <c:v>0.33721347599354196</c:v>
                </c:pt>
                <c:pt idx="2" formatCode="0%">
                  <c:v>0.3017668341141555</c:v>
                </c:pt>
                <c:pt idx="3" formatCode="0%">
                  <c:v>0.37597443970134548</c:v>
                </c:pt>
                <c:pt idx="5" formatCode="0%">
                  <c:v>0.31779166340174664</c:v>
                </c:pt>
                <c:pt idx="6" formatCode="0%">
                  <c:v>0.4487603522454196</c:v>
                </c:pt>
                <c:pt idx="7" formatCode="0%">
                  <c:v>0.35489826934523205</c:v>
                </c:pt>
                <c:pt idx="8" formatCode="0%">
                  <c:v>0.21603533087354265</c:v>
                </c:pt>
                <c:pt idx="10" formatCode="0%">
                  <c:v>0.30768640972656025</c:v>
                </c:pt>
                <c:pt idx="11" formatCode="0%">
                  <c:v>0.31424649050911407</c:v>
                </c:pt>
                <c:pt idx="12" formatCode="0%">
                  <c:v>0.38554731485604665</c:v>
                </c:pt>
                <c:pt idx="14" formatCode="0%">
                  <c:v>0.36157341875403293</c:v>
                </c:pt>
                <c:pt idx="15" formatCode="0%">
                  <c:v>0.26892605704622752</c:v>
                </c:pt>
                <c:pt idx="16" formatCode="0%">
                  <c:v>0.39567694111681562</c:v>
                </c:pt>
                <c:pt idx="17" formatCode="0%">
                  <c:v>0.42830046624357282</c:v>
                </c:pt>
                <c:pt idx="19" formatCode="0%">
                  <c:v>0.29456738710554836</c:v>
                </c:pt>
                <c:pt idx="20" formatCode="0%">
                  <c:v>0.39605695175762867</c:v>
                </c:pt>
                <c:pt idx="22" formatCode="0%">
                  <c:v>0.31004924987870086</c:v>
                </c:pt>
                <c:pt idx="23" formatCode="0%">
                  <c:v>0.31874328442216326</c:v>
                </c:pt>
                <c:pt idx="24" formatCode="0%">
                  <c:v>0.54646305335503553</c:v>
                </c:pt>
                <c:pt idx="25" formatCode="0%">
                  <c:v>0.29426682332559995</c:v>
                </c:pt>
                <c:pt idx="27" formatCode="0%">
                  <c:v>0.32369608238205322</c:v>
                </c:pt>
                <c:pt idx="28" formatCode="0%">
                  <c:v>0.33133911163116386</c:v>
                </c:pt>
                <c:pt idx="29" formatCode="0%">
                  <c:v>0.37345466843768854</c:v>
                </c:pt>
                <c:pt idx="31" formatCode="0%">
                  <c:v>0.38427883857654138</c:v>
                </c:pt>
                <c:pt idx="32" formatCode="0%">
                  <c:v>5.6656819293956521E-3</c:v>
                </c:pt>
                <c:pt idx="33" formatCode="0%">
                  <c:v>0.21881397722746379</c:v>
                </c:pt>
                <c:pt idx="34" formatCode="0%">
                  <c:v>0.63580671717372972</c:v>
                </c:pt>
                <c:pt idx="35" formatCode="0%">
                  <c:v>0.28276592062647415</c:v>
                </c:pt>
                <c:pt idx="36" formatCode="0%">
                  <c:v>0.58353937243622311</c:v>
                </c:pt>
                <c:pt idx="38" formatCode="0%">
                  <c:v>0.36145335056271771</c:v>
                </c:pt>
                <c:pt idx="39" formatCode="0%">
                  <c:v>0.15249105565159646</c:v>
                </c:pt>
                <c:pt idx="40" formatCode="0%">
                  <c:v>0.42505332556857256</c:v>
                </c:pt>
                <c:pt idx="41" formatCode="0%">
                  <c:v>0.69707553301599834</c:v>
                </c:pt>
                <c:pt idx="43" formatCode="0%">
                  <c:v>0.56121263587328929</c:v>
                </c:pt>
                <c:pt idx="44" formatCode="0%">
                  <c:v>0.16656828032681598</c:v>
                </c:pt>
                <c:pt idx="46" formatCode="0%">
                  <c:v>0.65969910859969472</c:v>
                </c:pt>
                <c:pt idx="47" formatCode="0%">
                  <c:v>0.48038629349505801</c:v>
                </c:pt>
                <c:pt idx="48" formatCode="0%">
                  <c:v>0.21059011850605949</c:v>
                </c:pt>
                <c:pt idx="49" formatCode="0%">
                  <c:v>4.7659927027250373E-2</c:v>
                </c:pt>
                <c:pt idx="51" formatCode="0%">
                  <c:v>1.812389709468468E-2</c:v>
                </c:pt>
                <c:pt idx="52" formatCode="0%">
                  <c:v>2.636294243035887E-2</c:v>
                </c:pt>
                <c:pt idx="53" formatCode="0%">
                  <c:v>0.2140727158656803</c:v>
                </c:pt>
                <c:pt idx="54" formatCode="0%">
                  <c:v>0.62488787028590054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Sheet1!$B$239</c:f>
              <c:strCache>
                <c:ptCount val="1"/>
                <c:pt idx="0">
                  <c:v>No lo conoce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Sheet1!$C$234:$BE$234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Sheet1!$C$239:$BE$239</c:f>
              <c:numCache>
                <c:formatCode>General</c:formatCode>
                <c:ptCount val="55"/>
                <c:pt idx="0" formatCode="0%">
                  <c:v>0.23331219283927418</c:v>
                </c:pt>
                <c:pt idx="2" formatCode="0%">
                  <c:v>0.22906589552295903</c:v>
                </c:pt>
                <c:pt idx="3" formatCode="0%">
                  <c:v>0.23796937568622847</c:v>
                </c:pt>
                <c:pt idx="5" formatCode="0%">
                  <c:v>0.20993567107408037</c:v>
                </c:pt>
                <c:pt idx="6" formatCode="0%">
                  <c:v>0.2712959708366362</c:v>
                </c:pt>
                <c:pt idx="7" formatCode="0%">
                  <c:v>0.19287256001615485</c:v>
                </c:pt>
                <c:pt idx="8" formatCode="0%">
                  <c:v>0.25850454484661561</c:v>
                </c:pt>
                <c:pt idx="10" formatCode="0%">
                  <c:v>0.21612702059960981</c:v>
                </c:pt>
                <c:pt idx="11" formatCode="0%">
                  <c:v>0.31032078224310738</c:v>
                </c:pt>
                <c:pt idx="12" formatCode="0%">
                  <c:v>0.16018164510448701</c:v>
                </c:pt>
                <c:pt idx="14" formatCode="0%">
                  <c:v>0.33223120663284228</c:v>
                </c:pt>
                <c:pt idx="15" formatCode="0%">
                  <c:v>0.20105866454888888</c:v>
                </c:pt>
                <c:pt idx="16" formatCode="0%">
                  <c:v>0.20896357072323421</c:v>
                </c:pt>
                <c:pt idx="17" formatCode="0%">
                  <c:v>0.15043481126990371</c:v>
                </c:pt>
                <c:pt idx="19" formatCode="0%">
                  <c:v>0.24397332003171468</c:v>
                </c:pt>
                <c:pt idx="20" formatCode="0%">
                  <c:v>0.21860186896376252</c:v>
                </c:pt>
                <c:pt idx="22" formatCode="0%">
                  <c:v>0.15797931822582309</c:v>
                </c:pt>
                <c:pt idx="23" formatCode="0%">
                  <c:v>0.28236228688250686</c:v>
                </c:pt>
                <c:pt idx="24" formatCode="0%">
                  <c:v>0.22461864965849571</c:v>
                </c:pt>
                <c:pt idx="25" formatCode="0%">
                  <c:v>0.19681009645228542</c:v>
                </c:pt>
                <c:pt idx="27" formatCode="0%">
                  <c:v>0.24243852470088129</c:v>
                </c:pt>
                <c:pt idx="28" formatCode="0%">
                  <c:v>0.2688150676258898</c:v>
                </c:pt>
                <c:pt idx="29" formatCode="0%">
                  <c:v>0.14569389450555015</c:v>
                </c:pt>
                <c:pt idx="31" formatCode="0%">
                  <c:v>0.27059061038223864</c:v>
                </c:pt>
                <c:pt idx="32" formatCode="0%">
                  <c:v>0.1729450750240068</c:v>
                </c:pt>
                <c:pt idx="33" formatCode="0%">
                  <c:v>0.21766403436716047</c:v>
                </c:pt>
                <c:pt idx="34" formatCode="0%">
                  <c:v>0.14681546191016062</c:v>
                </c:pt>
                <c:pt idx="35" formatCode="0%">
                  <c:v>0.14783213629099495</c:v>
                </c:pt>
                <c:pt idx="36" formatCode="0%">
                  <c:v>0.26117767883849474</c:v>
                </c:pt>
                <c:pt idx="38" formatCode="0%">
                  <c:v>0.33862877917838857</c:v>
                </c:pt>
                <c:pt idx="39" formatCode="0%">
                  <c:v>0.16568645183356709</c:v>
                </c:pt>
                <c:pt idx="40" formatCode="0%">
                  <c:v>0.34467967553852913</c:v>
                </c:pt>
                <c:pt idx="41" formatCode="0%">
                  <c:v>5.9164662559238732E-2</c:v>
                </c:pt>
                <c:pt idx="43" formatCode="0%">
                  <c:v>0.20375590105142649</c:v>
                </c:pt>
                <c:pt idx="44" formatCode="0%">
                  <c:v>0.18583086007629721</c:v>
                </c:pt>
                <c:pt idx="46" formatCode="0%">
                  <c:v>0.20882508956724993</c:v>
                </c:pt>
                <c:pt idx="47" formatCode="0%">
                  <c:v>0.30547250495739597</c:v>
                </c:pt>
                <c:pt idx="48" formatCode="0%">
                  <c:v>0.1931459864473318</c:v>
                </c:pt>
                <c:pt idx="49" formatCode="0%">
                  <c:v>0.22988365740978015</c:v>
                </c:pt>
                <c:pt idx="51" formatCode="0%">
                  <c:v>0.23256794246788387</c:v>
                </c:pt>
                <c:pt idx="52" formatCode="0%">
                  <c:v>0.20481984568754064</c:v>
                </c:pt>
                <c:pt idx="53" formatCode="0%">
                  <c:v>0.29089926393507126</c:v>
                </c:pt>
                <c:pt idx="54" formatCode="0%">
                  <c:v>0.22124743888675713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Sheet1!$B$240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Sheet1!$C$234:$BE$234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Sheet1!$C$240:$BE$240</c:f>
              <c:numCache>
                <c:formatCode>General</c:formatCode>
                <c:ptCount val="55"/>
                <c:pt idx="0" formatCode="0%">
                  <c:v>4.1942706970497422E-2</c:v>
                </c:pt>
                <c:pt idx="2" formatCode="0%">
                  <c:v>3.898542967448855E-2</c:v>
                </c:pt>
                <c:pt idx="3" formatCode="0%">
                  <c:v>4.5105731969963994E-2</c:v>
                </c:pt>
                <c:pt idx="5" formatCode="0%">
                  <c:v>1.5147356756191332E-4</c:v>
                </c:pt>
                <c:pt idx="6" formatCode="0%">
                  <c:v>5.6983585046829037E-3</c:v>
                </c:pt>
                <c:pt idx="7" formatCode="0%">
                  <c:v>8.8759367211103293E-2</c:v>
                </c:pt>
                <c:pt idx="8" formatCode="0%">
                  <c:v>6.8340751077950346E-2</c:v>
                </c:pt>
                <c:pt idx="10" formatCode="0%">
                  <c:v>7.3350564725293221E-2</c:v>
                </c:pt>
                <c:pt idx="11" formatCode="0%">
                  <c:v>3.6491628124911676E-2</c:v>
                </c:pt>
                <c:pt idx="12" formatCode="0%">
                  <c:v>2.4010325529243731E-2</c:v>
                </c:pt>
                <c:pt idx="14" formatCode="0%">
                  <c:v>5.4260203682282446E-2</c:v>
                </c:pt>
                <c:pt idx="15" formatCode="0%">
                  <c:v>4.3530628358581132E-2</c:v>
                </c:pt>
                <c:pt idx="16" formatCode="0%">
                  <c:v>3.2678244325893224E-2</c:v>
                </c:pt>
                <c:pt idx="17" formatCode="0%">
                  <c:v>2.1307396021492942E-2</c:v>
                </c:pt>
                <c:pt idx="19" formatCode="0%">
                  <c:v>4.4076510616777059E-2</c:v>
                </c:pt>
                <c:pt idx="20" formatCode="0%">
                  <c:v>3.8998464569395867E-2</c:v>
                </c:pt>
                <c:pt idx="22" formatCode="0%">
                  <c:v>5.0182412306183331E-2</c:v>
                </c:pt>
                <c:pt idx="23" formatCode="0%">
                  <c:v>4.1848811922756447E-2</c:v>
                </c:pt>
                <c:pt idx="24" formatCode="0%">
                  <c:v>2.6872308152450765E-2</c:v>
                </c:pt>
                <c:pt idx="25" formatCode="0%">
                  <c:v>4.558428922093101E-2</c:v>
                </c:pt>
                <c:pt idx="27" formatCode="0%">
                  <c:v>2.1224599206203797E-2</c:v>
                </c:pt>
                <c:pt idx="28" formatCode="0%">
                  <c:v>5.9919530929806147E-2</c:v>
                </c:pt>
                <c:pt idx="29" formatCode="0%">
                  <c:v>4.9991407624319438E-2</c:v>
                </c:pt>
                <c:pt idx="31" formatCode="0%">
                  <c:v>6.6391350680822941E-2</c:v>
                </c:pt>
                <c:pt idx="32" formatCode="0%">
                  <c:v>1.5915319164868852E-2</c:v>
                </c:pt>
                <c:pt idx="33" formatCode="0%">
                  <c:v>1.4892834670136792E-2</c:v>
                </c:pt>
                <c:pt idx="34" formatCode="0%">
                  <c:v>6.0928116860508537E-2</c:v>
                </c:pt>
                <c:pt idx="35" formatCode="0%">
                  <c:v>7.3829443974094532E-3</c:v>
                </c:pt>
                <c:pt idx="36" formatCode="0%">
                  <c:v>1.4634584755423086E-2</c:v>
                </c:pt>
                <c:pt idx="38" formatCode="0%">
                  <c:v>2.6880021932092098E-2</c:v>
                </c:pt>
                <c:pt idx="39" formatCode="0%">
                  <c:v>1.7353341111891157E-2</c:v>
                </c:pt>
                <c:pt idx="40" formatCode="0%">
                  <c:v>3.5388982651034274E-2</c:v>
                </c:pt>
                <c:pt idx="41" formatCode="0%">
                  <c:v>8.0520474690702157E-2</c:v>
                </c:pt>
                <c:pt idx="43" formatCode="0%">
                  <c:v>5.4422210695559456E-2</c:v>
                </c:pt>
                <c:pt idx="44" formatCode="0%">
                  <c:v>1.3436404989124164E-2</c:v>
                </c:pt>
                <c:pt idx="46" formatCode="0%">
                  <c:v>3.3243832376413734E-2</c:v>
                </c:pt>
                <c:pt idx="47" formatCode="0%">
                  <c:v>8.3946286149039762E-2</c:v>
                </c:pt>
                <c:pt idx="48" formatCode="0%">
                  <c:v>5.0567928638831999E-2</c:v>
                </c:pt>
                <c:pt idx="49" formatCode="0%">
                  <c:v>1.5990643044227947E-2</c:v>
                </c:pt>
                <c:pt idx="51" formatCode="0%">
                  <c:v>1.6821729433703834E-2</c:v>
                </c:pt>
                <c:pt idx="52" formatCode="0%">
                  <c:v>4.3575524233580021E-2</c:v>
                </c:pt>
                <c:pt idx="53" formatCode="0%">
                  <c:v>9.4843094855293908E-2</c:v>
                </c:pt>
                <c:pt idx="54" formatCode="0%">
                  <c:v>2.8679213790866586E-2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825-496F-8F83-022F45CFE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88000"/>
        <c:axId val="390687216"/>
      </c:barChart>
      <c:catAx>
        <c:axId val="39068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87216"/>
        <c:crosses val="autoZero"/>
        <c:auto val="1"/>
        <c:lblAlgn val="ctr"/>
        <c:lblOffset val="100"/>
        <c:noMultiLvlLbl val="0"/>
      </c:catAx>
      <c:valAx>
        <c:axId val="39068721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8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926428692507996"/>
          <c:h val="3.7975080168766294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Sheet1!$B$243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Sheet1!$C$242:$BE$242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Sheet1!$C$243:$BE$243</c:f>
              <c:numCache>
                <c:formatCode>General</c:formatCode>
                <c:ptCount val="55"/>
                <c:pt idx="0" formatCode="0%">
                  <c:v>7.341427353324953E-2</c:v>
                </c:pt>
                <c:pt idx="2" formatCode="0%">
                  <c:v>4.4713853305821984E-2</c:v>
                </c:pt>
                <c:pt idx="3" formatCode="0%">
                  <c:v>0.10502383253324721</c:v>
                </c:pt>
                <c:pt idx="5" formatCode="0%">
                  <c:v>7.6361093075268324E-2</c:v>
                </c:pt>
                <c:pt idx="6" formatCode="0%">
                  <c:v>8.2551283805602532E-2</c:v>
                </c:pt>
                <c:pt idx="7" formatCode="0%">
                  <c:v>5.1316242626256517E-2</c:v>
                </c:pt>
                <c:pt idx="8" formatCode="0%">
                  <c:v>8.5005993953096035E-2</c:v>
                </c:pt>
                <c:pt idx="10" formatCode="0%">
                  <c:v>3.6505981440731035E-2</c:v>
                </c:pt>
                <c:pt idx="11" formatCode="0%">
                  <c:v>6.9632734392744824E-2</c:v>
                </c:pt>
                <c:pt idx="12" formatCode="0%">
                  <c:v>0.10605943524709073</c:v>
                </c:pt>
                <c:pt idx="14" formatCode="0%">
                  <c:v>5.8153507341879844E-2</c:v>
                </c:pt>
                <c:pt idx="15" formatCode="0%">
                  <c:v>7.2906043845289981E-2</c:v>
                </c:pt>
                <c:pt idx="16" formatCode="0%">
                  <c:v>8.5523809647354246E-2</c:v>
                </c:pt>
                <c:pt idx="17" formatCode="0%">
                  <c:v>8.1980072116705535E-2</c:v>
                </c:pt>
                <c:pt idx="19" formatCode="0%">
                  <c:v>8.1457922365391677E-2</c:v>
                </c:pt>
                <c:pt idx="20" formatCode="0%">
                  <c:v>6.2384315435105836E-2</c:v>
                </c:pt>
                <c:pt idx="22" formatCode="0%">
                  <c:v>6.1227175812264202E-2</c:v>
                </c:pt>
                <c:pt idx="23" formatCode="0%">
                  <c:v>9.1100667997986259E-2</c:v>
                </c:pt>
                <c:pt idx="24" formatCode="0%">
                  <c:v>2.3004170835949692E-2</c:v>
                </c:pt>
                <c:pt idx="25" formatCode="0%">
                  <c:v>4.2646435576916886E-2</c:v>
                </c:pt>
                <c:pt idx="27" formatCode="0%">
                  <c:v>5.9656880102524248E-2</c:v>
                </c:pt>
                <c:pt idx="28" formatCode="0%">
                  <c:v>7.046987288956888E-2</c:v>
                </c:pt>
                <c:pt idx="29" formatCode="0%">
                  <c:v>3.9059098705504822E-2</c:v>
                </c:pt>
                <c:pt idx="31" formatCode="0%">
                  <c:v>7.2397918744930715E-3</c:v>
                </c:pt>
                <c:pt idx="32" formatCode="0%">
                  <c:v>0.2524895700329518</c:v>
                </c:pt>
                <c:pt idx="33" formatCode="0%">
                  <c:v>0.13986472624328239</c:v>
                </c:pt>
                <c:pt idx="34" formatCode="0%">
                  <c:v>5.2677094688737139E-3</c:v>
                </c:pt>
                <c:pt idx="35" formatCode="0%">
                  <c:v>0</c:v>
                </c:pt>
                <c:pt idx="36" formatCode="0%">
                  <c:v>2.865077299347527E-4</c:v>
                </c:pt>
                <c:pt idx="38" formatCode="0%">
                  <c:v>7.9700881053772145E-4</c:v>
                </c:pt>
                <c:pt idx="39" formatCode="0%">
                  <c:v>0.1997825311859219</c:v>
                </c:pt>
                <c:pt idx="40" formatCode="0%">
                  <c:v>1.4850327194623806E-3</c:v>
                </c:pt>
                <c:pt idx="41" formatCode="0%">
                  <c:v>4.2090597569461327E-3</c:v>
                </c:pt>
                <c:pt idx="43" formatCode="0%">
                  <c:v>3.7829687831112137E-3</c:v>
                </c:pt>
                <c:pt idx="44" formatCode="0%">
                  <c:v>0.18604535009988141</c:v>
                </c:pt>
                <c:pt idx="46" formatCode="0%">
                  <c:v>2.1073847165488754E-4</c:v>
                </c:pt>
                <c:pt idx="47" formatCode="0%">
                  <c:v>0</c:v>
                </c:pt>
                <c:pt idx="48" formatCode="0%">
                  <c:v>9.7582480649025666E-2</c:v>
                </c:pt>
                <c:pt idx="49" formatCode="0%">
                  <c:v>0.17552581324715849</c:v>
                </c:pt>
                <c:pt idx="51" formatCode="0%">
                  <c:v>0.31782122244179944</c:v>
                </c:pt>
                <c:pt idx="52" formatCode="0%">
                  <c:v>8.9298329810604316E-2</c:v>
                </c:pt>
                <c:pt idx="53" formatCode="0%">
                  <c:v>3.4950652616120913E-3</c:v>
                </c:pt>
                <c:pt idx="54" formatCode="0%">
                  <c:v>1.2574474448947198E-4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Sheet1!$B$244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Sheet1!$C$242:$BE$242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Sheet1!$C$244:$BE$244</c:f>
              <c:numCache>
                <c:formatCode>General</c:formatCode>
                <c:ptCount val="55"/>
                <c:pt idx="0" formatCode="0%">
                  <c:v>6.9317858914991565E-2</c:v>
                </c:pt>
                <c:pt idx="2" formatCode="0%">
                  <c:v>7.1797817246066611E-2</c:v>
                </c:pt>
                <c:pt idx="3" formatCode="0%">
                  <c:v>6.659201099131698E-2</c:v>
                </c:pt>
                <c:pt idx="5" formatCode="0%">
                  <c:v>0.122077060437334</c:v>
                </c:pt>
                <c:pt idx="6" formatCode="0%">
                  <c:v>5.6256046459152366E-2</c:v>
                </c:pt>
                <c:pt idx="7" formatCode="0%">
                  <c:v>3.9851834770016158E-2</c:v>
                </c:pt>
                <c:pt idx="8" formatCode="0%">
                  <c:v>6.643109879544129E-2</c:v>
                </c:pt>
                <c:pt idx="10" formatCode="0%">
                  <c:v>9.6222726820691967E-2</c:v>
                </c:pt>
                <c:pt idx="11" formatCode="0%">
                  <c:v>3.409902268184007E-2</c:v>
                </c:pt>
                <c:pt idx="12" formatCode="0%">
                  <c:v>8.8162142981529287E-2</c:v>
                </c:pt>
                <c:pt idx="14" formatCode="0%">
                  <c:v>2.3110144183933982E-2</c:v>
                </c:pt>
                <c:pt idx="15" formatCode="0%">
                  <c:v>8.755787919154237E-2</c:v>
                </c:pt>
                <c:pt idx="16" formatCode="0%">
                  <c:v>9.2362125746479326E-2</c:v>
                </c:pt>
                <c:pt idx="17" formatCode="0%">
                  <c:v>1.1803579883508076E-2</c:v>
                </c:pt>
                <c:pt idx="19" formatCode="0%">
                  <c:v>4.1111441711521077E-2</c:v>
                </c:pt>
                <c:pt idx="20" formatCode="0%">
                  <c:v>0.10799627543285713</c:v>
                </c:pt>
                <c:pt idx="22" formatCode="0%">
                  <c:v>7.3109552914570775E-2</c:v>
                </c:pt>
                <c:pt idx="23" formatCode="0%">
                  <c:v>2.5818195207858562E-2</c:v>
                </c:pt>
                <c:pt idx="24" formatCode="0%">
                  <c:v>3.5160581297867373E-2</c:v>
                </c:pt>
                <c:pt idx="25" formatCode="0%">
                  <c:v>0.1199006965172472</c:v>
                </c:pt>
                <c:pt idx="27" formatCode="0%">
                  <c:v>7.69012259455914E-2</c:v>
                </c:pt>
                <c:pt idx="28" formatCode="0%">
                  <c:v>5.3016313484472652E-2</c:v>
                </c:pt>
                <c:pt idx="29" formatCode="0%">
                  <c:v>8.6953344785869038E-2</c:v>
                </c:pt>
                <c:pt idx="31" formatCode="0%">
                  <c:v>6.0890726349195318E-2</c:v>
                </c:pt>
                <c:pt idx="32" formatCode="0%">
                  <c:v>8.7180131368842118E-2</c:v>
                </c:pt>
                <c:pt idx="33" formatCode="0%">
                  <c:v>0.11143184877555692</c:v>
                </c:pt>
                <c:pt idx="34" formatCode="0%">
                  <c:v>4.7133613337644383E-4</c:v>
                </c:pt>
                <c:pt idx="35" formatCode="0%">
                  <c:v>0.44471738326520271</c:v>
                </c:pt>
                <c:pt idx="36" formatCode="0%">
                  <c:v>1.2006249229034259E-2</c:v>
                </c:pt>
                <c:pt idx="38" formatCode="0%">
                  <c:v>2.7970923811555203E-2</c:v>
                </c:pt>
                <c:pt idx="39" formatCode="0%">
                  <c:v>8.7150153794736382E-2</c:v>
                </c:pt>
                <c:pt idx="40" formatCode="0%">
                  <c:v>6.3451834044327027E-2</c:v>
                </c:pt>
                <c:pt idx="41" formatCode="0%">
                  <c:v>1.1026546458653787E-2</c:v>
                </c:pt>
                <c:pt idx="43" formatCode="0%">
                  <c:v>4.573745372729135E-2</c:v>
                </c:pt>
                <c:pt idx="44" formatCode="0%">
                  <c:v>0.12065357967075699</c:v>
                </c:pt>
                <c:pt idx="46" formatCode="0%">
                  <c:v>3.5802288159584673E-2</c:v>
                </c:pt>
                <c:pt idx="47" formatCode="0%">
                  <c:v>1.8138069360107013E-2</c:v>
                </c:pt>
                <c:pt idx="48" formatCode="0%">
                  <c:v>0.15979201568885706</c:v>
                </c:pt>
                <c:pt idx="49" formatCode="0%">
                  <c:v>9.6421629630171493E-2</c:v>
                </c:pt>
                <c:pt idx="51" formatCode="0%">
                  <c:v>7.3882200154429811E-2</c:v>
                </c:pt>
                <c:pt idx="52" formatCode="0%">
                  <c:v>0.21134964376406423</c:v>
                </c:pt>
                <c:pt idx="53" formatCode="0%">
                  <c:v>9.2425114822834772E-3</c:v>
                </c:pt>
                <c:pt idx="54" formatCode="0%">
                  <c:v>2.3531665889542655E-2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Sheet1!$B$245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Sheet1!$C$242:$BE$242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Sheet1!$C$245:$BE$245</c:f>
              <c:numCache>
                <c:formatCode>General</c:formatCode>
                <c:ptCount val="55"/>
                <c:pt idx="0" formatCode="0%">
                  <c:v>8.7048995029086029E-2</c:v>
                </c:pt>
                <c:pt idx="2" formatCode="0%">
                  <c:v>0.14433065463952088</c:v>
                </c:pt>
                <c:pt idx="3" formatCode="0%">
                  <c:v>2.397807047243302E-2</c:v>
                </c:pt>
                <c:pt idx="5" formatCode="0%">
                  <c:v>0.19770341626282367</c:v>
                </c:pt>
                <c:pt idx="6" formatCode="0%">
                  <c:v>0.1105602585832032</c:v>
                </c:pt>
                <c:pt idx="7" formatCode="0%">
                  <c:v>2.0295885645698241E-2</c:v>
                </c:pt>
                <c:pt idx="8" formatCode="0%">
                  <c:v>3.1265783476575625E-2</c:v>
                </c:pt>
                <c:pt idx="10" formatCode="0%">
                  <c:v>1.8997177683171378E-2</c:v>
                </c:pt>
                <c:pt idx="11" formatCode="0%">
                  <c:v>0.13143950669309129</c:v>
                </c:pt>
                <c:pt idx="12" formatCode="0%">
                  <c:v>8.9566524646311499E-2</c:v>
                </c:pt>
                <c:pt idx="14" formatCode="0%">
                  <c:v>4.0913723537391436E-2</c:v>
                </c:pt>
                <c:pt idx="15" formatCode="0%">
                  <c:v>0.16111193951640373</c:v>
                </c:pt>
                <c:pt idx="16" formatCode="0%">
                  <c:v>3.3635576606677403E-2</c:v>
                </c:pt>
                <c:pt idx="17" formatCode="0%">
                  <c:v>1.4226527997553428E-2</c:v>
                </c:pt>
                <c:pt idx="19" formatCode="0%">
                  <c:v>0.11850294865829296</c:v>
                </c:pt>
                <c:pt idx="20" formatCode="0%">
                  <c:v>4.3917351941341914E-2</c:v>
                </c:pt>
                <c:pt idx="22" formatCode="0%">
                  <c:v>0.13311084238087378</c:v>
                </c:pt>
                <c:pt idx="23" formatCode="0%">
                  <c:v>0.11543697274740701</c:v>
                </c:pt>
                <c:pt idx="24" formatCode="0%">
                  <c:v>8.3005076623525395E-3</c:v>
                </c:pt>
                <c:pt idx="25" formatCode="0%">
                  <c:v>9.7997756155779006E-2</c:v>
                </c:pt>
                <c:pt idx="27" formatCode="0%">
                  <c:v>0.12526374225882608</c:v>
                </c:pt>
                <c:pt idx="28" formatCode="0%">
                  <c:v>4.6691301335834587E-2</c:v>
                </c:pt>
                <c:pt idx="29" formatCode="0%">
                  <c:v>0.10491149845212425</c:v>
                </c:pt>
                <c:pt idx="31" formatCode="0%">
                  <c:v>0.14136210987077977</c:v>
                </c:pt>
                <c:pt idx="32" formatCode="0%">
                  <c:v>0.1390871535775754</c:v>
                </c:pt>
                <c:pt idx="33" formatCode="0%">
                  <c:v>1.305674977387178E-2</c:v>
                </c:pt>
                <c:pt idx="34" formatCode="0%">
                  <c:v>3.2818934761492918E-2</c:v>
                </c:pt>
                <c:pt idx="35" formatCode="0%">
                  <c:v>1.3599825327565261E-2</c:v>
                </c:pt>
                <c:pt idx="36" formatCode="0%">
                  <c:v>4.8726629472002764E-2</c:v>
                </c:pt>
                <c:pt idx="38" formatCode="0%">
                  <c:v>0.10394125419302645</c:v>
                </c:pt>
                <c:pt idx="39" formatCode="0%">
                  <c:v>8.9707312536979861E-2</c:v>
                </c:pt>
                <c:pt idx="40" formatCode="0%">
                  <c:v>4.4628850388189339E-2</c:v>
                </c:pt>
                <c:pt idx="41" formatCode="0%">
                  <c:v>4.9933165813616863E-2</c:v>
                </c:pt>
                <c:pt idx="43" formatCode="0%">
                  <c:v>6.4229235853055913E-2</c:v>
                </c:pt>
                <c:pt idx="44" formatCode="0%">
                  <c:v>7.6665213451064071E-2</c:v>
                </c:pt>
                <c:pt idx="46" formatCode="0%">
                  <c:v>6.8967460161249286E-2</c:v>
                </c:pt>
                <c:pt idx="47" formatCode="0%">
                  <c:v>3.5072508943558463E-2</c:v>
                </c:pt>
                <c:pt idx="48" formatCode="0%">
                  <c:v>0.24681634329877764</c:v>
                </c:pt>
                <c:pt idx="49" formatCode="0%">
                  <c:v>2.6521913890153442E-2</c:v>
                </c:pt>
                <c:pt idx="51" formatCode="0%">
                  <c:v>1.0475015620074602E-2</c:v>
                </c:pt>
                <c:pt idx="52" formatCode="0%">
                  <c:v>0.12632106273892257</c:v>
                </c:pt>
                <c:pt idx="53" formatCode="0%">
                  <c:v>0.13868310395551536</c:v>
                </c:pt>
                <c:pt idx="54" formatCode="0%">
                  <c:v>8.6166625545061673E-2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Sheet1!$B$246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Sheet1!$C$242:$BE$242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Sheet1!$C$246:$BE$246</c:f>
              <c:numCache>
                <c:formatCode>General</c:formatCode>
                <c:ptCount val="55"/>
                <c:pt idx="0" formatCode="0%">
                  <c:v>0.15817797194307973</c:v>
                </c:pt>
                <c:pt idx="2" formatCode="0%">
                  <c:v>0.19031650183361876</c:v>
                </c:pt>
                <c:pt idx="3" formatCode="0%">
                  <c:v>0.12279914214355804</c:v>
                </c:pt>
                <c:pt idx="5" formatCode="0%">
                  <c:v>0.18056226683267632</c:v>
                </c:pt>
                <c:pt idx="6" formatCode="0%">
                  <c:v>0.16554028374555041</c:v>
                </c:pt>
                <c:pt idx="7" formatCode="0%">
                  <c:v>0.18007490237652385</c:v>
                </c:pt>
                <c:pt idx="8" formatCode="0%">
                  <c:v>0.10522031150690336</c:v>
                </c:pt>
                <c:pt idx="10" formatCode="0%">
                  <c:v>0.16412330604915262</c:v>
                </c:pt>
                <c:pt idx="11" formatCode="0%">
                  <c:v>0.12394133009348447</c:v>
                </c:pt>
                <c:pt idx="12" formatCode="0%">
                  <c:v>0.19204663670649147</c:v>
                </c:pt>
                <c:pt idx="14" formatCode="0%">
                  <c:v>0.18005859495897714</c:v>
                </c:pt>
                <c:pt idx="15" formatCode="0%">
                  <c:v>0.12494179114912686</c:v>
                </c:pt>
                <c:pt idx="16" formatCode="0%">
                  <c:v>0.18924033784197994</c:v>
                </c:pt>
                <c:pt idx="17" formatCode="0%">
                  <c:v>0.14614191748683092</c:v>
                </c:pt>
                <c:pt idx="19" formatCode="0%">
                  <c:v>0.14162164979471928</c:v>
                </c:pt>
                <c:pt idx="20" formatCode="0%">
                  <c:v>0.18088104406453509</c:v>
                </c:pt>
                <c:pt idx="22" formatCode="0%">
                  <c:v>0.12523011602046599</c:v>
                </c:pt>
                <c:pt idx="23" formatCode="0%">
                  <c:v>0.1844807678862864</c:v>
                </c:pt>
                <c:pt idx="24" formatCode="0%">
                  <c:v>0.15848980632166998</c:v>
                </c:pt>
                <c:pt idx="25" formatCode="0%">
                  <c:v>0.15092860954261111</c:v>
                </c:pt>
                <c:pt idx="27" formatCode="0%">
                  <c:v>0.16609989075512638</c:v>
                </c:pt>
                <c:pt idx="28" formatCode="0%">
                  <c:v>0.12855284742924583</c:v>
                </c:pt>
                <c:pt idx="29" formatCode="0%">
                  <c:v>0.1723800976574788</c:v>
                </c:pt>
                <c:pt idx="31" formatCode="0%">
                  <c:v>0.23019275052802679</c:v>
                </c:pt>
                <c:pt idx="32" formatCode="0%">
                  <c:v>4.5508410509994953E-3</c:v>
                </c:pt>
                <c:pt idx="33" formatCode="0%">
                  <c:v>0.20386287619469048</c:v>
                </c:pt>
                <c:pt idx="34" formatCode="0%">
                  <c:v>0.19507294091257887</c:v>
                </c:pt>
                <c:pt idx="35" formatCode="0%">
                  <c:v>1.3952812782231906E-2</c:v>
                </c:pt>
                <c:pt idx="36" formatCode="0%">
                  <c:v>0.21963409803375333</c:v>
                </c:pt>
                <c:pt idx="38" formatCode="0%">
                  <c:v>6.3850441737399052E-2</c:v>
                </c:pt>
                <c:pt idx="39" formatCode="0%">
                  <c:v>0.10295364932937359</c:v>
                </c:pt>
                <c:pt idx="40" formatCode="0%">
                  <c:v>0.20737153198221128</c:v>
                </c:pt>
                <c:pt idx="41" formatCode="0%">
                  <c:v>0.34147869576095924</c:v>
                </c:pt>
                <c:pt idx="43" formatCode="0%">
                  <c:v>0.22343903784674002</c:v>
                </c:pt>
                <c:pt idx="44" formatCode="0%">
                  <c:v>0.12289497597284207</c:v>
                </c:pt>
                <c:pt idx="46" formatCode="0%">
                  <c:v>0.3211803585567331</c:v>
                </c:pt>
                <c:pt idx="47" formatCode="0%">
                  <c:v>0.12678671948105924</c:v>
                </c:pt>
                <c:pt idx="48" formatCode="0%">
                  <c:v>0.18738839462231746</c:v>
                </c:pt>
                <c:pt idx="49" formatCode="0%">
                  <c:v>3.6530719778729036E-2</c:v>
                </c:pt>
                <c:pt idx="51" formatCode="0%">
                  <c:v>1.8299203482501296E-2</c:v>
                </c:pt>
                <c:pt idx="52" formatCode="0%">
                  <c:v>1.9709890931141526E-2</c:v>
                </c:pt>
                <c:pt idx="53" formatCode="0%">
                  <c:v>0.22879036473153122</c:v>
                </c:pt>
                <c:pt idx="54" formatCode="0%">
                  <c:v>0.25668477623717206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Sheet1!$B$247</c:f>
              <c:strCache>
                <c:ptCount val="1"/>
                <c:pt idx="0">
                  <c:v>No lo conoce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Sheet1!$C$242:$BE$242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Sheet1!$C$247:$BE$247</c:f>
              <c:numCache>
                <c:formatCode>General</c:formatCode>
                <c:ptCount val="55"/>
                <c:pt idx="0" formatCode="0%">
                  <c:v>0.55660610254360154</c:v>
                </c:pt>
                <c:pt idx="2" formatCode="0%">
                  <c:v>0.48857186847617451</c:v>
                </c:pt>
                <c:pt idx="3" formatCode="0%">
                  <c:v>0.63149177238506937</c:v>
                </c:pt>
                <c:pt idx="5" formatCode="0%">
                  <c:v>0.41566205930315386</c:v>
                </c:pt>
                <c:pt idx="6" formatCode="0%">
                  <c:v>0.55789401677192496</c:v>
                </c:pt>
                <c:pt idx="7" formatCode="0%">
                  <c:v>0.61911335712391968</c:v>
                </c:pt>
                <c:pt idx="8" formatCode="0%">
                  <c:v>0.61852381510741572</c:v>
                </c:pt>
                <c:pt idx="10" formatCode="0%">
                  <c:v>0.58959973695430545</c:v>
                </c:pt>
                <c:pt idx="11" formatCode="0%">
                  <c:v>0.59719540225820833</c:v>
                </c:pt>
                <c:pt idx="12" formatCode="0%">
                  <c:v>0.48564274636109206</c:v>
                </c:pt>
                <c:pt idx="14" formatCode="0%">
                  <c:v>0.63498122309050598</c:v>
                </c:pt>
                <c:pt idx="15" formatCode="0%">
                  <c:v>0.48869400110689015</c:v>
                </c:pt>
                <c:pt idx="16" formatCode="0%">
                  <c:v>0.55970993197938268</c:v>
                </c:pt>
                <c:pt idx="17" formatCode="0%">
                  <c:v>0.71106782175018646</c:v>
                </c:pt>
                <c:pt idx="19" formatCode="0%">
                  <c:v>0.55413192500160779</c:v>
                </c:pt>
                <c:pt idx="20" formatCode="0%">
                  <c:v>0.55999885068378941</c:v>
                </c:pt>
                <c:pt idx="22" formatCode="0%">
                  <c:v>0.54203168831314985</c:v>
                </c:pt>
                <c:pt idx="23" formatCode="0%">
                  <c:v>0.48734009811200368</c:v>
                </c:pt>
                <c:pt idx="24" formatCode="0%">
                  <c:v>0.75597361811001595</c:v>
                </c:pt>
                <c:pt idx="25" formatCode="0%">
                  <c:v>0.53270438681110099</c:v>
                </c:pt>
                <c:pt idx="27" formatCode="0%">
                  <c:v>0.52190144659785398</c:v>
                </c:pt>
                <c:pt idx="28" formatCode="0%">
                  <c:v>0.61153591796020912</c:v>
                </c:pt>
                <c:pt idx="29" formatCode="0%">
                  <c:v>0.54465059891623357</c:v>
                </c:pt>
                <c:pt idx="31" formatCode="0%">
                  <c:v>0.50471130215756621</c:v>
                </c:pt>
                <c:pt idx="32" formatCode="0%">
                  <c:v>0.46575531164772399</c:v>
                </c:pt>
                <c:pt idx="33" formatCode="0%">
                  <c:v>0.48178076484669757</c:v>
                </c:pt>
                <c:pt idx="34" formatCode="0%">
                  <c:v>0.69085943805590644</c:v>
                </c:pt>
                <c:pt idx="35" formatCode="0%">
                  <c:v>0.5256694263176438</c:v>
                </c:pt>
                <c:pt idx="36" formatCode="0%">
                  <c:v>0.66415685217435905</c:v>
                </c:pt>
                <c:pt idx="38" formatCode="0%">
                  <c:v>0.73874306328576611</c:v>
                </c:pt>
                <c:pt idx="39" formatCode="0%">
                  <c:v>0.47602515330744694</c:v>
                </c:pt>
                <c:pt idx="40" formatCode="0%">
                  <c:v>0.64470813258392812</c:v>
                </c:pt>
                <c:pt idx="41" formatCode="0%">
                  <c:v>0.51441476789260343</c:v>
                </c:pt>
                <c:pt idx="43" formatCode="0%">
                  <c:v>0.59382130297932045</c:v>
                </c:pt>
                <c:pt idx="44" formatCode="0%">
                  <c:v>0.45573209504895862</c:v>
                </c:pt>
                <c:pt idx="46" formatCode="0%">
                  <c:v>0.52381740244509278</c:v>
                </c:pt>
                <c:pt idx="47" formatCode="0%">
                  <c:v>0.74327119251184859</c:v>
                </c:pt>
                <c:pt idx="48" formatCode="0%">
                  <c:v>0.27703902010996012</c:v>
                </c:pt>
                <c:pt idx="49" formatCode="0%">
                  <c:v>0.61017233258212167</c:v>
                </c:pt>
                <c:pt idx="51" formatCode="0%">
                  <c:v>0.51522719604521938</c:v>
                </c:pt>
                <c:pt idx="52" formatCode="0%">
                  <c:v>0.48213500496281403</c:v>
                </c:pt>
                <c:pt idx="53" formatCode="0%">
                  <c:v>0.55057350467875921</c:v>
                </c:pt>
                <c:pt idx="54" formatCode="0%">
                  <c:v>0.59401059882832719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Sheet1!$B$248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Sheet1!$C$242:$BE$242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Sheet1!$C$248:$BE$248</c:f>
              <c:numCache>
                <c:formatCode>General</c:formatCode>
                <c:ptCount val="55"/>
                <c:pt idx="0" formatCode="0%">
                  <c:v>5.5434798035991537E-2</c:v>
                </c:pt>
                <c:pt idx="2" formatCode="0%">
                  <c:v>6.0269304498798443E-2</c:v>
                </c:pt>
                <c:pt idx="3" formatCode="0%">
                  <c:v>5.0115171474374789E-2</c:v>
                </c:pt>
                <c:pt idx="5" formatCode="0%">
                  <c:v>7.6341040887439749E-3</c:v>
                </c:pt>
                <c:pt idx="6" formatCode="0%">
                  <c:v>2.7198110634566411E-2</c:v>
                </c:pt>
                <c:pt idx="7" formatCode="0%">
                  <c:v>8.9347777457584932E-2</c:v>
                </c:pt>
                <c:pt idx="8" formatCode="0%">
                  <c:v>9.3552997160566684E-2</c:v>
                </c:pt>
                <c:pt idx="10" formatCode="0%">
                  <c:v>9.4551071051946683E-2</c:v>
                </c:pt>
                <c:pt idx="11" formatCode="0%">
                  <c:v>4.3692003880630575E-2</c:v>
                </c:pt>
                <c:pt idx="12" formatCode="0%">
                  <c:v>3.8522514057484553E-2</c:v>
                </c:pt>
                <c:pt idx="14" formatCode="0%">
                  <c:v>6.2782806887310999E-2</c:v>
                </c:pt>
                <c:pt idx="15" formatCode="0%">
                  <c:v>6.4788345190745916E-2</c:v>
                </c:pt>
                <c:pt idx="16" formatCode="0%">
                  <c:v>3.952821817812651E-2</c:v>
                </c:pt>
                <c:pt idx="17" formatCode="0%">
                  <c:v>3.4780080765215576E-2</c:v>
                </c:pt>
                <c:pt idx="19" formatCode="0%">
                  <c:v>6.3174112468468685E-2</c:v>
                </c:pt>
                <c:pt idx="20" formatCode="0%">
                  <c:v>4.4822162442370521E-2</c:v>
                </c:pt>
                <c:pt idx="22" formatCode="0%">
                  <c:v>6.529062455867532E-2</c:v>
                </c:pt>
                <c:pt idx="23" formatCode="0%">
                  <c:v>9.5823298048458169E-2</c:v>
                </c:pt>
                <c:pt idx="24" formatCode="0%">
                  <c:v>1.9071315772144444E-2</c:v>
                </c:pt>
                <c:pt idx="25" formatCode="0%">
                  <c:v>5.5822115396345004E-2</c:v>
                </c:pt>
                <c:pt idx="27" formatCode="0%">
                  <c:v>5.017681434007755E-2</c:v>
                </c:pt>
                <c:pt idx="28" formatCode="0%">
                  <c:v>8.9733746900669042E-2</c:v>
                </c:pt>
                <c:pt idx="29" formatCode="0%">
                  <c:v>5.2045361482789973E-2</c:v>
                </c:pt>
                <c:pt idx="31" formatCode="0%">
                  <c:v>5.560331921993851E-2</c:v>
                </c:pt>
                <c:pt idx="32" formatCode="0%">
                  <c:v>5.0936992321907085E-2</c:v>
                </c:pt>
                <c:pt idx="33" formatCode="0%">
                  <c:v>5.000303416590085E-2</c:v>
                </c:pt>
                <c:pt idx="34" formatCode="0%">
                  <c:v>7.5509640667771202E-2</c:v>
                </c:pt>
                <c:pt idx="35" formatCode="0%">
                  <c:v>2.0605523073562171E-3</c:v>
                </c:pt>
                <c:pt idx="36" formatCode="0%">
                  <c:v>5.5189663360915804E-2</c:v>
                </c:pt>
                <c:pt idx="38" formatCode="0%">
                  <c:v>6.4697308161714984E-2</c:v>
                </c:pt>
                <c:pt idx="39" formatCode="0%">
                  <c:v>4.4381199845541043E-2</c:v>
                </c:pt>
                <c:pt idx="40" formatCode="0%">
                  <c:v>3.8354618281881366E-2</c:v>
                </c:pt>
                <c:pt idx="41" formatCode="0%">
                  <c:v>7.8937764317220258E-2</c:v>
                </c:pt>
                <c:pt idx="43" formatCode="0%">
                  <c:v>6.8990000810481039E-2</c:v>
                </c:pt>
                <c:pt idx="44" formatCode="0%">
                  <c:v>3.8008785756497056E-2</c:v>
                </c:pt>
                <c:pt idx="46" formatCode="0%">
                  <c:v>5.0021752205685173E-2</c:v>
                </c:pt>
                <c:pt idx="47" formatCode="0%">
                  <c:v>7.6731509703426432E-2</c:v>
                </c:pt>
                <c:pt idx="48" formatCode="0%">
                  <c:v>3.1381745631062191E-2</c:v>
                </c:pt>
                <c:pt idx="49" formatCode="0%">
                  <c:v>5.4827590871665499E-2</c:v>
                </c:pt>
                <c:pt idx="51" formatCode="0%">
                  <c:v>6.4295162255975091E-2</c:v>
                </c:pt>
                <c:pt idx="52" formatCode="0%">
                  <c:v>7.1186067792453345E-2</c:v>
                </c:pt>
                <c:pt idx="53" formatCode="0%">
                  <c:v>6.9215449890298444E-2</c:v>
                </c:pt>
                <c:pt idx="54" formatCode="0%">
                  <c:v>3.9480588755406429E-2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825-496F-8F83-022F45CFE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87608"/>
        <c:axId val="390686824"/>
      </c:barChart>
      <c:catAx>
        <c:axId val="390687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86824"/>
        <c:crosses val="autoZero"/>
        <c:auto val="1"/>
        <c:lblAlgn val="ctr"/>
        <c:lblOffset val="100"/>
        <c:noMultiLvlLbl val="0"/>
      </c:catAx>
      <c:valAx>
        <c:axId val="39068682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87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926428692507996"/>
          <c:h val="3.7975080168766294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Sheet1!$B$251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Sheet1!$C$250:$BE$250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Sheet1!$C$251:$BE$251</c:f>
              <c:numCache>
                <c:formatCode>General</c:formatCode>
                <c:ptCount val="55"/>
                <c:pt idx="0" formatCode="0%">
                  <c:v>7.6736413329967001E-2</c:v>
                </c:pt>
                <c:pt idx="2" formatCode="0%">
                  <c:v>5.5169704192674203E-2</c:v>
                </c:pt>
                <c:pt idx="3" formatCode="0%">
                  <c:v>0.10052247612045594</c:v>
                </c:pt>
                <c:pt idx="5" formatCode="0%">
                  <c:v>1.0686342285488709E-2</c:v>
                </c:pt>
                <c:pt idx="6" formatCode="0%">
                  <c:v>0.10282414867194128</c:v>
                </c:pt>
                <c:pt idx="7" formatCode="0%">
                  <c:v>0.11036486509198234</c:v>
                </c:pt>
                <c:pt idx="8" formatCode="0%">
                  <c:v>7.3443203836301416E-2</c:v>
                </c:pt>
                <c:pt idx="10" formatCode="0%">
                  <c:v>7.3691418716980886E-2</c:v>
                </c:pt>
                <c:pt idx="11" formatCode="0%">
                  <c:v>6.8526795217236369E-2</c:v>
                </c:pt>
                <c:pt idx="12" formatCode="0%">
                  <c:v>8.8305820461244758E-2</c:v>
                </c:pt>
                <c:pt idx="14" formatCode="0%">
                  <c:v>3.4298775530474293E-2</c:v>
                </c:pt>
                <c:pt idx="15" formatCode="0%">
                  <c:v>5.6533449669794879E-2</c:v>
                </c:pt>
                <c:pt idx="16" formatCode="0%">
                  <c:v>0.13803699894933902</c:v>
                </c:pt>
                <c:pt idx="17" formatCode="0%">
                  <c:v>9.9408765731076057E-2</c:v>
                </c:pt>
                <c:pt idx="19" formatCode="0%">
                  <c:v>8.231241824124734E-2</c:v>
                </c:pt>
                <c:pt idx="20" formatCode="0%">
                  <c:v>6.9099500023176649E-2</c:v>
                </c:pt>
                <c:pt idx="22" formatCode="0%">
                  <c:v>8.4502332204529795E-2</c:v>
                </c:pt>
                <c:pt idx="23" formatCode="0%">
                  <c:v>6.7079190243347298E-2</c:v>
                </c:pt>
                <c:pt idx="24" formatCode="0%">
                  <c:v>3.0686456934570492E-3</c:v>
                </c:pt>
                <c:pt idx="25" formatCode="0%">
                  <c:v>0.11982221228492682</c:v>
                </c:pt>
                <c:pt idx="27" formatCode="0%">
                  <c:v>6.3457569631102204E-2</c:v>
                </c:pt>
                <c:pt idx="28" formatCode="0%">
                  <c:v>0.10501895144237702</c:v>
                </c:pt>
                <c:pt idx="29" formatCode="0%">
                  <c:v>7.9497618112159732E-2</c:v>
                </c:pt>
                <c:pt idx="31" formatCode="0%">
                  <c:v>5.7219322330155482E-2</c:v>
                </c:pt>
                <c:pt idx="32" formatCode="0%">
                  <c:v>6.348025559601009E-3</c:v>
                </c:pt>
                <c:pt idx="33" formatCode="0%">
                  <c:v>4.1707945626022117E-4</c:v>
                </c:pt>
                <c:pt idx="34" formatCode="0%">
                  <c:v>0.18223839435555206</c:v>
                </c:pt>
                <c:pt idx="35" formatCode="0%">
                  <c:v>8.1697094331801695E-3</c:v>
                </c:pt>
                <c:pt idx="36" formatCode="0%">
                  <c:v>0.20445905491617328</c:v>
                </c:pt>
                <c:pt idx="38" formatCode="0%">
                  <c:v>4.670757628467785E-3</c:v>
                </c:pt>
                <c:pt idx="39" formatCode="0%">
                  <c:v>3.8404530910912896E-3</c:v>
                </c:pt>
                <c:pt idx="40" formatCode="0%">
                  <c:v>0.11765389516693943</c:v>
                </c:pt>
                <c:pt idx="41" formatCode="0%">
                  <c:v>0.27419535676152645</c:v>
                </c:pt>
                <c:pt idx="43" formatCode="0%">
                  <c:v>0.17086249997399161</c:v>
                </c:pt>
                <c:pt idx="44" formatCode="0%">
                  <c:v>3.8593519993315134E-3</c:v>
                </c:pt>
                <c:pt idx="46" formatCode="0%">
                  <c:v>0.18798831588600728</c:v>
                </c:pt>
                <c:pt idx="47" formatCode="0%">
                  <c:v>9.5048806745936451E-2</c:v>
                </c:pt>
                <c:pt idx="48" formatCode="0%">
                  <c:v>6.7286376960796175E-3</c:v>
                </c:pt>
                <c:pt idx="49" formatCode="0%">
                  <c:v>6.496998932953784E-3</c:v>
                </c:pt>
                <c:pt idx="51" formatCode="0%">
                  <c:v>5.2067139857817236E-3</c:v>
                </c:pt>
                <c:pt idx="52" formatCode="0%">
                  <c:v>6.2057348011221149E-3</c:v>
                </c:pt>
                <c:pt idx="53" formatCode="0%">
                  <c:v>5.5215604644970936E-3</c:v>
                </c:pt>
                <c:pt idx="54" formatCode="0%">
                  <c:v>0.15630972594114226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Sheet1!$B$252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Sheet1!$C$250:$BE$250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Sheet1!$C$252:$BE$252</c:f>
              <c:numCache>
                <c:formatCode>General</c:formatCode>
                <c:ptCount val="55"/>
                <c:pt idx="0" formatCode="0%">
                  <c:v>0.28615689061042421</c:v>
                </c:pt>
                <c:pt idx="2" formatCode="0%">
                  <c:v>0.27373632981287116</c:v>
                </c:pt>
                <c:pt idx="3" formatCode="0%">
                  <c:v>0.2998007389761953</c:v>
                </c:pt>
                <c:pt idx="5" formatCode="0%">
                  <c:v>0.13799398307217506</c:v>
                </c:pt>
                <c:pt idx="6" formatCode="0%">
                  <c:v>0.43316091302580129</c:v>
                </c:pt>
                <c:pt idx="7" formatCode="0%">
                  <c:v>0.28461653731685599</c:v>
                </c:pt>
                <c:pt idx="8" formatCode="0%">
                  <c:v>0.26723499706594656</c:v>
                </c:pt>
                <c:pt idx="10" formatCode="0%">
                  <c:v>0.32973261156806954</c:v>
                </c:pt>
                <c:pt idx="11" formatCode="0%">
                  <c:v>0.25068326494472054</c:v>
                </c:pt>
                <c:pt idx="12" formatCode="0%">
                  <c:v>0.292469203081413</c:v>
                </c:pt>
                <c:pt idx="14" formatCode="0%">
                  <c:v>0.21934341767859744</c:v>
                </c:pt>
                <c:pt idx="15" formatCode="0%">
                  <c:v>0.29035646020264716</c:v>
                </c:pt>
                <c:pt idx="16" formatCode="0%">
                  <c:v>0.3395605194159057</c:v>
                </c:pt>
                <c:pt idx="17" formatCode="0%">
                  <c:v>0.2675499597218941</c:v>
                </c:pt>
                <c:pt idx="19" formatCode="0%">
                  <c:v>0.2564409107321709</c:v>
                </c:pt>
                <c:pt idx="20" formatCode="0%">
                  <c:v>0.32685598714411718</c:v>
                </c:pt>
                <c:pt idx="22" formatCode="0%">
                  <c:v>0.21827669408799877</c:v>
                </c:pt>
                <c:pt idx="23" formatCode="0%">
                  <c:v>0.2939553204858143</c:v>
                </c:pt>
                <c:pt idx="24" formatCode="0%">
                  <c:v>0.29910056900978077</c:v>
                </c:pt>
                <c:pt idx="25" formatCode="0%">
                  <c:v>0.28797231754835106</c:v>
                </c:pt>
                <c:pt idx="27" formatCode="0%">
                  <c:v>0.24730475201529092</c:v>
                </c:pt>
                <c:pt idx="28" formatCode="0%">
                  <c:v>0.27430145232225872</c:v>
                </c:pt>
                <c:pt idx="29" formatCode="0%">
                  <c:v>0.31933710652394692</c:v>
                </c:pt>
                <c:pt idx="31" formatCode="0%">
                  <c:v>0.40325851366232135</c:v>
                </c:pt>
                <c:pt idx="32" formatCode="0%">
                  <c:v>1.1401038076182817E-2</c:v>
                </c:pt>
                <c:pt idx="33" formatCode="0%">
                  <c:v>8.6609713142927175E-2</c:v>
                </c:pt>
                <c:pt idx="34" formatCode="0%">
                  <c:v>0.33643458701157458</c:v>
                </c:pt>
                <c:pt idx="35" formatCode="0%">
                  <c:v>0.34563406493284093</c:v>
                </c:pt>
                <c:pt idx="36" formatCode="0%">
                  <c:v>0.43517157896099784</c:v>
                </c:pt>
                <c:pt idx="38" formatCode="0%">
                  <c:v>8.0757544090481609E-2</c:v>
                </c:pt>
                <c:pt idx="39" formatCode="0%">
                  <c:v>0.11032865792292477</c:v>
                </c:pt>
                <c:pt idx="40" formatCode="0%">
                  <c:v>0.42286469253009967</c:v>
                </c:pt>
                <c:pt idx="41" formatCode="0%">
                  <c:v>0.6146202733396704</c:v>
                </c:pt>
                <c:pt idx="43" formatCode="0%">
                  <c:v>0.47377741451615379</c:v>
                </c:pt>
                <c:pt idx="44" formatCode="0%">
                  <c:v>0.11346954276064952</c:v>
                </c:pt>
                <c:pt idx="46" formatCode="0%">
                  <c:v>0.56508597417605921</c:v>
                </c:pt>
                <c:pt idx="47" formatCode="0%">
                  <c:v>0.49461252267942302</c:v>
                </c:pt>
                <c:pt idx="48" formatCode="0%">
                  <c:v>7.0427850568192424E-2</c:v>
                </c:pt>
                <c:pt idx="49" formatCode="0%">
                  <c:v>3.0761481441499115E-2</c:v>
                </c:pt>
                <c:pt idx="51" formatCode="0%">
                  <c:v>4.1075247258914545E-2</c:v>
                </c:pt>
                <c:pt idx="52" formatCode="0%">
                  <c:v>6.0149389114272721E-2</c:v>
                </c:pt>
                <c:pt idx="53" formatCode="0%">
                  <c:v>0.27508635190509706</c:v>
                </c:pt>
                <c:pt idx="54" formatCode="0%">
                  <c:v>0.48489256453969448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Sheet1!$B$253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Sheet1!$C$250:$BE$250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Sheet1!$C$253:$BE$253</c:f>
              <c:numCache>
                <c:formatCode>General</c:formatCode>
                <c:ptCount val="55"/>
                <c:pt idx="0" formatCode="0%">
                  <c:v>0.23649935565194335</c:v>
                </c:pt>
                <c:pt idx="2" formatCode="0%">
                  <c:v>0.24200643902497251</c:v>
                </c:pt>
                <c:pt idx="3" formatCode="0%">
                  <c:v>0.23044414371672492</c:v>
                </c:pt>
                <c:pt idx="5" formatCode="0%">
                  <c:v>0.4675356518314922</c:v>
                </c:pt>
                <c:pt idx="6" formatCode="0%">
                  <c:v>0.12862076543792822</c:v>
                </c:pt>
                <c:pt idx="7" formatCode="0%">
                  <c:v>0.20702806888982189</c:v>
                </c:pt>
                <c:pt idx="8" formatCode="0%">
                  <c:v>0.16954055791406136</c:v>
                </c:pt>
                <c:pt idx="10" formatCode="0%">
                  <c:v>0.18621199920502149</c:v>
                </c:pt>
                <c:pt idx="11" formatCode="0%">
                  <c:v>0.28511919878388486</c:v>
                </c:pt>
                <c:pt idx="12" formatCode="0%">
                  <c:v>0.22058207833392113</c:v>
                </c:pt>
                <c:pt idx="14" formatCode="0%">
                  <c:v>0.26047866119436003</c:v>
                </c:pt>
                <c:pt idx="15" formatCode="0%">
                  <c:v>0.23611771147104599</c:v>
                </c:pt>
                <c:pt idx="16" formatCode="0%">
                  <c:v>0.20703738138263636</c:v>
                </c:pt>
                <c:pt idx="17" formatCode="0%">
                  <c:v>0.30122177920492316</c:v>
                </c:pt>
                <c:pt idx="19" formatCode="0%">
                  <c:v>0.20159371370229232</c:v>
                </c:pt>
                <c:pt idx="20" formatCode="0%">
                  <c:v>0.28430622916241466</c:v>
                </c:pt>
                <c:pt idx="22" formatCode="0%">
                  <c:v>0.19642191472139137</c:v>
                </c:pt>
                <c:pt idx="23" formatCode="0%">
                  <c:v>0.24280574004017869</c:v>
                </c:pt>
                <c:pt idx="24" formatCode="0%">
                  <c:v>0.38919619058355837</c:v>
                </c:pt>
                <c:pt idx="25" formatCode="0%">
                  <c:v>0.26102513715455883</c:v>
                </c:pt>
                <c:pt idx="27" formatCode="0%">
                  <c:v>0.24857456963468383</c:v>
                </c:pt>
                <c:pt idx="28" formatCode="0%">
                  <c:v>0.20287753494665511</c:v>
                </c:pt>
                <c:pt idx="29" formatCode="0%">
                  <c:v>0.33850069852273246</c:v>
                </c:pt>
                <c:pt idx="31" formatCode="0%">
                  <c:v>0.16633993207711825</c:v>
                </c:pt>
                <c:pt idx="32" formatCode="0%">
                  <c:v>0.32029169408214309</c:v>
                </c:pt>
                <c:pt idx="33" formatCode="0%">
                  <c:v>0.31481220252820874</c:v>
                </c:pt>
                <c:pt idx="34" formatCode="0%">
                  <c:v>0.33910448120792613</c:v>
                </c:pt>
                <c:pt idx="35" formatCode="0%">
                  <c:v>0.48635652538664798</c:v>
                </c:pt>
                <c:pt idx="36" formatCode="0%">
                  <c:v>0.1636530487394601</c:v>
                </c:pt>
                <c:pt idx="38" formatCode="0%">
                  <c:v>0.51462129683327007</c:v>
                </c:pt>
                <c:pt idx="39" formatCode="0%">
                  <c:v>0.27675937787667265</c:v>
                </c:pt>
                <c:pt idx="40" formatCode="0%">
                  <c:v>0.17658574678565009</c:v>
                </c:pt>
                <c:pt idx="41" formatCode="0%">
                  <c:v>3.9079713872995414E-2</c:v>
                </c:pt>
                <c:pt idx="43" formatCode="0%">
                  <c:v>0.18005694081474574</c:v>
                </c:pt>
                <c:pt idx="44" formatCode="0%">
                  <c:v>0.30516518116239977</c:v>
                </c:pt>
                <c:pt idx="46" formatCode="0%">
                  <c:v>8.1762493093837138E-2</c:v>
                </c:pt>
                <c:pt idx="47" formatCode="0%">
                  <c:v>0.21042181157060283</c:v>
                </c:pt>
                <c:pt idx="48" formatCode="0%">
                  <c:v>0.58319633111066238</c:v>
                </c:pt>
                <c:pt idx="49" formatCode="0%">
                  <c:v>0.25249143453317402</c:v>
                </c:pt>
                <c:pt idx="51" formatCode="0%">
                  <c:v>0.18357455345152668</c:v>
                </c:pt>
                <c:pt idx="52" formatCode="0%">
                  <c:v>0.42595571706691954</c:v>
                </c:pt>
                <c:pt idx="53" formatCode="0%">
                  <c:v>0.35295194286297538</c:v>
                </c:pt>
                <c:pt idx="54" formatCode="0%">
                  <c:v>0.14476874333056899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Sheet1!$B$254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Sheet1!$C$250:$BE$250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Sheet1!$C$254:$BE$254</c:f>
              <c:numCache>
                <c:formatCode>General</c:formatCode>
                <c:ptCount val="55"/>
                <c:pt idx="0" formatCode="0%">
                  <c:v>0.21194587371298579</c:v>
                </c:pt>
                <c:pt idx="2" formatCode="0%">
                  <c:v>0.20358116016389138</c:v>
                </c:pt>
                <c:pt idx="3" formatCode="0%">
                  <c:v>0.22118449749417068</c:v>
                </c:pt>
                <c:pt idx="5" formatCode="0%">
                  <c:v>0.16976602988980272</c:v>
                </c:pt>
                <c:pt idx="6" formatCode="0%">
                  <c:v>0.15045598501953078</c:v>
                </c:pt>
                <c:pt idx="7" formatCode="0%">
                  <c:v>0.25198351689277243</c:v>
                </c:pt>
                <c:pt idx="8" formatCode="0%">
                  <c:v>0.27411498793556099</c:v>
                </c:pt>
                <c:pt idx="10" formatCode="0%">
                  <c:v>0.22894875226426081</c:v>
                </c:pt>
                <c:pt idx="11" formatCode="0%">
                  <c:v>0.20676133325803309</c:v>
                </c:pt>
                <c:pt idx="12" formatCode="0%">
                  <c:v>0.20468114095713869</c:v>
                </c:pt>
                <c:pt idx="14" formatCode="0%">
                  <c:v>0.26523735679290183</c:v>
                </c:pt>
                <c:pt idx="15" formatCode="0%">
                  <c:v>0.20066928059595196</c:v>
                </c:pt>
                <c:pt idx="16" formatCode="0%">
                  <c:v>0.19343265606491472</c:v>
                </c:pt>
                <c:pt idx="17" formatCode="0%">
                  <c:v>0.13512367251496699</c:v>
                </c:pt>
                <c:pt idx="19" formatCode="0%">
                  <c:v>0.2456578793850159</c:v>
                </c:pt>
                <c:pt idx="20" formatCode="0%">
                  <c:v>0.16577380808325848</c:v>
                </c:pt>
                <c:pt idx="22" formatCode="0%">
                  <c:v>0.26673505256127306</c:v>
                </c:pt>
                <c:pt idx="23" formatCode="0%">
                  <c:v>0.25948410352819479</c:v>
                </c:pt>
                <c:pt idx="24" formatCode="0%">
                  <c:v>6.3564584081001463E-2</c:v>
                </c:pt>
                <c:pt idx="25" formatCode="0%">
                  <c:v>0.15839063698035952</c:v>
                </c:pt>
                <c:pt idx="27" formatCode="0%">
                  <c:v>0.19590849494824</c:v>
                </c:pt>
                <c:pt idx="28" formatCode="0%">
                  <c:v>0.24297483433492453</c:v>
                </c:pt>
                <c:pt idx="29" formatCode="0%">
                  <c:v>0.13532894591582406</c:v>
                </c:pt>
                <c:pt idx="31" formatCode="0%">
                  <c:v>0.12428722783851416</c:v>
                </c:pt>
                <c:pt idx="32" formatCode="0%">
                  <c:v>0.54628281528364797</c:v>
                </c:pt>
                <c:pt idx="33" formatCode="0%">
                  <c:v>0.33576088627095835</c:v>
                </c:pt>
                <c:pt idx="34" formatCode="0%">
                  <c:v>5.9268619142949759E-3</c:v>
                </c:pt>
                <c:pt idx="35" formatCode="0%">
                  <c:v>7.7510961661688096E-2</c:v>
                </c:pt>
                <c:pt idx="36" formatCode="0%">
                  <c:v>3.4943127421413415E-2</c:v>
                </c:pt>
                <c:pt idx="38" formatCode="0%">
                  <c:v>0.11807220605538596</c:v>
                </c:pt>
                <c:pt idx="39" formatCode="0%">
                  <c:v>0.42097311595488035</c:v>
                </c:pt>
                <c:pt idx="40" formatCode="0%">
                  <c:v>9.1274331838395992E-2</c:v>
                </c:pt>
                <c:pt idx="41" formatCode="0%">
                  <c:v>3.4672296248697054E-2</c:v>
                </c:pt>
                <c:pt idx="43" formatCode="0%">
                  <c:v>6.4615016695074703E-2</c:v>
                </c:pt>
                <c:pt idx="44" formatCode="0%">
                  <c:v>0.39982773533732952</c:v>
                </c:pt>
                <c:pt idx="46" formatCode="0%">
                  <c:v>1.162850059481107E-2</c:v>
                </c:pt>
                <c:pt idx="47" formatCode="0%">
                  <c:v>5.0588479957295054E-2</c:v>
                </c:pt>
                <c:pt idx="48" formatCode="0%">
                  <c:v>0.16456806629937687</c:v>
                </c:pt>
                <c:pt idx="49" formatCode="0%">
                  <c:v>0.51324491789990123</c:v>
                </c:pt>
                <c:pt idx="51" formatCode="0%">
                  <c:v>0.61951892796343866</c:v>
                </c:pt>
                <c:pt idx="52" formatCode="0%">
                  <c:v>0.3384628420767668</c:v>
                </c:pt>
                <c:pt idx="53" formatCode="0%">
                  <c:v>0.11655445410608546</c:v>
                </c:pt>
                <c:pt idx="54" formatCode="0%">
                  <c:v>4.2183027294541313E-2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Sheet1!$B$255</c:f>
              <c:strCache>
                <c:ptCount val="1"/>
                <c:pt idx="0">
                  <c:v>No lo conoce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Sheet1!$C$250:$BE$250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Sheet1!$C$255:$BE$255</c:f>
              <c:numCache>
                <c:formatCode>General</c:formatCode>
                <c:ptCount val="55"/>
                <c:pt idx="0" formatCode="0%">
                  <c:v>0.16547215433194545</c:v>
                </c:pt>
                <c:pt idx="2" formatCode="0%">
                  <c:v>0.20256596304694865</c:v>
                </c:pt>
                <c:pt idx="3" formatCode="0%">
                  <c:v>0.12458268957662051</c:v>
                </c:pt>
                <c:pt idx="5" formatCode="0%">
                  <c:v>0.21401799292104148</c:v>
                </c:pt>
                <c:pt idx="6" formatCode="0%">
                  <c:v>0.18179542279102673</c:v>
                </c:pt>
                <c:pt idx="7" formatCode="0%">
                  <c:v>0.12795146840492028</c:v>
                </c:pt>
                <c:pt idx="8" formatCode="0%">
                  <c:v>0.14348400613266815</c:v>
                </c:pt>
                <c:pt idx="10" formatCode="0%">
                  <c:v>0.15296845789817512</c:v>
                </c:pt>
                <c:pt idx="11" formatCode="0%">
                  <c:v>0.16363505725486691</c:v>
                </c:pt>
                <c:pt idx="12" formatCode="0%">
                  <c:v>0.17716309833525076</c:v>
                </c:pt>
                <c:pt idx="14" formatCode="0%">
                  <c:v>0.20751744729081856</c:v>
                </c:pt>
                <c:pt idx="15" formatCode="0%">
                  <c:v>0.18794989678735544</c:v>
                </c:pt>
                <c:pt idx="16" formatCode="0%">
                  <c:v>9.5817234597108503E-2</c:v>
                </c:pt>
                <c:pt idx="17" formatCode="0%">
                  <c:v>0.1829498094127944</c:v>
                </c:pt>
                <c:pt idx="19" formatCode="0%">
                  <c:v>0.19426255853431659</c:v>
                </c:pt>
                <c:pt idx="20" formatCode="0%">
                  <c:v>0.12604072906254563</c:v>
                </c:pt>
                <c:pt idx="22" formatCode="0%">
                  <c:v>0.22243476126681949</c:v>
                </c:pt>
                <c:pt idx="23" formatCode="0%">
                  <c:v>0.13062271421051033</c:v>
                </c:pt>
                <c:pt idx="24" formatCode="0%">
                  <c:v>0.24002879299423494</c:v>
                </c:pt>
                <c:pt idx="25" formatCode="0%">
                  <c:v>0.12976538130118953</c:v>
                </c:pt>
                <c:pt idx="27" formatCode="0%">
                  <c:v>0.24017862907851581</c:v>
                </c:pt>
                <c:pt idx="28" formatCode="0%">
                  <c:v>0.15081410559844083</c:v>
                </c:pt>
                <c:pt idx="29" formatCode="0%">
                  <c:v>8.9033555914065907E-2</c:v>
                </c:pt>
                <c:pt idx="31" formatCode="0%">
                  <c:v>0.21765542284950898</c:v>
                </c:pt>
                <c:pt idx="32" formatCode="0%">
                  <c:v>0.10291097134877697</c:v>
                </c:pt>
                <c:pt idx="33" formatCode="0%">
                  <c:v>0.21540631495227625</c:v>
                </c:pt>
                <c:pt idx="34" formatCode="0%">
                  <c:v>0.13628229593714491</c:v>
                </c:pt>
                <c:pt idx="35" formatCode="0%">
                  <c:v>7.5058359291514873E-2</c:v>
                </c:pt>
                <c:pt idx="36" formatCode="0%">
                  <c:v>0.15212819721240076</c:v>
                </c:pt>
                <c:pt idx="38" formatCode="0%">
                  <c:v>0.25212689580403697</c:v>
                </c:pt>
                <c:pt idx="39" formatCode="0%">
                  <c:v>0.16149365912852701</c:v>
                </c:pt>
                <c:pt idx="40" formatCode="0%">
                  <c:v>0.16998144788084268</c:v>
                </c:pt>
                <c:pt idx="41" formatCode="0%">
                  <c:v>2.0877193118092864E-2</c:v>
                </c:pt>
                <c:pt idx="43" formatCode="0%">
                  <c:v>9.9339716396252789E-2</c:v>
                </c:pt>
                <c:pt idx="44" formatCode="0%">
                  <c:v>0.15517983104502292</c:v>
                </c:pt>
                <c:pt idx="46" formatCode="0%">
                  <c:v>0.14251919047627534</c:v>
                </c:pt>
                <c:pt idx="47" formatCode="0%">
                  <c:v>0.13423656084580601</c:v>
                </c:pt>
                <c:pt idx="48" formatCode="0%">
                  <c:v>0.160657149230994</c:v>
                </c:pt>
                <c:pt idx="49" formatCode="0%">
                  <c:v>0.16285129884747832</c:v>
                </c:pt>
                <c:pt idx="51" formatCode="0%">
                  <c:v>0.13065693529202452</c:v>
                </c:pt>
                <c:pt idx="52" formatCode="0%">
                  <c:v>0.11830099220947353</c:v>
                </c:pt>
                <c:pt idx="53" formatCode="0%">
                  <c:v>0.22529727944905095</c:v>
                </c:pt>
                <c:pt idx="54" formatCode="0%">
                  <c:v>0.16337342062072732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Sheet1!$B$256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Sheet1!$C$250:$BE$250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Sheet1!$C$256:$BE$256</c:f>
              <c:numCache>
                <c:formatCode>General</c:formatCode>
                <c:ptCount val="55"/>
                <c:pt idx="0" formatCode="0%">
                  <c:v>2.3189312362734957E-2</c:v>
                </c:pt>
                <c:pt idx="2" formatCode="0%">
                  <c:v>2.2940403758642976E-2</c:v>
                </c:pt>
                <c:pt idx="3" formatCode="0%">
                  <c:v>2.3465454115831785E-2</c:v>
                </c:pt>
                <c:pt idx="5" formatCode="0%">
                  <c:v>0</c:v>
                </c:pt>
                <c:pt idx="6" formatCode="0%">
                  <c:v>3.1427650537716005E-3</c:v>
                </c:pt>
                <c:pt idx="7" formatCode="0%">
                  <c:v>1.8055543403646748E-2</c:v>
                </c:pt>
                <c:pt idx="8" formatCode="0%">
                  <c:v>7.2182247115460146E-2</c:v>
                </c:pt>
                <c:pt idx="10" formatCode="0%">
                  <c:v>2.8446760347491443E-2</c:v>
                </c:pt>
                <c:pt idx="11" formatCode="0%">
                  <c:v>2.5274350541257526E-2</c:v>
                </c:pt>
                <c:pt idx="12" formatCode="0%">
                  <c:v>1.6798658831031311E-2</c:v>
                </c:pt>
                <c:pt idx="14" formatCode="0%">
                  <c:v>1.3124341512846905E-2</c:v>
                </c:pt>
                <c:pt idx="15" formatCode="0%">
                  <c:v>2.8373201273203884E-2</c:v>
                </c:pt>
                <c:pt idx="16" formatCode="0%">
                  <c:v>2.6115209590096045E-2</c:v>
                </c:pt>
                <c:pt idx="17" formatCode="0%">
                  <c:v>1.3746013414345431E-2</c:v>
                </c:pt>
                <c:pt idx="19" formatCode="0%">
                  <c:v>1.9732519404957641E-2</c:v>
                </c:pt>
                <c:pt idx="20" formatCode="0%">
                  <c:v>2.7923746524487977E-2</c:v>
                </c:pt>
                <c:pt idx="22" formatCode="0%">
                  <c:v>1.1629245157986851E-2</c:v>
                </c:pt>
                <c:pt idx="23" formatCode="0%">
                  <c:v>6.0529314919543532E-3</c:v>
                </c:pt>
                <c:pt idx="24" formatCode="0%">
                  <c:v>5.0412176379670591E-3</c:v>
                </c:pt>
                <c:pt idx="25" formatCode="0%">
                  <c:v>4.3024314730614466E-2</c:v>
                </c:pt>
                <c:pt idx="27" formatCode="0%">
                  <c:v>4.5759846921672627E-3</c:v>
                </c:pt>
                <c:pt idx="28" formatCode="0%">
                  <c:v>2.4013121355343271E-2</c:v>
                </c:pt>
                <c:pt idx="29" formatCode="0%">
                  <c:v>3.8302075011271287E-2</c:v>
                </c:pt>
                <c:pt idx="31" formatCode="0%">
                  <c:v>3.123958124238153E-2</c:v>
                </c:pt>
                <c:pt idx="32" formatCode="0%">
                  <c:v>1.2765455649648018E-2</c:v>
                </c:pt>
                <c:pt idx="33" formatCode="0%">
                  <c:v>4.6993803649369559E-2</c:v>
                </c:pt>
                <c:pt idx="34" formatCode="0%">
                  <c:v>1.3379573506766195E-5</c:v>
                </c:pt>
                <c:pt idx="35" formatCode="0%">
                  <c:v>7.2703792941276966E-3</c:v>
                </c:pt>
                <c:pt idx="36" formatCode="0%">
                  <c:v>9.644992749554571E-3</c:v>
                </c:pt>
                <c:pt idx="38" formatCode="0%">
                  <c:v>2.9751299588357458E-2</c:v>
                </c:pt>
                <c:pt idx="39" formatCode="0%">
                  <c:v>2.6604736025904144E-2</c:v>
                </c:pt>
                <c:pt idx="40" formatCode="0%">
                  <c:v>2.1639885798071391E-2</c:v>
                </c:pt>
                <c:pt idx="41" formatCode="0%">
                  <c:v>1.6555166659017594E-2</c:v>
                </c:pt>
                <c:pt idx="43" formatCode="0%">
                  <c:v>1.1348411603781347E-2</c:v>
                </c:pt>
                <c:pt idx="44" formatCode="0%">
                  <c:v>2.2498357695267233E-2</c:v>
                </c:pt>
                <c:pt idx="46" formatCode="0%">
                  <c:v>1.1015525773009696E-2</c:v>
                </c:pt>
                <c:pt idx="47" formatCode="0%">
                  <c:v>1.509181820093632E-2</c:v>
                </c:pt>
                <c:pt idx="48" formatCode="0%">
                  <c:v>1.4421965094694865E-2</c:v>
                </c:pt>
                <c:pt idx="49" formatCode="0%">
                  <c:v>3.4153868344993649E-2</c:v>
                </c:pt>
                <c:pt idx="51" formatCode="0%">
                  <c:v>1.9967622048313784E-2</c:v>
                </c:pt>
                <c:pt idx="52" formatCode="0%">
                  <c:v>5.0925324731445121E-2</c:v>
                </c:pt>
                <c:pt idx="53" formatCode="0%">
                  <c:v>2.4588411212294169E-2</c:v>
                </c:pt>
                <c:pt idx="54" formatCode="0%">
                  <c:v>8.4725182733252028E-3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825-496F-8F83-022F45CFE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89960"/>
        <c:axId val="390690352"/>
      </c:barChart>
      <c:catAx>
        <c:axId val="390689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90352"/>
        <c:crosses val="autoZero"/>
        <c:auto val="1"/>
        <c:lblAlgn val="ctr"/>
        <c:lblOffset val="100"/>
        <c:noMultiLvlLbl val="0"/>
      </c:catAx>
      <c:valAx>
        <c:axId val="39069035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89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926428692507996"/>
          <c:h val="3.7975080168766294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Sheet1!$B$259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Sheet1!$C$258:$BE$258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Sheet1!$C$259:$BE$259</c:f>
              <c:numCache>
                <c:formatCode>General</c:formatCode>
                <c:ptCount val="55"/>
                <c:pt idx="0" formatCode="0%">
                  <c:v>1.2071997923460481E-2</c:v>
                </c:pt>
                <c:pt idx="2" formatCode="0%">
                  <c:v>1.5386778712381845E-2</c:v>
                </c:pt>
                <c:pt idx="3" formatCode="0%">
                  <c:v>8.4085247132458987E-3</c:v>
                </c:pt>
                <c:pt idx="5" formatCode="0%">
                  <c:v>1.477705624698614E-2</c:v>
                </c:pt>
                <c:pt idx="6" formatCode="0%">
                  <c:v>9.0052544199667895E-4</c:v>
                </c:pt>
                <c:pt idx="7" formatCode="0%">
                  <c:v>9.4857550231576271E-3</c:v>
                </c:pt>
                <c:pt idx="8" formatCode="0%">
                  <c:v>2.453668050698668E-2</c:v>
                </c:pt>
                <c:pt idx="10" formatCode="0%">
                  <c:v>1.8511931712176122E-2</c:v>
                </c:pt>
                <c:pt idx="11" formatCode="0%">
                  <c:v>1.1493364752629383E-2</c:v>
                </c:pt>
                <c:pt idx="12" formatCode="0%">
                  <c:v>7.7554776736720645E-3</c:v>
                </c:pt>
                <c:pt idx="14" formatCode="0%">
                  <c:v>1.2769010685766056E-2</c:v>
                </c:pt>
                <c:pt idx="15" formatCode="0%">
                  <c:v>9.269685179560231E-3</c:v>
                </c:pt>
                <c:pt idx="16" formatCode="0%">
                  <c:v>1.6168972239989407E-2</c:v>
                </c:pt>
                <c:pt idx="17" formatCode="0%">
                  <c:v>7.7954024891072893E-3</c:v>
                </c:pt>
                <c:pt idx="19" formatCode="0%">
                  <c:v>1.7379140435465616E-2</c:v>
                </c:pt>
                <c:pt idx="20" formatCode="0%">
                  <c:v>4.7974071110482176E-3</c:v>
                </c:pt>
                <c:pt idx="22" formatCode="0%">
                  <c:v>2.3014073089426098E-2</c:v>
                </c:pt>
                <c:pt idx="23" formatCode="0%">
                  <c:v>1.5736547826562714E-2</c:v>
                </c:pt>
                <c:pt idx="24" formatCode="0%">
                  <c:v>3.9204171535622053E-3</c:v>
                </c:pt>
                <c:pt idx="25" formatCode="0%">
                  <c:v>5.161083873491088E-3</c:v>
                </c:pt>
                <c:pt idx="27" formatCode="0%">
                  <c:v>1.2611004275265559E-2</c:v>
                </c:pt>
                <c:pt idx="28" formatCode="0%">
                  <c:v>1.7832885051535526E-2</c:v>
                </c:pt>
                <c:pt idx="29" formatCode="0%">
                  <c:v>2.7929263903892078E-3</c:v>
                </c:pt>
                <c:pt idx="31" formatCode="0%">
                  <c:v>1.1436812477107594E-2</c:v>
                </c:pt>
                <c:pt idx="32" formatCode="0%">
                  <c:v>1.3301988827274396E-2</c:v>
                </c:pt>
                <c:pt idx="33" formatCode="0%">
                  <c:v>2.407477942319966E-2</c:v>
                </c:pt>
                <c:pt idx="34" formatCode="0%">
                  <c:v>2.3172624331990743E-4</c:v>
                </c:pt>
                <c:pt idx="35" formatCode="0%">
                  <c:v>6.5167526878817619E-2</c:v>
                </c:pt>
                <c:pt idx="36" formatCode="0%">
                  <c:v>2.6067333546480505E-3</c:v>
                </c:pt>
                <c:pt idx="38" formatCode="0%">
                  <c:v>2.8886124860504861E-2</c:v>
                </c:pt>
                <c:pt idx="39" formatCode="0%">
                  <c:v>1.344893129017698E-2</c:v>
                </c:pt>
                <c:pt idx="40" formatCode="0%">
                  <c:v>2.4039135373546284E-3</c:v>
                </c:pt>
                <c:pt idx="41" formatCode="0%">
                  <c:v>1.6262024438358995E-2</c:v>
                </c:pt>
                <c:pt idx="43" formatCode="0%">
                  <c:v>6.9072347129285607E-3</c:v>
                </c:pt>
                <c:pt idx="44" formatCode="0%">
                  <c:v>8.8503392005686056E-3</c:v>
                </c:pt>
                <c:pt idx="46" formatCode="0%">
                  <c:v>8.6395683399760774E-5</c:v>
                </c:pt>
                <c:pt idx="47" formatCode="0%">
                  <c:v>1.3425446248344557E-2</c:v>
                </c:pt>
                <c:pt idx="48" formatCode="0%">
                  <c:v>6.0656091207885784E-3</c:v>
                </c:pt>
                <c:pt idx="49" formatCode="0%">
                  <c:v>2.4592509467523848E-2</c:v>
                </c:pt>
                <c:pt idx="51" formatCode="0%">
                  <c:v>9.4418432502997411E-3</c:v>
                </c:pt>
                <c:pt idx="52" formatCode="0%">
                  <c:v>1.7689869715666127E-2</c:v>
                </c:pt>
                <c:pt idx="53" formatCode="0%">
                  <c:v>2.6361255927157455E-2</c:v>
                </c:pt>
                <c:pt idx="54" formatCode="0%">
                  <c:v>7.0354209817535054E-3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Sheet1!$B$260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Sheet1!$C$258:$BE$258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Sheet1!$C$260:$BE$260</c:f>
              <c:numCache>
                <c:formatCode>General</c:formatCode>
                <c:ptCount val="55"/>
                <c:pt idx="0" formatCode="0%">
                  <c:v>0.17670808241919569</c:v>
                </c:pt>
                <c:pt idx="2" formatCode="0%">
                  <c:v>0.2055562314021136</c:v>
                </c:pt>
                <c:pt idx="3" formatCode="0%">
                  <c:v>0.1448305388297437</c:v>
                </c:pt>
                <c:pt idx="5" formatCode="0%">
                  <c:v>0.15849739764701393</c:v>
                </c:pt>
                <c:pt idx="6" formatCode="0%">
                  <c:v>0.10514332564479918</c:v>
                </c:pt>
                <c:pt idx="7" formatCode="0%">
                  <c:v>0.2242013312926236</c:v>
                </c:pt>
                <c:pt idx="8" formatCode="0%">
                  <c:v>0.21952583949517609</c:v>
                </c:pt>
                <c:pt idx="10" formatCode="0%">
                  <c:v>0.17468141831506678</c:v>
                </c:pt>
                <c:pt idx="11" formatCode="0%">
                  <c:v>0.19546710027698502</c:v>
                </c:pt>
                <c:pt idx="12" formatCode="0%">
                  <c:v>0.15722441255515021</c:v>
                </c:pt>
                <c:pt idx="14" formatCode="0%">
                  <c:v>0.11146919577541566</c:v>
                </c:pt>
                <c:pt idx="15" formatCode="0%">
                  <c:v>0.19980144382539483</c:v>
                </c:pt>
                <c:pt idx="16" formatCode="0%">
                  <c:v>0.1852384361588697</c:v>
                </c:pt>
                <c:pt idx="17" formatCode="0%">
                  <c:v>0.26450494481119141</c:v>
                </c:pt>
                <c:pt idx="19" formatCode="0%">
                  <c:v>0.16712335469461861</c:v>
                </c:pt>
                <c:pt idx="20" formatCode="0%">
                  <c:v>0.18984603228335653</c:v>
                </c:pt>
                <c:pt idx="22" formatCode="0%">
                  <c:v>0.18809138764144351</c:v>
                </c:pt>
                <c:pt idx="23" formatCode="0%">
                  <c:v>0.21759049211466036</c:v>
                </c:pt>
                <c:pt idx="24" formatCode="0%">
                  <c:v>0.11998853383218178</c:v>
                </c:pt>
                <c:pt idx="25" formatCode="0%">
                  <c:v>0.17677950113892707</c:v>
                </c:pt>
                <c:pt idx="27" formatCode="0%">
                  <c:v>0.20319108699897387</c:v>
                </c:pt>
                <c:pt idx="28" formatCode="0%">
                  <c:v>0.15474161604044467</c:v>
                </c:pt>
                <c:pt idx="29" formatCode="0%">
                  <c:v>0.18041095547315242</c:v>
                </c:pt>
                <c:pt idx="31" formatCode="0%">
                  <c:v>0.13752431263237827</c:v>
                </c:pt>
                <c:pt idx="32" formatCode="0%">
                  <c:v>0.21458162979628831</c:v>
                </c:pt>
                <c:pt idx="33" formatCode="0%">
                  <c:v>0.40535554802221924</c:v>
                </c:pt>
                <c:pt idx="34" formatCode="0%">
                  <c:v>6.8886758009940319E-2</c:v>
                </c:pt>
                <c:pt idx="35" formatCode="0%">
                  <c:v>0.11067949738809398</c:v>
                </c:pt>
                <c:pt idx="36" formatCode="0%">
                  <c:v>0.10883377487301583</c:v>
                </c:pt>
                <c:pt idx="38" formatCode="0%">
                  <c:v>0.18047047315178241</c:v>
                </c:pt>
                <c:pt idx="39" formatCode="0%">
                  <c:v>0.24477325866915078</c:v>
                </c:pt>
                <c:pt idx="40" formatCode="0%">
                  <c:v>0.15266351051905452</c:v>
                </c:pt>
                <c:pt idx="41" formatCode="0%">
                  <c:v>6.9709827426926316E-2</c:v>
                </c:pt>
                <c:pt idx="43" formatCode="0%">
                  <c:v>0.13484431860660442</c:v>
                </c:pt>
                <c:pt idx="44" formatCode="0%">
                  <c:v>0.22522705943609295</c:v>
                </c:pt>
                <c:pt idx="46" formatCode="0%">
                  <c:v>5.5261043928123296E-2</c:v>
                </c:pt>
                <c:pt idx="47" formatCode="0%">
                  <c:v>0.15220974235373758</c:v>
                </c:pt>
                <c:pt idx="48" formatCode="0%">
                  <c:v>0.13115273353027837</c:v>
                </c:pt>
                <c:pt idx="49" formatCode="0%">
                  <c:v>0.3218752900209022</c:v>
                </c:pt>
                <c:pt idx="51" formatCode="0%">
                  <c:v>0.2052673134781148</c:v>
                </c:pt>
                <c:pt idx="52" formatCode="0%">
                  <c:v>0.26686019218738916</c:v>
                </c:pt>
                <c:pt idx="53" formatCode="0%">
                  <c:v>0.3819397161520291</c:v>
                </c:pt>
                <c:pt idx="54" formatCode="0%">
                  <c:v>6.7499841090006701E-2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Sheet1!$B$261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Sheet1!$C$258:$BE$258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Sheet1!$C$261:$BE$261</c:f>
              <c:numCache>
                <c:formatCode>General</c:formatCode>
                <c:ptCount val="55"/>
                <c:pt idx="0" formatCode="0%">
                  <c:v>0.22055829182860617</c:v>
                </c:pt>
                <c:pt idx="2" formatCode="0%">
                  <c:v>0.19518077586433361</c:v>
                </c:pt>
                <c:pt idx="3" formatCode="0%">
                  <c:v>0.24862800112610203</c:v>
                </c:pt>
                <c:pt idx="5" formatCode="0%">
                  <c:v>0.16619359643498913</c:v>
                </c:pt>
                <c:pt idx="6" formatCode="0%">
                  <c:v>0.24821212891359778</c:v>
                </c:pt>
                <c:pt idx="7" formatCode="0%">
                  <c:v>0.22108901863286567</c:v>
                </c:pt>
                <c:pt idx="8" formatCode="0%">
                  <c:v>0.24098926688291228</c:v>
                </c:pt>
                <c:pt idx="10" formatCode="0%">
                  <c:v>0.15137193217308156</c:v>
                </c:pt>
                <c:pt idx="11" formatCode="0%">
                  <c:v>0.23423111823020765</c:v>
                </c:pt>
                <c:pt idx="12" formatCode="0%">
                  <c:v>0.25856654316129241</c:v>
                </c:pt>
                <c:pt idx="14" formatCode="0%">
                  <c:v>0.13314683900603436</c:v>
                </c:pt>
                <c:pt idx="15" formatCode="0%">
                  <c:v>0.23636674606544428</c:v>
                </c:pt>
                <c:pt idx="16" formatCode="0%">
                  <c:v>0.29016877911554279</c:v>
                </c:pt>
                <c:pt idx="17" formatCode="0%">
                  <c:v>0.10130718125880374</c:v>
                </c:pt>
                <c:pt idx="19" formatCode="0%">
                  <c:v>0.20166499340891927</c:v>
                </c:pt>
                <c:pt idx="20" formatCode="0%">
                  <c:v>0.24645565840376712</c:v>
                </c:pt>
                <c:pt idx="22" formatCode="0%">
                  <c:v>0.20998144681682029</c:v>
                </c:pt>
                <c:pt idx="23" formatCode="0%">
                  <c:v>0.27676778042825639</c:v>
                </c:pt>
                <c:pt idx="24" formatCode="0%">
                  <c:v>8.696840460408739E-2</c:v>
                </c:pt>
                <c:pt idx="25" formatCode="0%">
                  <c:v>0.21794985562312441</c:v>
                </c:pt>
                <c:pt idx="27" formatCode="0%">
                  <c:v>0.25858031669585263</c:v>
                </c:pt>
                <c:pt idx="28" formatCode="0%">
                  <c:v>0.21936815694832018</c:v>
                </c:pt>
                <c:pt idx="29" formatCode="0%">
                  <c:v>0.15532143899264786</c:v>
                </c:pt>
                <c:pt idx="31" formatCode="0%">
                  <c:v>0.18040088799619203</c:v>
                </c:pt>
                <c:pt idx="32" formatCode="0%">
                  <c:v>0.28681652433044563</c:v>
                </c:pt>
                <c:pt idx="33" formatCode="0%">
                  <c:v>0.20038592467289176</c:v>
                </c:pt>
                <c:pt idx="34" formatCode="0%">
                  <c:v>0.25313938857839091</c:v>
                </c:pt>
                <c:pt idx="35" formatCode="0%">
                  <c:v>0.73677621543279637</c:v>
                </c:pt>
                <c:pt idx="36" formatCode="0%">
                  <c:v>0.12509384775713597</c:v>
                </c:pt>
                <c:pt idx="38" formatCode="0%">
                  <c:v>0.15303250642642163</c:v>
                </c:pt>
                <c:pt idx="39" formatCode="0%">
                  <c:v>0.23454746060923312</c:v>
                </c:pt>
                <c:pt idx="40" formatCode="0%">
                  <c:v>0.18086619504370607</c:v>
                </c:pt>
                <c:pt idx="41" formatCode="0%">
                  <c:v>0.25460624321255793</c:v>
                </c:pt>
                <c:pt idx="43" formatCode="0%">
                  <c:v>0.1974328775054319</c:v>
                </c:pt>
                <c:pt idx="44" formatCode="0%">
                  <c:v>0.25925950648460683</c:v>
                </c:pt>
                <c:pt idx="46" formatCode="0%">
                  <c:v>0.13524552623881875</c:v>
                </c:pt>
                <c:pt idx="47" formatCode="0%">
                  <c:v>0.19761525516365153</c:v>
                </c:pt>
                <c:pt idx="48" formatCode="0%">
                  <c:v>0.29397969990277656</c:v>
                </c:pt>
                <c:pt idx="49" formatCode="0%">
                  <c:v>0.29005433021946753</c:v>
                </c:pt>
                <c:pt idx="51" formatCode="0%">
                  <c:v>0.40302835875068083</c:v>
                </c:pt>
                <c:pt idx="52" formatCode="0%">
                  <c:v>0.23080847910265173</c:v>
                </c:pt>
                <c:pt idx="53" formatCode="0%">
                  <c:v>0.22076736971143268</c:v>
                </c:pt>
                <c:pt idx="54" formatCode="0%">
                  <c:v>0.15162780635731521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Sheet1!$B$262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Sheet1!$C$258:$BE$258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Sheet1!$C$262:$BE$262</c:f>
              <c:numCache>
                <c:formatCode>General</c:formatCode>
                <c:ptCount val="55"/>
                <c:pt idx="0" formatCode="0%">
                  <c:v>0.40459971256404709</c:v>
                </c:pt>
                <c:pt idx="2" formatCode="0%">
                  <c:v>0.34640473522554771</c:v>
                </c:pt>
                <c:pt idx="3" formatCode="0%">
                  <c:v>0.46888854193382601</c:v>
                </c:pt>
                <c:pt idx="5" formatCode="0%">
                  <c:v>0.49462024090783907</c:v>
                </c:pt>
                <c:pt idx="6" formatCode="0%">
                  <c:v>0.44366028790073697</c:v>
                </c:pt>
                <c:pt idx="7" formatCode="0%">
                  <c:v>0.38822589040555905</c:v>
                </c:pt>
                <c:pt idx="8" formatCode="0%">
                  <c:v>0.29541788975422184</c:v>
                </c:pt>
                <c:pt idx="10" formatCode="0%">
                  <c:v>0.38095538772054222</c:v>
                </c:pt>
                <c:pt idx="11" formatCode="0%">
                  <c:v>0.37971264964884388</c:v>
                </c:pt>
                <c:pt idx="12" formatCode="0%">
                  <c:v>0.45075305315279995</c:v>
                </c:pt>
                <c:pt idx="14" formatCode="0%">
                  <c:v>0.44061907372064474</c:v>
                </c:pt>
                <c:pt idx="15" formatCode="0%">
                  <c:v>0.3476517077994099</c:v>
                </c:pt>
                <c:pt idx="16" formatCode="0%">
                  <c:v>0.43323965546021026</c:v>
                </c:pt>
                <c:pt idx="17" formatCode="0%">
                  <c:v>0.54262166194145456</c:v>
                </c:pt>
                <c:pt idx="19" formatCode="0%">
                  <c:v>0.3748553955679918</c:v>
                </c:pt>
                <c:pt idx="20" formatCode="0%">
                  <c:v>0.44537075548432264</c:v>
                </c:pt>
                <c:pt idx="22" formatCode="0%">
                  <c:v>0.30417534942030383</c:v>
                </c:pt>
                <c:pt idx="23" formatCode="0%">
                  <c:v>0.29882467753429648</c:v>
                </c:pt>
                <c:pt idx="24" formatCode="0%">
                  <c:v>0.62583472925001948</c:v>
                </c:pt>
                <c:pt idx="25" formatCode="0%">
                  <c:v>0.46170264593335353</c:v>
                </c:pt>
                <c:pt idx="27" formatCode="0%">
                  <c:v>0.31407380144401809</c:v>
                </c:pt>
                <c:pt idx="28" formatCode="0%">
                  <c:v>0.3668721406905957</c:v>
                </c:pt>
                <c:pt idx="29" formatCode="0%">
                  <c:v>0.571412071556197</c:v>
                </c:pt>
                <c:pt idx="31" formatCode="0%">
                  <c:v>0.35683721462215373</c:v>
                </c:pt>
                <c:pt idx="32" formatCode="0%">
                  <c:v>0.33572308325152023</c:v>
                </c:pt>
                <c:pt idx="33" formatCode="0%">
                  <c:v>0.13209718469619788</c:v>
                </c:pt>
                <c:pt idx="34" formatCode="0%">
                  <c:v>0.67469850927732355</c:v>
                </c:pt>
                <c:pt idx="35" formatCode="0%">
                  <c:v>1.3436926664087294E-2</c:v>
                </c:pt>
                <c:pt idx="36" formatCode="0%">
                  <c:v>0.68551493001225128</c:v>
                </c:pt>
                <c:pt idx="38" formatCode="0%">
                  <c:v>0.4094711511539933</c:v>
                </c:pt>
                <c:pt idx="39" formatCode="0%">
                  <c:v>0.30286420419243532</c:v>
                </c:pt>
                <c:pt idx="40" formatCode="0%">
                  <c:v>0.53292771919956516</c:v>
                </c:pt>
                <c:pt idx="41" formatCode="0%">
                  <c:v>0.60250257683831254</c:v>
                </c:pt>
                <c:pt idx="43" formatCode="0%">
                  <c:v>0.55677396745647567</c:v>
                </c:pt>
                <c:pt idx="44" formatCode="0%">
                  <c:v>0.34227346353050225</c:v>
                </c:pt>
                <c:pt idx="46" formatCode="0%">
                  <c:v>0.72571370630122023</c:v>
                </c:pt>
                <c:pt idx="47" formatCode="0%">
                  <c:v>0.45082244337957955</c:v>
                </c:pt>
                <c:pt idx="48" formatCode="0%">
                  <c:v>0.32314235097327293</c:v>
                </c:pt>
                <c:pt idx="49" formatCode="0%">
                  <c:v>0.1640999151443539</c:v>
                </c:pt>
                <c:pt idx="51" formatCode="0%">
                  <c:v>0.20744726010524212</c:v>
                </c:pt>
                <c:pt idx="52" formatCode="0%">
                  <c:v>0.25720770687845584</c:v>
                </c:pt>
                <c:pt idx="53" formatCode="0%">
                  <c:v>0.13284750938326664</c:v>
                </c:pt>
                <c:pt idx="54" formatCode="0%">
                  <c:v>0.62068620089411664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Sheet1!$B$263</c:f>
              <c:strCache>
                <c:ptCount val="1"/>
                <c:pt idx="0">
                  <c:v>No lo conoce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Sheet1!$C$258:$BE$258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Sheet1!$C$263:$BE$263</c:f>
              <c:numCache>
                <c:formatCode>General</c:formatCode>
                <c:ptCount val="55"/>
                <c:pt idx="0" formatCode="0%">
                  <c:v>0.15169749550237574</c:v>
                </c:pt>
                <c:pt idx="2" formatCode="0%">
                  <c:v>0.20432040822731046</c:v>
                </c:pt>
                <c:pt idx="3" formatCode="0%">
                  <c:v>9.3536166686690056E-2</c:v>
                </c:pt>
                <c:pt idx="5" formatCode="0%">
                  <c:v>0.16311154414285572</c:v>
                </c:pt>
                <c:pt idx="6" formatCode="0%">
                  <c:v>0.19126993349806459</c:v>
                </c:pt>
                <c:pt idx="7" formatCode="0%">
                  <c:v>0.10764784031867379</c:v>
                </c:pt>
                <c:pt idx="8" formatCode="0%">
                  <c:v>0.1463196763879607</c:v>
                </c:pt>
                <c:pt idx="10" formatCode="0%">
                  <c:v>0.21570502794614335</c:v>
                </c:pt>
                <c:pt idx="11" formatCode="0%">
                  <c:v>0.14840659222094088</c:v>
                </c:pt>
                <c:pt idx="12" formatCode="0%">
                  <c:v>0.10603469909714516</c:v>
                </c:pt>
                <c:pt idx="14" formatCode="0%">
                  <c:v>0.26000855553305152</c:v>
                </c:pt>
                <c:pt idx="15" formatCode="0%">
                  <c:v>0.17782125995755371</c:v>
                </c:pt>
                <c:pt idx="16" formatCode="0%">
                  <c:v>3.4930949784352988E-2</c:v>
                </c:pt>
                <c:pt idx="17" formatCode="0%">
                  <c:v>7.9561349955734662E-2</c:v>
                </c:pt>
                <c:pt idx="19" formatCode="0%">
                  <c:v>0.20477164423434663</c:v>
                </c:pt>
                <c:pt idx="20" formatCode="0%">
                  <c:v>7.8947854076914126E-2</c:v>
                </c:pt>
                <c:pt idx="22" formatCode="0%">
                  <c:v>0.2183797053216229</c:v>
                </c:pt>
                <c:pt idx="23" formatCode="0%">
                  <c:v>0.16975969812768898</c:v>
                </c:pt>
                <c:pt idx="24" formatCode="0%">
                  <c:v>0.15868061108090242</c:v>
                </c:pt>
                <c:pt idx="25" formatCode="0%">
                  <c:v>8.6429419344842981E-2</c:v>
                </c:pt>
                <c:pt idx="27" formatCode="0%">
                  <c:v>0.19466306126182231</c:v>
                </c:pt>
                <c:pt idx="28" formatCode="0%">
                  <c:v>0.19285105277918324</c:v>
                </c:pt>
                <c:pt idx="29" formatCode="0%">
                  <c:v>4.1198110725712472E-2</c:v>
                </c:pt>
                <c:pt idx="31" formatCode="0%">
                  <c:v>0.26565482889275011</c:v>
                </c:pt>
                <c:pt idx="32" formatCode="0%">
                  <c:v>0.11453036274696453</c:v>
                </c:pt>
                <c:pt idx="33" formatCode="0%">
                  <c:v>0.1891316069121726</c:v>
                </c:pt>
                <c:pt idx="34" formatCode="0%">
                  <c:v>2.977155489621607E-5</c:v>
                </c:pt>
                <c:pt idx="35" formatCode="0%">
                  <c:v>6.4719506131220586E-2</c:v>
                </c:pt>
                <c:pt idx="36" formatCode="0%">
                  <c:v>6.7741078673006744E-2</c:v>
                </c:pt>
                <c:pt idx="38" formatCode="0%">
                  <c:v>0.19840617722300394</c:v>
                </c:pt>
                <c:pt idx="39" formatCode="0%">
                  <c:v>0.16789162274608163</c:v>
                </c:pt>
                <c:pt idx="40" formatCode="0%">
                  <c:v>0.11370107124468114</c:v>
                </c:pt>
                <c:pt idx="41" formatCode="0%">
                  <c:v>1.8398753473852603E-2</c:v>
                </c:pt>
                <c:pt idx="43" formatCode="0%">
                  <c:v>6.9305197311475886E-2</c:v>
                </c:pt>
                <c:pt idx="44" formatCode="0%">
                  <c:v>0.13329660179002706</c:v>
                </c:pt>
                <c:pt idx="46" formatCode="0%">
                  <c:v>7.4607438132480802E-2</c:v>
                </c:pt>
                <c:pt idx="47" formatCode="0%">
                  <c:v>0.14347533061934789</c:v>
                </c:pt>
                <c:pt idx="48" formatCode="0%">
                  <c:v>0.20031915988881438</c:v>
                </c:pt>
                <c:pt idx="49" formatCode="0%">
                  <c:v>0.15715304726204551</c:v>
                </c:pt>
                <c:pt idx="51" formatCode="0%">
                  <c:v>0.15770675235521614</c:v>
                </c:pt>
                <c:pt idx="52" formatCode="0%">
                  <c:v>0.1326149542653835</c:v>
                </c:pt>
                <c:pt idx="53" formatCode="0%">
                  <c:v>0.19416990183112962</c:v>
                </c:pt>
                <c:pt idx="54" formatCode="0%">
                  <c:v>0.14539369758998119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Sheet1!$B$264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Sheet1!$C$258:$BE$258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Sheet1!$C$264:$BE$264</c:f>
              <c:numCache>
                <c:formatCode>General</c:formatCode>
                <c:ptCount val="55"/>
                <c:pt idx="0" formatCode="0%">
                  <c:v>3.4364419762315405E-2</c:v>
                </c:pt>
                <c:pt idx="2" formatCode="0%">
                  <c:v>3.3151070568313915E-2</c:v>
                </c:pt>
                <c:pt idx="3" formatCode="0%">
                  <c:v>3.570822671039145E-2</c:v>
                </c:pt>
                <c:pt idx="5" formatCode="0%">
                  <c:v>2.8001646203160489E-3</c:v>
                </c:pt>
                <c:pt idx="6" formatCode="0%">
                  <c:v>1.0813798600804503E-2</c:v>
                </c:pt>
                <c:pt idx="7" formatCode="0%">
                  <c:v>4.9350164327119514E-2</c:v>
                </c:pt>
                <c:pt idx="8" formatCode="0%">
                  <c:v>7.3210646972741225E-2</c:v>
                </c:pt>
                <c:pt idx="10" formatCode="0%">
                  <c:v>5.8774302132989266E-2</c:v>
                </c:pt>
                <c:pt idx="11" formatCode="0%">
                  <c:v>3.0689174870392338E-2</c:v>
                </c:pt>
                <c:pt idx="12" formatCode="0%">
                  <c:v>1.9665814359939901E-2</c:v>
                </c:pt>
                <c:pt idx="14" formatCode="0%">
                  <c:v>4.1987325279086871E-2</c:v>
                </c:pt>
                <c:pt idx="15" formatCode="0%">
                  <c:v>2.908915717263607E-2</c:v>
                </c:pt>
                <c:pt idx="16" formatCode="0%">
                  <c:v>4.0253207241035163E-2</c:v>
                </c:pt>
                <c:pt idx="17" formatCode="0%">
                  <c:v>4.2094595437085101E-3</c:v>
                </c:pt>
                <c:pt idx="19" formatCode="0%">
                  <c:v>3.4205471658658976E-2</c:v>
                </c:pt>
                <c:pt idx="20" formatCode="0%">
                  <c:v>3.4582292640591046E-2</c:v>
                </c:pt>
                <c:pt idx="22" formatCode="0%">
                  <c:v>5.6358037710382766E-2</c:v>
                </c:pt>
                <c:pt idx="23" formatCode="0%">
                  <c:v>2.1320803968534599E-2</c:v>
                </c:pt>
                <c:pt idx="24" formatCode="0%">
                  <c:v>4.6073040792467667E-3</c:v>
                </c:pt>
                <c:pt idx="25" formatCode="0%">
                  <c:v>5.1977494086261115E-2</c:v>
                </c:pt>
                <c:pt idx="27" formatCode="0%">
                  <c:v>1.6880729324067409E-2</c:v>
                </c:pt>
                <c:pt idx="28" formatCode="0%">
                  <c:v>4.8334148489920084E-2</c:v>
                </c:pt>
                <c:pt idx="29" formatCode="0%">
                  <c:v>4.886449686190128E-2</c:v>
                </c:pt>
                <c:pt idx="31" formatCode="0%">
                  <c:v>4.8145943379417917E-2</c:v>
                </c:pt>
                <c:pt idx="32" formatCode="0%">
                  <c:v>3.5046411047506949E-2</c:v>
                </c:pt>
                <c:pt idx="33" formatCode="0%">
                  <c:v>4.8954956273319084E-2</c:v>
                </c:pt>
                <c:pt idx="34" formatCode="0%">
                  <c:v>3.0138463361284213E-3</c:v>
                </c:pt>
                <c:pt idx="35" formatCode="0%">
                  <c:v>9.2203275049839439E-3</c:v>
                </c:pt>
                <c:pt idx="36" formatCode="0%">
                  <c:v>1.0209635329942048E-2</c:v>
                </c:pt>
                <c:pt idx="38" formatCode="0%">
                  <c:v>2.9733567184293583E-2</c:v>
                </c:pt>
                <c:pt idx="39" formatCode="0%">
                  <c:v>3.6474522492921928E-2</c:v>
                </c:pt>
                <c:pt idx="40" formatCode="0%">
                  <c:v>1.7437590455637548E-2</c:v>
                </c:pt>
                <c:pt idx="41" formatCode="0%">
                  <c:v>3.8520574609991157E-2</c:v>
                </c:pt>
                <c:pt idx="43" formatCode="0%">
                  <c:v>3.4736404407083248E-2</c:v>
                </c:pt>
                <c:pt idx="44" formatCode="0%">
                  <c:v>3.1093029558202569E-2</c:v>
                </c:pt>
                <c:pt idx="46" formatCode="0%">
                  <c:v>9.0858897159570365E-3</c:v>
                </c:pt>
                <c:pt idx="47" formatCode="0%">
                  <c:v>4.2451782235338416E-2</c:v>
                </c:pt>
                <c:pt idx="48" formatCode="0%">
                  <c:v>4.5340446584069459E-2</c:v>
                </c:pt>
                <c:pt idx="49" formatCode="0%">
                  <c:v>4.2224907885706632E-2</c:v>
                </c:pt>
                <c:pt idx="51" formatCode="0%">
                  <c:v>1.7108472060446411E-2</c:v>
                </c:pt>
                <c:pt idx="52" formatCode="0%">
                  <c:v>9.4818797850453662E-2</c:v>
                </c:pt>
                <c:pt idx="53" formatCode="0%">
                  <c:v>4.3914246994984481E-2</c:v>
                </c:pt>
                <c:pt idx="54" formatCode="0%">
                  <c:v>7.7570330868262823E-3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825-496F-8F83-022F45CFE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90692312"/>
        <c:axId val="390685256"/>
      </c:barChart>
      <c:catAx>
        <c:axId val="390692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90685256"/>
        <c:crosses val="autoZero"/>
        <c:auto val="1"/>
        <c:lblAlgn val="ctr"/>
        <c:lblOffset val="100"/>
        <c:noMultiLvlLbl val="0"/>
      </c:catAx>
      <c:valAx>
        <c:axId val="39068525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90692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926428692507996"/>
          <c:h val="3.7975080168766294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Sheet1!$B$267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Sheet1!$C$266:$BE$266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Sheet1!$C$267:$BE$267</c:f>
              <c:numCache>
                <c:formatCode>General</c:formatCode>
                <c:ptCount val="55"/>
                <c:pt idx="0" formatCode="0%">
                  <c:v>0.26083309638737862</c:v>
                </c:pt>
                <c:pt idx="2" formatCode="0%">
                  <c:v>0.24388052338966804</c:v>
                </c:pt>
                <c:pt idx="3" formatCode="0%">
                  <c:v>0.2792310980695375</c:v>
                </c:pt>
                <c:pt idx="5" formatCode="0%">
                  <c:v>0.11387606156177849</c:v>
                </c:pt>
                <c:pt idx="6" formatCode="0%">
                  <c:v>0.4049732739413438</c:v>
                </c:pt>
                <c:pt idx="7" formatCode="0%">
                  <c:v>0.29249874948818472</c:v>
                </c:pt>
                <c:pt idx="8" formatCode="0%">
                  <c:v>0.21204091628804295</c:v>
                </c:pt>
                <c:pt idx="10" formatCode="0%">
                  <c:v>0.27794481108777147</c:v>
                </c:pt>
                <c:pt idx="11" formatCode="0%">
                  <c:v>0.20444463379084199</c:v>
                </c:pt>
                <c:pt idx="12" formatCode="0%">
                  <c:v>0.30983960065124283</c:v>
                </c:pt>
                <c:pt idx="14" formatCode="0%">
                  <c:v>0.23041294107062713</c:v>
                </c:pt>
                <c:pt idx="15" formatCode="0%">
                  <c:v>0.25239542918976005</c:v>
                </c:pt>
                <c:pt idx="16" formatCode="0%">
                  <c:v>0.29099518134352859</c:v>
                </c:pt>
                <c:pt idx="17" formatCode="0%">
                  <c:v>0.29487921099600339</c:v>
                </c:pt>
                <c:pt idx="19" formatCode="0%">
                  <c:v>0.22609240558508803</c:v>
                </c:pt>
                <c:pt idx="20" formatCode="0%">
                  <c:v>0.30927388777952985</c:v>
                </c:pt>
                <c:pt idx="22" formatCode="0%">
                  <c:v>0.21693504327538066</c:v>
                </c:pt>
                <c:pt idx="23" formatCode="0%">
                  <c:v>0.24322572949800697</c:v>
                </c:pt>
                <c:pt idx="24" formatCode="0%">
                  <c:v>0.26787979168735243</c:v>
                </c:pt>
                <c:pt idx="25" formatCode="0%">
                  <c:v>0.25762374814862493</c:v>
                </c:pt>
                <c:pt idx="27" formatCode="0%">
                  <c:v>0.23412826037826551</c:v>
                </c:pt>
                <c:pt idx="28" formatCode="0%">
                  <c:v>0.21519621523478721</c:v>
                </c:pt>
                <c:pt idx="29" formatCode="0%">
                  <c:v>0.29339234441157924</c:v>
                </c:pt>
                <c:pt idx="31" formatCode="0%">
                  <c:v>0.28253692210455345</c:v>
                </c:pt>
                <c:pt idx="32" formatCode="0%">
                  <c:v>2.2473583542531678E-2</c:v>
                </c:pt>
                <c:pt idx="33" formatCode="0%">
                  <c:v>1.5702335613839307E-2</c:v>
                </c:pt>
                <c:pt idx="34" formatCode="0%">
                  <c:v>0.245809837827176</c:v>
                </c:pt>
                <c:pt idx="35" formatCode="0%">
                  <c:v>0.26580169699336331</c:v>
                </c:pt>
                <c:pt idx="36" formatCode="0%">
                  <c:v>0.60287049604690579</c:v>
                </c:pt>
                <c:pt idx="38" formatCode="0%">
                  <c:v>6.2292511806315572E-2</c:v>
                </c:pt>
                <c:pt idx="39" formatCode="0%">
                  <c:v>8.7554240064694935E-2</c:v>
                </c:pt>
                <c:pt idx="40" formatCode="0%">
                  <c:v>0.44440969651272832</c:v>
                </c:pt>
                <c:pt idx="41" formatCode="0%">
                  <c:v>0.59539265577130396</c:v>
                </c:pt>
                <c:pt idx="43" formatCode="0%">
                  <c:v>0.48194804063691188</c:v>
                </c:pt>
                <c:pt idx="44" formatCode="0%">
                  <c:v>9.7792666163853625E-2</c:v>
                </c:pt>
                <c:pt idx="46" formatCode="0%">
                  <c:v>0.73652092248303835</c:v>
                </c:pt>
                <c:pt idx="47" formatCode="0%">
                  <c:v>0.21266801124308443</c:v>
                </c:pt>
                <c:pt idx="48" formatCode="0%">
                  <c:v>1.157241177663737E-2</c:v>
                </c:pt>
                <c:pt idx="49" formatCode="0%">
                  <c:v>1.0218046019380079E-2</c:v>
                </c:pt>
                <c:pt idx="51" formatCode="0%">
                  <c:v>1.4703225842826313E-2</c:v>
                </c:pt>
                <c:pt idx="52" formatCode="0%">
                  <c:v>2.5026601744475626E-2</c:v>
                </c:pt>
                <c:pt idx="53" formatCode="0%">
                  <c:v>0.11104546879657279</c:v>
                </c:pt>
                <c:pt idx="54" formatCode="0%">
                  <c:v>0.49884882392404656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Sheet1!$B$268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Sheet1!$C$266:$BE$266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Sheet1!$C$268:$BE$268</c:f>
              <c:numCache>
                <c:formatCode>General</c:formatCode>
                <c:ptCount val="55"/>
                <c:pt idx="0" formatCode="0%">
                  <c:v>0.22221287946238133</c:v>
                </c:pt>
                <c:pt idx="2" formatCode="0%">
                  <c:v>0.24148083769377565</c:v>
                </c:pt>
                <c:pt idx="3" formatCode="0%">
                  <c:v>0.20125729295123435</c:v>
                </c:pt>
                <c:pt idx="5" formatCode="0%">
                  <c:v>0.34957294878604633</c:v>
                </c:pt>
                <c:pt idx="6" formatCode="0%">
                  <c:v>0.19327592820369874</c:v>
                </c:pt>
                <c:pt idx="7" formatCode="0%">
                  <c:v>0.19676549810781002</c:v>
                </c:pt>
                <c:pt idx="8" formatCode="0%">
                  <c:v>0.16120635352237189</c:v>
                </c:pt>
                <c:pt idx="10" formatCode="0%">
                  <c:v>0.17958335047931018</c:v>
                </c:pt>
                <c:pt idx="11" formatCode="0%">
                  <c:v>0.2409642384051936</c:v>
                </c:pt>
                <c:pt idx="12" formatCode="0%">
                  <c:v>0.23434899644817922</c:v>
                </c:pt>
                <c:pt idx="14" formatCode="0%">
                  <c:v>0.11257313151579201</c:v>
                </c:pt>
                <c:pt idx="15" formatCode="0%">
                  <c:v>0.24087463377161947</c:v>
                </c:pt>
                <c:pt idx="16" formatCode="0%">
                  <c:v>0.29175313445461321</c:v>
                </c:pt>
                <c:pt idx="17" formatCode="0%">
                  <c:v>0.19249173529634261</c:v>
                </c:pt>
                <c:pt idx="19" formatCode="0%">
                  <c:v>0.25145452633970861</c:v>
                </c:pt>
                <c:pt idx="20" formatCode="0%">
                  <c:v>0.18143969724764653</c:v>
                </c:pt>
                <c:pt idx="22" formatCode="0%">
                  <c:v>0.24103542328167238</c:v>
                </c:pt>
                <c:pt idx="23" formatCode="0%">
                  <c:v>0.22385803270881197</c:v>
                </c:pt>
                <c:pt idx="24" formatCode="0%">
                  <c:v>0.19553847261463686</c:v>
                </c:pt>
                <c:pt idx="25" formatCode="0%">
                  <c:v>0.2895603518418518</c:v>
                </c:pt>
                <c:pt idx="27" formatCode="0%">
                  <c:v>0.21538346754278309</c:v>
                </c:pt>
                <c:pt idx="28" formatCode="0%">
                  <c:v>0.25250179510689785</c:v>
                </c:pt>
                <c:pt idx="29" formatCode="0%">
                  <c:v>0.28177236731181765</c:v>
                </c:pt>
                <c:pt idx="31" formatCode="0%">
                  <c:v>0.315971442034093</c:v>
                </c:pt>
                <c:pt idx="32" formatCode="0%">
                  <c:v>0.12027616528829385</c:v>
                </c:pt>
                <c:pt idx="33" formatCode="0%">
                  <c:v>2.2871777238148518E-2</c:v>
                </c:pt>
                <c:pt idx="34" formatCode="0%">
                  <c:v>0.35484679777263201</c:v>
                </c:pt>
                <c:pt idx="35" formatCode="0%">
                  <c:v>5.4762599756870006E-2</c:v>
                </c:pt>
                <c:pt idx="36" formatCode="0%">
                  <c:v>0.30348219336994608</c:v>
                </c:pt>
                <c:pt idx="38" formatCode="0%">
                  <c:v>0.14384690727394939</c:v>
                </c:pt>
                <c:pt idx="39" formatCode="0%">
                  <c:v>0.10102855290733644</c:v>
                </c:pt>
                <c:pt idx="40" formatCode="0%">
                  <c:v>0.34101950453917168</c:v>
                </c:pt>
                <c:pt idx="41" formatCode="0%">
                  <c:v>0.28914818282452454</c:v>
                </c:pt>
                <c:pt idx="43" formatCode="0%">
                  <c:v>0.29099608464617144</c:v>
                </c:pt>
                <c:pt idx="44" formatCode="0%">
                  <c:v>0.11072549646223032</c:v>
                </c:pt>
                <c:pt idx="46" formatCode="0%">
                  <c:v>0.21839404211102262</c:v>
                </c:pt>
                <c:pt idx="47" formatCode="0%">
                  <c:v>0.49127161173555206</c:v>
                </c:pt>
                <c:pt idx="48" formatCode="0%">
                  <c:v>0.26791837198364821</c:v>
                </c:pt>
                <c:pt idx="49" formatCode="0%">
                  <c:v>3.8343870618653157E-3</c:v>
                </c:pt>
                <c:pt idx="51" formatCode="0%">
                  <c:v>3.063000118020345E-3</c:v>
                </c:pt>
                <c:pt idx="52" formatCode="0%">
                  <c:v>0.15291100880486649</c:v>
                </c:pt>
                <c:pt idx="53" formatCode="0%">
                  <c:v>0.24920120987478392</c:v>
                </c:pt>
                <c:pt idx="54" formatCode="0%">
                  <c:v>0.32500778395771507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Sheet1!$B$269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Sheet1!$C$266:$BE$266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Sheet1!$C$269:$BE$269</c:f>
              <c:numCache>
                <c:formatCode>General</c:formatCode>
                <c:ptCount val="55"/>
                <c:pt idx="0" formatCode="0%">
                  <c:v>4.7320195901643117E-2</c:v>
                </c:pt>
                <c:pt idx="2" formatCode="0%">
                  <c:v>6.3267677882987941E-2</c:v>
                </c:pt>
                <c:pt idx="3" formatCode="0%">
                  <c:v>2.9965981656158804E-2</c:v>
                </c:pt>
                <c:pt idx="5" formatCode="0%">
                  <c:v>0.11110402742835503</c:v>
                </c:pt>
                <c:pt idx="6" formatCode="0%">
                  <c:v>2.7475769323301716E-2</c:v>
                </c:pt>
                <c:pt idx="7" formatCode="0%">
                  <c:v>2.5037926638213266E-2</c:v>
                </c:pt>
                <c:pt idx="8" formatCode="0%">
                  <c:v>3.2836461617705738E-2</c:v>
                </c:pt>
                <c:pt idx="10" formatCode="0%">
                  <c:v>4.024507674237749E-2</c:v>
                </c:pt>
                <c:pt idx="11" formatCode="0%">
                  <c:v>6.2588782926524048E-2</c:v>
                </c:pt>
                <c:pt idx="12" formatCode="0%">
                  <c:v>3.5929868656382723E-2</c:v>
                </c:pt>
                <c:pt idx="14" formatCode="0%">
                  <c:v>2.6291652600341074E-2</c:v>
                </c:pt>
                <c:pt idx="15" formatCode="0%">
                  <c:v>8.2771013348111155E-2</c:v>
                </c:pt>
                <c:pt idx="16" formatCode="0%">
                  <c:v>1.8592485580557035E-2</c:v>
                </c:pt>
                <c:pt idx="17" formatCode="0%">
                  <c:v>2.5557336453609861E-2</c:v>
                </c:pt>
                <c:pt idx="19" formatCode="0%">
                  <c:v>6.1660721768813091E-2</c:v>
                </c:pt>
                <c:pt idx="20" formatCode="0%">
                  <c:v>2.7324438593917907E-2</c:v>
                </c:pt>
                <c:pt idx="22" formatCode="0%">
                  <c:v>2.6571033364877081E-2</c:v>
                </c:pt>
                <c:pt idx="23" formatCode="0%">
                  <c:v>0.10016390551258582</c:v>
                </c:pt>
                <c:pt idx="24" formatCode="0%">
                  <c:v>1.7210915960735172E-2</c:v>
                </c:pt>
                <c:pt idx="25" formatCode="0%">
                  <c:v>3.2526715548775433E-2</c:v>
                </c:pt>
                <c:pt idx="27" formatCode="0%">
                  <c:v>6.3729997293736934E-2</c:v>
                </c:pt>
                <c:pt idx="28" formatCode="0%">
                  <c:v>3.2076812721779951E-2</c:v>
                </c:pt>
                <c:pt idx="29" formatCode="0%">
                  <c:v>4.2937639279000649E-2</c:v>
                </c:pt>
                <c:pt idx="31" formatCode="0%">
                  <c:v>6.5386361621438377E-2</c:v>
                </c:pt>
                <c:pt idx="32" formatCode="0%">
                  <c:v>2.2152220495734148E-2</c:v>
                </c:pt>
                <c:pt idx="33" formatCode="0%">
                  <c:v>0.16185371008937374</c:v>
                </c:pt>
                <c:pt idx="34" formatCode="0%">
                  <c:v>2.0492346356009529E-2</c:v>
                </c:pt>
                <c:pt idx="35" formatCode="0%">
                  <c:v>1.0517697314521344E-2</c:v>
                </c:pt>
                <c:pt idx="36" formatCode="0%">
                  <c:v>1.3491500668887569E-2</c:v>
                </c:pt>
                <c:pt idx="38" formatCode="0%">
                  <c:v>4.2843789688243906E-2</c:v>
                </c:pt>
                <c:pt idx="39" formatCode="0%">
                  <c:v>8.7873834614293114E-2</c:v>
                </c:pt>
                <c:pt idx="40" formatCode="0%">
                  <c:v>2.2360987604802793E-2</c:v>
                </c:pt>
                <c:pt idx="41" formatCode="0%">
                  <c:v>2.1551659502984835E-2</c:v>
                </c:pt>
                <c:pt idx="43" formatCode="0%">
                  <c:v>1.8186027743175112E-2</c:v>
                </c:pt>
                <c:pt idx="44" formatCode="0%">
                  <c:v>8.3194156404937006E-2</c:v>
                </c:pt>
                <c:pt idx="46" formatCode="0%">
                  <c:v>8.8610607896691031E-3</c:v>
                </c:pt>
                <c:pt idx="47" formatCode="0%">
                  <c:v>4.2541486147218491E-2</c:v>
                </c:pt>
                <c:pt idx="48" formatCode="0%">
                  <c:v>0.20724560983114007</c:v>
                </c:pt>
                <c:pt idx="49" formatCode="0%">
                  <c:v>2.1481735652816889E-2</c:v>
                </c:pt>
                <c:pt idx="51" formatCode="0%">
                  <c:v>1.2943334333634119E-2</c:v>
                </c:pt>
                <c:pt idx="52" formatCode="0%">
                  <c:v>5.4465423175986884E-2</c:v>
                </c:pt>
                <c:pt idx="53" formatCode="0%">
                  <c:v>0.20319701651756247</c:v>
                </c:pt>
                <c:pt idx="54" formatCode="0%">
                  <c:v>1.8029290617912096E-2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Sheet1!$B$270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Sheet1!$C$266:$BE$266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Sheet1!$C$270:$BE$270</c:f>
              <c:numCache>
                <c:formatCode>General</c:formatCode>
                <c:ptCount val="55"/>
                <c:pt idx="0" formatCode="0%">
                  <c:v>0.3499682798574909</c:v>
                </c:pt>
                <c:pt idx="2" formatCode="0%">
                  <c:v>0.34164911919334512</c:v>
                </c:pt>
                <c:pt idx="3" formatCode="0%">
                  <c:v>0.35904840386500275</c:v>
                </c:pt>
                <c:pt idx="5" formatCode="0%">
                  <c:v>0.30172774770287919</c:v>
                </c:pt>
                <c:pt idx="6" formatCode="0%">
                  <c:v>0.21426613839993139</c:v>
                </c:pt>
                <c:pt idx="7" formatCode="0%">
                  <c:v>0.41657840663861073</c:v>
                </c:pt>
                <c:pt idx="8" formatCode="0%">
                  <c:v>0.4652680555726702</c:v>
                </c:pt>
                <c:pt idx="10" formatCode="0%">
                  <c:v>0.33798123133711561</c:v>
                </c:pt>
                <c:pt idx="11" formatCode="0%">
                  <c:v>0.32762598589293518</c:v>
                </c:pt>
                <c:pt idx="12" formatCode="0%">
                  <c:v>0.38383099056531372</c:v>
                </c:pt>
                <c:pt idx="14" formatCode="0%">
                  <c:v>0.35111073440758067</c:v>
                </c:pt>
                <c:pt idx="15" formatCode="0%">
                  <c:v>0.33849204214694434</c:v>
                </c:pt>
                <c:pt idx="16" formatCode="0%">
                  <c:v>0.36373070075886316</c:v>
                </c:pt>
                <c:pt idx="17" formatCode="0%">
                  <c:v>0.35887651071590165</c:v>
                </c:pt>
                <c:pt idx="19" formatCode="0%">
                  <c:v>0.36195558412264589</c:v>
                </c:pt>
                <c:pt idx="20" formatCode="0%">
                  <c:v>0.333253744485491</c:v>
                </c:pt>
                <c:pt idx="22" formatCode="0%">
                  <c:v>0.47124878670235198</c:v>
                </c:pt>
                <c:pt idx="23" formatCode="0%">
                  <c:v>0.36735342794880516</c:v>
                </c:pt>
                <c:pt idx="24" formatCode="0%">
                  <c:v>0.18191401968914758</c:v>
                </c:pt>
                <c:pt idx="25" formatCode="0%">
                  <c:v>0.31646834124712736</c:v>
                </c:pt>
                <c:pt idx="27" formatCode="0%">
                  <c:v>0.38316170854582493</c:v>
                </c:pt>
                <c:pt idx="28" formatCode="0%">
                  <c:v>0.39517220912005285</c:v>
                </c:pt>
                <c:pt idx="29" formatCode="0%">
                  <c:v>0.23135818436825414</c:v>
                </c:pt>
                <c:pt idx="31" formatCode="0%">
                  <c:v>0.17997067764530292</c:v>
                </c:pt>
                <c:pt idx="32" formatCode="0%">
                  <c:v>0.74842773897765003</c:v>
                </c:pt>
                <c:pt idx="33" formatCode="0%">
                  <c:v>0.7271295916017102</c:v>
                </c:pt>
                <c:pt idx="34" formatCode="0%">
                  <c:v>6.8304025170909041E-2</c:v>
                </c:pt>
                <c:pt idx="35" formatCode="0%">
                  <c:v>0.5633842065650575</c:v>
                </c:pt>
                <c:pt idx="36" formatCode="0%">
                  <c:v>6.4077281905600081E-2</c:v>
                </c:pt>
                <c:pt idx="38" formatCode="0%">
                  <c:v>0.37537310662635581</c:v>
                </c:pt>
                <c:pt idx="39" formatCode="0%">
                  <c:v>0.61226833577265005</c:v>
                </c:pt>
                <c:pt idx="40" formatCode="0%">
                  <c:v>0.13177706688560573</c:v>
                </c:pt>
                <c:pt idx="41" formatCode="0%">
                  <c:v>5.0687484399302714E-2</c:v>
                </c:pt>
                <c:pt idx="43" formatCode="0%">
                  <c:v>9.842349256704272E-2</c:v>
                </c:pt>
                <c:pt idx="44" formatCode="0%">
                  <c:v>0.62531051127522896</c:v>
                </c:pt>
                <c:pt idx="46" formatCode="0%">
                  <c:v>9.5007979492425822E-3</c:v>
                </c:pt>
                <c:pt idx="47" formatCode="0%">
                  <c:v>1.3665032460279945E-2</c:v>
                </c:pt>
                <c:pt idx="48" formatCode="0%">
                  <c:v>0.35786480526948222</c:v>
                </c:pt>
                <c:pt idx="49" formatCode="0%">
                  <c:v>0.86413556588934104</c:v>
                </c:pt>
                <c:pt idx="51" formatCode="0%">
                  <c:v>0.85415439891703504</c:v>
                </c:pt>
                <c:pt idx="52" formatCode="0%">
                  <c:v>0.71370073319904426</c:v>
                </c:pt>
                <c:pt idx="53" formatCode="0%">
                  <c:v>0.24186957427987577</c:v>
                </c:pt>
                <c:pt idx="54" formatCode="0%">
                  <c:v>4.5779810595321352E-2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Sheet1!$B$271</c:f>
              <c:strCache>
                <c:ptCount val="1"/>
                <c:pt idx="0">
                  <c:v>No lo conoce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Sheet1!$C$266:$BE$266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Sheet1!$C$271:$BE$271</c:f>
              <c:numCache>
                <c:formatCode>General</c:formatCode>
                <c:ptCount val="55"/>
                <c:pt idx="0" formatCode="0%">
                  <c:v>7.5984295173600863E-2</c:v>
                </c:pt>
                <c:pt idx="2" formatCode="0%">
                  <c:v>8.51775780063765E-2</c:v>
                </c:pt>
                <c:pt idx="3" formatCode="0%">
                  <c:v>6.5983593761881704E-2</c:v>
                </c:pt>
                <c:pt idx="5" formatCode="0%">
                  <c:v>1.146336620230976E-2</c:v>
                </c:pt>
                <c:pt idx="6" formatCode="0%">
                  <c:v>0.13842214451378879</c:v>
                </c:pt>
                <c:pt idx="7" formatCode="0%">
                  <c:v>5.3393268704913746E-2</c:v>
                </c:pt>
                <c:pt idx="8" formatCode="0%">
                  <c:v>9.5364698831844077E-2</c:v>
                </c:pt>
                <c:pt idx="10" formatCode="0%">
                  <c:v>0.13033743253630148</c:v>
                </c:pt>
                <c:pt idx="11" formatCode="0%">
                  <c:v>8.4993764957335807E-2</c:v>
                </c:pt>
                <c:pt idx="12" formatCode="0%">
                  <c:v>2.4213405907168199E-2</c:v>
                </c:pt>
                <c:pt idx="14" formatCode="0%">
                  <c:v>0.17151124268589801</c:v>
                </c:pt>
                <c:pt idx="15" formatCode="0%">
                  <c:v>6.9052435430125236E-2</c:v>
                </c:pt>
                <c:pt idx="16" formatCode="0%">
                  <c:v>1.4624168741242553E-2</c:v>
                </c:pt>
                <c:pt idx="17" formatCode="0%">
                  <c:v>2.7609900372564201E-2</c:v>
                </c:pt>
                <c:pt idx="19" formatCode="0%">
                  <c:v>8.2040339545161628E-2</c:v>
                </c:pt>
                <c:pt idx="20" formatCode="0%">
                  <c:v>6.7540030673107918E-2</c:v>
                </c:pt>
                <c:pt idx="22" formatCode="0%">
                  <c:v>3.2295765881004961E-2</c:v>
                </c:pt>
                <c:pt idx="23" formatCode="0%">
                  <c:v>6.1375408172857193E-2</c:v>
                </c:pt>
                <c:pt idx="24" formatCode="0%">
                  <c:v>0.14172746557061136</c:v>
                </c:pt>
                <c:pt idx="25" formatCode="0%">
                  <c:v>6.5088567150448876E-2</c:v>
                </c:pt>
                <c:pt idx="27" formatCode="0%">
                  <c:v>9.4803210358532397E-2</c:v>
                </c:pt>
                <c:pt idx="28" formatCode="0%">
                  <c:v>8.2560999278932096E-2</c:v>
                </c:pt>
                <c:pt idx="29" formatCode="0%">
                  <c:v>3.3622235435263791E-2</c:v>
                </c:pt>
                <c:pt idx="31" formatCode="0%">
                  <c:v>0.13307623921994605</c:v>
                </c:pt>
                <c:pt idx="32" formatCode="0%">
                  <c:v>7.985066419506083E-2</c:v>
                </c:pt>
                <c:pt idx="33" formatCode="0%">
                  <c:v>2.3222467568654852E-2</c:v>
                </c:pt>
                <c:pt idx="34" formatCode="0%">
                  <c:v>0</c:v>
                </c:pt>
                <c:pt idx="35" formatCode="0%">
                  <c:v>0.10551765805232867</c:v>
                </c:pt>
                <c:pt idx="36" formatCode="0%">
                  <c:v>1.5799349025932434E-2</c:v>
                </c:pt>
                <c:pt idx="38" formatCode="0%">
                  <c:v>0.12425702057381387</c:v>
                </c:pt>
                <c:pt idx="39" formatCode="0%">
                  <c:v>9.2167029338923012E-2</c:v>
                </c:pt>
                <c:pt idx="40" formatCode="0%">
                  <c:v>5.7759564552769406E-2</c:v>
                </c:pt>
                <c:pt idx="41" formatCode="0%">
                  <c:v>6.3854357481329602E-3</c:v>
                </c:pt>
                <c:pt idx="43" formatCode="0%">
                  <c:v>4.4823879215786497E-2</c:v>
                </c:pt>
                <c:pt idx="44" formatCode="0%">
                  <c:v>6.3826793798187426E-2</c:v>
                </c:pt>
                <c:pt idx="46" formatCode="0%">
                  <c:v>2.637920511031995E-2</c:v>
                </c:pt>
                <c:pt idx="47" formatCode="0%">
                  <c:v>9.9401589728281434E-2</c:v>
                </c:pt>
                <c:pt idx="48" formatCode="0%">
                  <c:v>0.14067858968955299</c:v>
                </c:pt>
                <c:pt idx="49" formatCode="0%">
                  <c:v>7.4680786703506405E-2</c:v>
                </c:pt>
                <c:pt idx="51" formatCode="0%">
                  <c:v>0.11459829022873751</c:v>
                </c:pt>
                <c:pt idx="52" formatCode="0%">
                  <c:v>3.0122498411919652E-2</c:v>
                </c:pt>
                <c:pt idx="53" formatCode="0%">
                  <c:v>0.16431004485897779</c:v>
                </c:pt>
                <c:pt idx="54" formatCode="0%">
                  <c:v>5.3166102356411372E-2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Sheet1!$B$272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Sheet1!$C$266:$BE$266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Sheet1!$C$272:$BE$272</c:f>
              <c:numCache>
                <c:formatCode>General</c:formatCode>
                <c:ptCount val="55"/>
                <c:pt idx="0" formatCode="0%">
                  <c:v>4.3681253217505593E-2</c:v>
                </c:pt>
                <c:pt idx="2" formatCode="0%">
                  <c:v>2.454426383384779E-2</c:v>
                </c:pt>
                <c:pt idx="3" formatCode="0%">
                  <c:v>6.4513629696184169E-2</c:v>
                </c:pt>
                <c:pt idx="5" formatCode="0%">
                  <c:v>0.11225584831863135</c:v>
                </c:pt>
                <c:pt idx="6" formatCode="0%">
                  <c:v>2.1586745617935322E-2</c:v>
                </c:pt>
                <c:pt idx="7" formatCode="0%">
                  <c:v>1.5726150422267261E-2</c:v>
                </c:pt>
                <c:pt idx="8" formatCode="0%">
                  <c:v>3.3283514167364192E-2</c:v>
                </c:pt>
                <c:pt idx="10" formatCode="0%">
                  <c:v>3.3908097817123235E-2</c:v>
                </c:pt>
                <c:pt idx="11" formatCode="0%">
                  <c:v>7.9382594027168837E-2</c:v>
                </c:pt>
                <c:pt idx="12" formatCode="0%">
                  <c:v>1.1837137771713141E-2</c:v>
                </c:pt>
                <c:pt idx="14" formatCode="0%">
                  <c:v>0.10810029771976022</c:v>
                </c:pt>
                <c:pt idx="15" formatCode="0%">
                  <c:v>1.6414446113439056E-2</c:v>
                </c:pt>
                <c:pt idx="16" formatCode="0%">
                  <c:v>2.0304329121195862E-2</c:v>
                </c:pt>
                <c:pt idx="17" formatCode="0%">
                  <c:v>0.10058530616557843</c:v>
                </c:pt>
                <c:pt idx="19" formatCode="0%">
                  <c:v>1.6796422638583761E-2</c:v>
                </c:pt>
                <c:pt idx="20" formatCode="0%">
                  <c:v>8.1168201220307046E-2</c:v>
                </c:pt>
                <c:pt idx="22" formatCode="0%">
                  <c:v>1.1913947494712291E-2</c:v>
                </c:pt>
                <c:pt idx="23" formatCode="0%">
                  <c:v>4.02349615893255E-3</c:v>
                </c:pt>
                <c:pt idx="24" formatCode="0%">
                  <c:v>0.1957293344775165</c:v>
                </c:pt>
                <c:pt idx="25" formatCode="0%">
                  <c:v>3.8732276063171686E-2</c:v>
                </c:pt>
                <c:pt idx="27" formatCode="0%">
                  <c:v>8.7933558808570064E-3</c:v>
                </c:pt>
                <c:pt idx="28" formatCode="0%">
                  <c:v>2.2491968537549697E-2</c:v>
                </c:pt>
                <c:pt idx="29" formatCode="0%">
                  <c:v>0.11691722919408494</c:v>
                </c:pt>
                <c:pt idx="31" formatCode="0%">
                  <c:v>2.3058357374665946E-2</c:v>
                </c:pt>
                <c:pt idx="32" formatCode="0%">
                  <c:v>6.8196275007294718E-3</c:v>
                </c:pt>
                <c:pt idx="33" formatCode="0%">
                  <c:v>4.9220117888273157E-2</c:v>
                </c:pt>
                <c:pt idx="34" formatCode="0%">
                  <c:v>0.31054699287327292</c:v>
                </c:pt>
                <c:pt idx="35" formatCode="0%">
                  <c:v>1.6141317859060155E-5</c:v>
                </c:pt>
                <c:pt idx="36" formatCode="0%">
                  <c:v>2.7917898272825347E-4</c:v>
                </c:pt>
                <c:pt idx="38" formatCode="0%">
                  <c:v>0.25138666403132115</c:v>
                </c:pt>
                <c:pt idx="39" formatCode="0%">
                  <c:v>1.9108007302102582E-2</c:v>
                </c:pt>
                <c:pt idx="40" formatCode="0%">
                  <c:v>2.673179904921651E-3</c:v>
                </c:pt>
                <c:pt idx="41" formatCode="0%">
                  <c:v>3.683458175375081E-2</c:v>
                </c:pt>
                <c:pt idx="43" formatCode="0%">
                  <c:v>6.5622475190912147E-2</c:v>
                </c:pt>
                <c:pt idx="44" formatCode="0%">
                  <c:v>1.9150375895562989E-2</c:v>
                </c:pt>
                <c:pt idx="46" formatCode="0%">
                  <c:v>3.4397155670732232E-4</c:v>
                </c:pt>
                <c:pt idx="47" formatCode="0%">
                  <c:v>0.14045226868558286</c:v>
                </c:pt>
                <c:pt idx="48" formatCode="0%">
                  <c:v>1.4720211449539146E-2</c:v>
                </c:pt>
                <c:pt idx="49" formatCode="0%">
                  <c:v>2.5649478673090854E-2</c:v>
                </c:pt>
                <c:pt idx="51" formatCode="0%">
                  <c:v>5.3775055974692007E-4</c:v>
                </c:pt>
                <c:pt idx="52" formatCode="0%">
                  <c:v>2.3773734663707177E-2</c:v>
                </c:pt>
                <c:pt idx="53" formatCode="0%">
                  <c:v>3.0376685672227333E-2</c:v>
                </c:pt>
                <c:pt idx="54" formatCode="0%">
                  <c:v>5.9168188548592668E-2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825-496F-8F83-022F45CFE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54400"/>
        <c:axId val="382758712"/>
      </c:barChart>
      <c:catAx>
        <c:axId val="38275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58712"/>
        <c:crosses val="autoZero"/>
        <c:auto val="1"/>
        <c:lblAlgn val="ctr"/>
        <c:lblOffset val="100"/>
        <c:noMultiLvlLbl val="0"/>
      </c:catAx>
      <c:valAx>
        <c:axId val="38275871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54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926428692507996"/>
          <c:h val="3.7975080168766294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Hoja1!$B$2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Hoja1!$C$1:$BE$1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Hoja1!$C$2:$BE$2</c:f>
              <c:numCache>
                <c:formatCode>General</c:formatCode>
                <c:ptCount val="55"/>
                <c:pt idx="0" formatCode="0%">
                  <c:v>7.5907180723250103E-2</c:v>
                </c:pt>
                <c:pt idx="2" formatCode="0%">
                  <c:v>7.4839257670348755E-2</c:v>
                </c:pt>
                <c:pt idx="3" formatCode="0%">
                  <c:v>5.0433122178381876E-2</c:v>
                </c:pt>
                <c:pt idx="5" formatCode="0%">
                  <c:v>4.3194326949998328E-2</c:v>
                </c:pt>
                <c:pt idx="6" formatCode="0%">
                  <c:v>3.3290059110232043E-2</c:v>
                </c:pt>
                <c:pt idx="7" formatCode="0%">
                  <c:v>9.0175217934357316E-2</c:v>
                </c:pt>
                <c:pt idx="8" formatCode="0%">
                  <c:v>8.3339236355602656E-2</c:v>
                </c:pt>
                <c:pt idx="10" formatCode="0%">
                  <c:v>0.13259384735835977</c:v>
                </c:pt>
                <c:pt idx="11" formatCode="0%">
                  <c:v>3.6821278617827774E-2</c:v>
                </c:pt>
                <c:pt idx="12" formatCode="0%">
                  <c:v>3.6883048487747504E-2</c:v>
                </c:pt>
                <c:pt idx="14" formatCode="0%">
                  <c:v>6.0048089512242601E-2</c:v>
                </c:pt>
                <c:pt idx="15" formatCode="0%">
                  <c:v>7.7251622760117461E-2</c:v>
                </c:pt>
                <c:pt idx="16" formatCode="0%">
                  <c:v>4.3833217428248111E-2</c:v>
                </c:pt>
                <c:pt idx="17" formatCode="0%">
                  <c:v>7.6421434822713546E-2</c:v>
                </c:pt>
                <c:pt idx="19" formatCode="0%">
                  <c:v>6.4724502577133802E-2</c:v>
                </c:pt>
                <c:pt idx="20" formatCode="0%">
                  <c:v>6.0245164542719429E-2</c:v>
                </c:pt>
                <c:pt idx="22" formatCode="0%">
                  <c:v>6.9212030107396683E-2</c:v>
                </c:pt>
                <c:pt idx="23" formatCode="0%">
                  <c:v>8.4388205872984082E-2</c:v>
                </c:pt>
                <c:pt idx="24" formatCode="0%">
                  <c:v>5.7867809778407268E-2</c:v>
                </c:pt>
                <c:pt idx="25" formatCode="0%">
                  <c:v>5.8099368087947106E-2</c:v>
                </c:pt>
                <c:pt idx="27" formatCode="0%">
                  <c:v>9.4881454312944424E-2</c:v>
                </c:pt>
                <c:pt idx="28" formatCode="0%">
                  <c:v>3.5762431774748527E-2</c:v>
                </c:pt>
                <c:pt idx="29" formatCode="0%">
                  <c:v>6.4942766384253336E-2</c:v>
                </c:pt>
                <c:pt idx="31" formatCode="0%">
                  <c:v>4.557765841866341E-2</c:v>
                </c:pt>
                <c:pt idx="32" formatCode="0%">
                  <c:v>0.14141765771410761</c:v>
                </c:pt>
                <c:pt idx="33" formatCode="0%">
                  <c:v>0.14118640033377777</c:v>
                </c:pt>
                <c:pt idx="34" formatCode="0%">
                  <c:v>0</c:v>
                </c:pt>
                <c:pt idx="35" formatCode="0%">
                  <c:v>1.3669282650196472E-5</c:v>
                </c:pt>
                <c:pt idx="36" formatCode="0%">
                  <c:v>4.9484889699608244E-3</c:v>
                </c:pt>
                <c:pt idx="38" formatCode="0%">
                  <c:v>0.13277464324214946</c:v>
                </c:pt>
                <c:pt idx="39" formatCode="0%">
                  <c:v>0.12873358623566608</c:v>
                </c:pt>
                <c:pt idx="40" formatCode="0%">
                  <c:v>4.8698229367538268E-4</c:v>
                </c:pt>
                <c:pt idx="41" formatCode="0%">
                  <c:v>6.7156057813721696E-3</c:v>
                </c:pt>
                <c:pt idx="43" formatCode="0%">
                  <c:v>1.0986213860261584E-2</c:v>
                </c:pt>
                <c:pt idx="44" formatCode="0%">
                  <c:v>0.11175079300715757</c:v>
                </c:pt>
                <c:pt idx="46" formatCode="0%">
                  <c:v>5.0003295809588806E-9</c:v>
                </c:pt>
                <c:pt idx="47" formatCode="0%">
                  <c:v>1.9008133206979742E-2</c:v>
                </c:pt>
                <c:pt idx="48" formatCode="0%">
                  <c:v>5.2471940082541219E-2</c:v>
                </c:pt>
                <c:pt idx="49" formatCode="0%">
                  <c:v>0.15407377133762334</c:v>
                </c:pt>
                <c:pt idx="51" formatCode="0%">
                  <c:v>0.15592355725779131</c:v>
                </c:pt>
                <c:pt idx="52" formatCode="0%">
                  <c:v>0.16084313995243643</c:v>
                </c:pt>
                <c:pt idx="53" formatCode="0%">
                  <c:v>1.3406599841652531E-2</c:v>
                </c:pt>
                <c:pt idx="54" formatCode="0%">
                  <c:v>2.1217195111390861E-3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Hoja1!$B$3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Hoja1!$C$1:$BE$1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Hoja1!$C$3:$BE$3</c:f>
              <c:numCache>
                <c:formatCode>General</c:formatCode>
                <c:ptCount val="55"/>
                <c:pt idx="0" formatCode="0%">
                  <c:v>0.101247295002467</c:v>
                </c:pt>
                <c:pt idx="2" formatCode="0%">
                  <c:v>0.10759248889967071</c:v>
                </c:pt>
                <c:pt idx="3" formatCode="0%">
                  <c:v>7.415996819573685E-2</c:v>
                </c:pt>
                <c:pt idx="5" formatCode="0%">
                  <c:v>5.8368625121537503E-2</c:v>
                </c:pt>
                <c:pt idx="6" formatCode="0%">
                  <c:v>8.9203789691518376E-2</c:v>
                </c:pt>
                <c:pt idx="7" formatCode="0%">
                  <c:v>8.1634514060031471E-2</c:v>
                </c:pt>
                <c:pt idx="8" formatCode="0%">
                  <c:v>0.133387667931013</c:v>
                </c:pt>
                <c:pt idx="10" formatCode="0%">
                  <c:v>9.5874815818452419E-2</c:v>
                </c:pt>
                <c:pt idx="11" formatCode="0%">
                  <c:v>9.362548590073573E-2</c:v>
                </c:pt>
                <c:pt idx="12" formatCode="0%">
                  <c:v>8.5140623884808045E-2</c:v>
                </c:pt>
                <c:pt idx="14" formatCode="0%">
                  <c:v>8.4935817302536923E-2</c:v>
                </c:pt>
                <c:pt idx="15" formatCode="0%">
                  <c:v>0.11221408249156059</c:v>
                </c:pt>
                <c:pt idx="16" formatCode="0%">
                  <c:v>7.0114062173376693E-2</c:v>
                </c:pt>
                <c:pt idx="17" formatCode="0%">
                  <c:v>7.7210873354482734E-2</c:v>
                </c:pt>
                <c:pt idx="19" formatCode="0%">
                  <c:v>9.6862409697849511E-2</c:v>
                </c:pt>
                <c:pt idx="20" formatCode="0%">
                  <c:v>8.3022265328884237E-2</c:v>
                </c:pt>
                <c:pt idx="22" formatCode="0%">
                  <c:v>7.5484451546461273E-2</c:v>
                </c:pt>
                <c:pt idx="23" formatCode="0%">
                  <c:v>8.463017866608652E-2</c:v>
                </c:pt>
                <c:pt idx="24" formatCode="0%">
                  <c:v>9.2036645652794763E-2</c:v>
                </c:pt>
                <c:pt idx="25" formatCode="0%">
                  <c:v>6.8832017457044731E-2</c:v>
                </c:pt>
                <c:pt idx="27" formatCode="0%">
                  <c:v>9.6748870835631523E-2</c:v>
                </c:pt>
                <c:pt idx="28" formatCode="0%">
                  <c:v>7.4427374168558477E-2</c:v>
                </c:pt>
                <c:pt idx="29" formatCode="0%">
                  <c:v>5.9626630304588216E-2</c:v>
                </c:pt>
                <c:pt idx="31" formatCode="0%">
                  <c:v>7.0452105568404338E-2</c:v>
                </c:pt>
                <c:pt idx="32" formatCode="0%">
                  <c:v>0.20080794435116048</c:v>
                </c:pt>
                <c:pt idx="33" formatCode="0%">
                  <c:v>0.14908891405867628</c:v>
                </c:pt>
                <c:pt idx="34" formatCode="0%">
                  <c:v>3.3274234508101463E-2</c:v>
                </c:pt>
                <c:pt idx="35" formatCode="0%">
                  <c:v>4.3216523055812292E-2</c:v>
                </c:pt>
                <c:pt idx="36" formatCode="0%">
                  <c:v>2.761482108960105E-2</c:v>
                </c:pt>
                <c:pt idx="38" formatCode="0%">
                  <c:v>7.7988045273961526E-2</c:v>
                </c:pt>
                <c:pt idx="39" formatCode="0%">
                  <c:v>0.14319859176214408</c:v>
                </c:pt>
                <c:pt idx="40" formatCode="0%">
                  <c:v>8.7970668557274673E-2</c:v>
                </c:pt>
                <c:pt idx="41" formatCode="0%">
                  <c:v>3.5525077870547608E-2</c:v>
                </c:pt>
                <c:pt idx="43" formatCode="0%">
                  <c:v>6.6744034625830104E-2</c:v>
                </c:pt>
                <c:pt idx="44" formatCode="0%">
                  <c:v>0.13503716157137549</c:v>
                </c:pt>
                <c:pt idx="46" formatCode="0%">
                  <c:v>5.2366803159453058E-2</c:v>
                </c:pt>
                <c:pt idx="47" formatCode="0%">
                  <c:v>4.1241799402165616E-2</c:v>
                </c:pt>
                <c:pt idx="48" formatCode="0%">
                  <c:v>0.11421771295867289</c:v>
                </c:pt>
                <c:pt idx="49" formatCode="0%">
                  <c:v>0.15388504529709671</c:v>
                </c:pt>
                <c:pt idx="51" formatCode="0%">
                  <c:v>0.20784045831483805</c:v>
                </c:pt>
                <c:pt idx="52" formatCode="0%">
                  <c:v>0.12938246201274661</c:v>
                </c:pt>
                <c:pt idx="53" formatCode="0%">
                  <c:v>3.1300755021341213E-2</c:v>
                </c:pt>
                <c:pt idx="54" formatCode="0%">
                  <c:v>5.1462552240142602E-2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Hoja1!$B$4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Hoja1!$C$1:$BE$1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Hoja1!$C$4:$BE$4</c:f>
              <c:numCache>
                <c:formatCode>General</c:formatCode>
                <c:ptCount val="55"/>
                <c:pt idx="0" formatCode="0%">
                  <c:v>9.0013753708276661E-2</c:v>
                </c:pt>
                <c:pt idx="2" formatCode="0%">
                  <c:v>0.11333373264799547</c:v>
                </c:pt>
                <c:pt idx="3" formatCode="0%">
                  <c:v>6.5632305651558351E-2</c:v>
                </c:pt>
                <c:pt idx="5" formatCode="0%">
                  <c:v>0.13374932077313065</c:v>
                </c:pt>
                <c:pt idx="6" formatCode="0%">
                  <c:v>0.14919427194780435</c:v>
                </c:pt>
                <c:pt idx="7" formatCode="0%">
                  <c:v>4.8583486972117076E-2</c:v>
                </c:pt>
                <c:pt idx="8" formatCode="0%">
                  <c:v>3.1316205848708485E-2</c:v>
                </c:pt>
                <c:pt idx="10" formatCode="0%">
                  <c:v>5.2158114816347849E-2</c:v>
                </c:pt>
                <c:pt idx="11" formatCode="0%">
                  <c:v>0.1221833026563401</c:v>
                </c:pt>
                <c:pt idx="12" formatCode="0%">
                  <c:v>8.4977644796970231E-2</c:v>
                </c:pt>
                <c:pt idx="14" formatCode="0%">
                  <c:v>5.8805909205812107E-2</c:v>
                </c:pt>
                <c:pt idx="15" formatCode="0%">
                  <c:v>0.12581579883699198</c:v>
                </c:pt>
                <c:pt idx="16" formatCode="0%">
                  <c:v>7.4889443313553711E-2</c:v>
                </c:pt>
                <c:pt idx="17" formatCode="0%">
                  <c:v>3.8288109786437916E-2</c:v>
                </c:pt>
                <c:pt idx="19" formatCode="0%">
                  <c:v>0.10928260024150323</c:v>
                </c:pt>
                <c:pt idx="20" formatCode="0%">
                  <c:v>6.1788714130395606E-2</c:v>
                </c:pt>
                <c:pt idx="22" formatCode="0%">
                  <c:v>7.5216670945189565E-2</c:v>
                </c:pt>
                <c:pt idx="23" formatCode="0%">
                  <c:v>6.2935147521861828E-2</c:v>
                </c:pt>
                <c:pt idx="24" formatCode="0%">
                  <c:v>1.6954606346225285E-2</c:v>
                </c:pt>
                <c:pt idx="25" formatCode="0%">
                  <c:v>0.13140250794606131</c:v>
                </c:pt>
                <c:pt idx="27" formatCode="0%">
                  <c:v>6.184704290917576E-2</c:v>
                </c:pt>
                <c:pt idx="28" formatCode="0%">
                  <c:v>6.6356237305450524E-2</c:v>
                </c:pt>
                <c:pt idx="29" formatCode="0%">
                  <c:v>0.12899415893486185</c:v>
                </c:pt>
                <c:pt idx="31" formatCode="0%">
                  <c:v>0.11631273441656464</c:v>
                </c:pt>
                <c:pt idx="32" formatCode="0%">
                  <c:v>0.13373895230430563</c:v>
                </c:pt>
                <c:pt idx="33" formatCode="0%">
                  <c:v>1.5086111459851736E-2</c:v>
                </c:pt>
                <c:pt idx="34" formatCode="0%">
                  <c:v>5.2158334045037294E-2</c:v>
                </c:pt>
                <c:pt idx="35" formatCode="0%">
                  <c:v>2.0372925963389756E-3</c:v>
                </c:pt>
                <c:pt idx="36" formatCode="0%">
                  <c:v>8.2025698690549792E-2</c:v>
                </c:pt>
                <c:pt idx="38" formatCode="0%">
                  <c:v>5.4430328976536026E-2</c:v>
                </c:pt>
                <c:pt idx="39" formatCode="0%">
                  <c:v>9.9617042564165981E-2</c:v>
                </c:pt>
                <c:pt idx="40" formatCode="0%">
                  <c:v>9.9572214825461816E-2</c:v>
                </c:pt>
                <c:pt idx="41" formatCode="0%">
                  <c:v>9.2156479812421477E-2</c:v>
                </c:pt>
                <c:pt idx="43" formatCode="0%">
                  <c:v>0.10720690396465116</c:v>
                </c:pt>
                <c:pt idx="44" formatCode="0%">
                  <c:v>9.1510978875398774E-2</c:v>
                </c:pt>
                <c:pt idx="46" formatCode="0%">
                  <c:v>0.13123333978611601</c:v>
                </c:pt>
                <c:pt idx="47" formatCode="0%">
                  <c:v>7.181093234656527E-2</c:v>
                </c:pt>
                <c:pt idx="48" formatCode="0%">
                  <c:v>0.2169862799881172</c:v>
                </c:pt>
                <c:pt idx="49" formatCode="0%">
                  <c:v>2.261161799998504E-2</c:v>
                </c:pt>
                <c:pt idx="51" formatCode="0%">
                  <c:v>3.1080844726237226E-2</c:v>
                </c:pt>
                <c:pt idx="52" formatCode="0%">
                  <c:v>0.12064580515413054</c:v>
                </c:pt>
                <c:pt idx="53" formatCode="0%">
                  <c:v>5.8471689993607565E-2</c:v>
                </c:pt>
                <c:pt idx="54" formatCode="0%">
                  <c:v>0.10844973777211923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Hoja1!$B$5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Hoja1!$C$1:$BE$1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Hoja1!$C$5:$BE$5</c:f>
              <c:numCache>
                <c:formatCode>General</c:formatCode>
                <c:ptCount val="55"/>
                <c:pt idx="0" formatCode="0%">
                  <c:v>0.12395952388940243</c:v>
                </c:pt>
                <c:pt idx="2" formatCode="0%">
                  <c:v>0.14754566702286093</c:v>
                </c:pt>
                <c:pt idx="3" formatCode="0%">
                  <c:v>9.9302078913883457E-2</c:v>
                </c:pt>
                <c:pt idx="5" formatCode="0%">
                  <c:v>0.1854921015900515</c:v>
                </c:pt>
                <c:pt idx="6" formatCode="0%">
                  <c:v>0.15201219273275379</c:v>
                </c:pt>
                <c:pt idx="7" formatCode="0%">
                  <c:v>9.0161954868587163E-2</c:v>
                </c:pt>
                <c:pt idx="8" formatCode="0%">
                  <c:v>7.443026979504383E-2</c:v>
                </c:pt>
                <c:pt idx="10" formatCode="0%">
                  <c:v>0.13561959593611814</c:v>
                </c:pt>
                <c:pt idx="11" formatCode="0%">
                  <c:v>5.4882032801354376E-2</c:v>
                </c:pt>
                <c:pt idx="12" formatCode="0%">
                  <c:v>0.18853922238566154</c:v>
                </c:pt>
                <c:pt idx="14" formatCode="0%">
                  <c:v>0.21219295142671529</c:v>
                </c:pt>
                <c:pt idx="15" formatCode="0%">
                  <c:v>8.9903103134684345E-2</c:v>
                </c:pt>
                <c:pt idx="16" formatCode="0%">
                  <c:v>9.5289644399768794E-2</c:v>
                </c:pt>
                <c:pt idx="17" formatCode="0%">
                  <c:v>0.13470239577762372</c:v>
                </c:pt>
                <c:pt idx="19" formatCode="0%">
                  <c:v>0.11547679278951703</c:v>
                </c:pt>
                <c:pt idx="20" formatCode="0%">
                  <c:v>0.1363850430096015</c:v>
                </c:pt>
                <c:pt idx="22" formatCode="0%">
                  <c:v>0.14070171066288453</c:v>
                </c:pt>
                <c:pt idx="23" formatCode="0%">
                  <c:v>9.3665835266843342E-2</c:v>
                </c:pt>
                <c:pt idx="24" formatCode="0%">
                  <c:v>0.3227798226844476</c:v>
                </c:pt>
                <c:pt idx="25" formatCode="0%">
                  <c:v>5.638395008187623E-2</c:v>
                </c:pt>
                <c:pt idx="27" formatCode="0%">
                  <c:v>0.17427461869108651</c:v>
                </c:pt>
                <c:pt idx="28" formatCode="0%">
                  <c:v>7.2882701579057796E-2</c:v>
                </c:pt>
                <c:pt idx="29" formatCode="0%">
                  <c:v>0.10852279467761869</c:v>
                </c:pt>
                <c:pt idx="31" formatCode="0%">
                  <c:v>0.21146679915129207</c:v>
                </c:pt>
                <c:pt idx="32" formatCode="0%">
                  <c:v>5.5725361830159519E-2</c:v>
                </c:pt>
                <c:pt idx="33" formatCode="0%">
                  <c:v>4.7917746030939734E-2</c:v>
                </c:pt>
                <c:pt idx="34" formatCode="0%">
                  <c:v>0.16268936172260315</c:v>
                </c:pt>
                <c:pt idx="35" formatCode="0%">
                  <c:v>6.5222861088061997E-3</c:v>
                </c:pt>
                <c:pt idx="36" formatCode="0%">
                  <c:v>0.1126142636825971</c:v>
                </c:pt>
                <c:pt idx="38" formatCode="0%">
                  <c:v>5.0747549320711655E-2</c:v>
                </c:pt>
                <c:pt idx="39" formatCode="0%">
                  <c:v>0.10059834016171001</c:v>
                </c:pt>
                <c:pt idx="40" formatCode="0%">
                  <c:v>0.14536483409262607</c:v>
                </c:pt>
                <c:pt idx="41" formatCode="0%">
                  <c:v>0.15164651530138498</c:v>
                </c:pt>
                <c:pt idx="43" formatCode="0%">
                  <c:v>0.10013683646153439</c:v>
                </c:pt>
                <c:pt idx="44" formatCode="0%">
                  <c:v>0.14224029369121596</c:v>
                </c:pt>
                <c:pt idx="46" formatCode="0%">
                  <c:v>0.26073678753831364</c:v>
                </c:pt>
                <c:pt idx="47" formatCode="0%">
                  <c:v>4.1123032656324714E-2</c:v>
                </c:pt>
                <c:pt idx="48" formatCode="0%">
                  <c:v>4.3792090111160642E-2</c:v>
                </c:pt>
                <c:pt idx="49" formatCode="0%">
                  <c:v>5.7169318535443742E-2</c:v>
                </c:pt>
                <c:pt idx="51" formatCode="0%">
                  <c:v>5.9409017151271268E-2</c:v>
                </c:pt>
                <c:pt idx="52" formatCode="0%">
                  <c:v>3.0564152316480686E-2</c:v>
                </c:pt>
                <c:pt idx="53" formatCode="0%">
                  <c:v>5.3751743264231579E-2</c:v>
                </c:pt>
                <c:pt idx="54" formatCode="0%">
                  <c:v>0.20931824586137135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Hoja1!$B$6</c:f>
              <c:strCache>
                <c:ptCount val="1"/>
                <c:pt idx="0">
                  <c:v>No lo conoce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Hoja1!$C$1:$BE$1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Hoja1!$C$6:$BE$6</c:f>
              <c:numCache>
                <c:formatCode>General</c:formatCode>
                <c:ptCount val="55"/>
                <c:pt idx="0" formatCode="0%">
                  <c:v>0.53715122001149995</c:v>
                </c:pt>
                <c:pt idx="2" formatCode="0%">
                  <c:v>0.49202520312481401</c:v>
                </c:pt>
                <c:pt idx="3" formatCode="0%">
                  <c:v>0.6048390982002364</c:v>
                </c:pt>
                <c:pt idx="5" formatCode="0%">
                  <c:v>0.54335924746526221</c:v>
                </c:pt>
                <c:pt idx="6" formatCode="0%">
                  <c:v>0.47150059429549168</c:v>
                </c:pt>
                <c:pt idx="7" formatCode="0%">
                  <c:v>0.59578919008405018</c:v>
                </c:pt>
                <c:pt idx="8" formatCode="0%">
                  <c:v>0.57975768724331123</c:v>
                </c:pt>
                <c:pt idx="10" formatCode="0%">
                  <c:v>0.47400196413191348</c:v>
                </c:pt>
                <c:pt idx="11" formatCode="0%">
                  <c:v>0.61819514021621891</c:v>
                </c:pt>
                <c:pt idx="12" formatCode="0%">
                  <c:v>0.52795843258663788</c:v>
                </c:pt>
                <c:pt idx="14" formatCode="0%">
                  <c:v>0.51908690483584741</c:v>
                </c:pt>
                <c:pt idx="15" formatCode="0%">
                  <c:v>0.50702556371913476</c:v>
                </c:pt>
                <c:pt idx="16" formatCode="0%">
                  <c:v>0.60690386343502756</c:v>
                </c:pt>
                <c:pt idx="17" formatCode="0%">
                  <c:v>0.66440638992958578</c:v>
                </c:pt>
                <c:pt idx="19" formatCode="0%">
                  <c:v>0.49999583065197806</c:v>
                </c:pt>
                <c:pt idx="20" formatCode="0%">
                  <c:v>0.6162245155348135</c:v>
                </c:pt>
                <c:pt idx="22" formatCode="0%">
                  <c:v>0.47972840826172053</c:v>
                </c:pt>
                <c:pt idx="23" formatCode="0%">
                  <c:v>0.56156882945172659</c:v>
                </c:pt>
                <c:pt idx="24" formatCode="0%">
                  <c:v>0.44995606199866489</c:v>
                </c:pt>
                <c:pt idx="25" formatCode="0%">
                  <c:v>0.63618883253435565</c:v>
                </c:pt>
                <c:pt idx="27" formatCode="0%">
                  <c:v>0.43470153182947302</c:v>
                </c:pt>
                <c:pt idx="28" formatCode="0%">
                  <c:v>0.68934065008537393</c:v>
                </c:pt>
                <c:pt idx="29" formatCode="0%">
                  <c:v>0.58090818838906777</c:v>
                </c:pt>
                <c:pt idx="31" formatCode="0%">
                  <c:v>0.4767678874171799</c:v>
                </c:pt>
                <c:pt idx="32" formatCode="0%">
                  <c:v>0.40530240470610546</c:v>
                </c:pt>
                <c:pt idx="33" formatCode="0%">
                  <c:v>0.59309550004408551</c:v>
                </c:pt>
                <c:pt idx="34" formatCode="0%">
                  <c:v>0.70588413491222179</c:v>
                </c:pt>
                <c:pt idx="35" formatCode="0%">
                  <c:v>0.54129883890573016</c:v>
                </c:pt>
                <c:pt idx="36" formatCode="0%">
                  <c:v>0.7256312535095133</c:v>
                </c:pt>
                <c:pt idx="38" formatCode="0%">
                  <c:v>0.61276876134369351</c:v>
                </c:pt>
                <c:pt idx="39" formatCode="0%">
                  <c:v>0.45996055593498925</c:v>
                </c:pt>
                <c:pt idx="40" formatCode="0%">
                  <c:v>0.62349524746378027</c:v>
                </c:pt>
                <c:pt idx="41" formatCode="0%">
                  <c:v>0.50788468319761126</c:v>
                </c:pt>
                <c:pt idx="43" formatCode="0%">
                  <c:v>0.60696769376291781</c:v>
                </c:pt>
                <c:pt idx="44" formatCode="0%">
                  <c:v>0.45860048871787912</c:v>
                </c:pt>
                <c:pt idx="46" formatCode="0%">
                  <c:v>0.50651119518222731</c:v>
                </c:pt>
                <c:pt idx="47" formatCode="0%">
                  <c:v>0.65671117311469951</c:v>
                </c:pt>
                <c:pt idx="48" formatCode="0%">
                  <c:v>0.55549995365164839</c:v>
                </c:pt>
                <c:pt idx="49" formatCode="0%">
                  <c:v>0.52875694767284609</c:v>
                </c:pt>
                <c:pt idx="51" formatCode="0%">
                  <c:v>0.44332925850893401</c:v>
                </c:pt>
                <c:pt idx="52" formatCode="0%">
                  <c:v>0.49304453235948353</c:v>
                </c:pt>
                <c:pt idx="53" formatCode="0%">
                  <c:v>0.75514899122963608</c:v>
                </c:pt>
                <c:pt idx="54" formatCode="0%">
                  <c:v>0.54876426219232033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Hoja1!$B$7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Hoja1!$C$1:$BE$1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Hoja1!$C$7:$BE$7</c:f>
              <c:numCache>
                <c:formatCode>General</c:formatCode>
                <c:ptCount val="55"/>
                <c:pt idx="0" formatCode="0%">
                  <c:v>7.4721026665103302E-2</c:v>
                </c:pt>
                <c:pt idx="2" formatCode="0%">
                  <c:v>6.4663650634311648E-2</c:v>
                </c:pt>
                <c:pt idx="3" formatCode="0%">
                  <c:v>0.1056334268602023</c:v>
                </c:pt>
                <c:pt idx="5" formatCode="0%">
                  <c:v>3.5836378100019849E-2</c:v>
                </c:pt>
                <c:pt idx="6" formatCode="0%">
                  <c:v>0.10479909222219963</c:v>
                </c:pt>
                <c:pt idx="7" formatCode="0%">
                  <c:v>9.3655636080856045E-2</c:v>
                </c:pt>
                <c:pt idx="8" formatCode="0%">
                  <c:v>9.776893282631928E-2</c:v>
                </c:pt>
                <c:pt idx="10" formatCode="0%">
                  <c:v>0.10975166193880723</c:v>
                </c:pt>
                <c:pt idx="11" formatCode="0%">
                  <c:v>7.4292759807522327E-2</c:v>
                </c:pt>
                <c:pt idx="12" formatCode="0%">
                  <c:v>7.6501027858174545E-2</c:v>
                </c:pt>
                <c:pt idx="14" formatCode="0%">
                  <c:v>6.4930327716844843E-2</c:v>
                </c:pt>
                <c:pt idx="15" formatCode="0%">
                  <c:v>8.7789829057509455E-2</c:v>
                </c:pt>
                <c:pt idx="16" formatCode="0%">
                  <c:v>0.10896976925002527</c:v>
                </c:pt>
                <c:pt idx="17" formatCode="0%">
                  <c:v>8.9707963291561377E-3</c:v>
                </c:pt>
                <c:pt idx="19" formatCode="0%">
                  <c:v>0.11365786404201952</c:v>
                </c:pt>
                <c:pt idx="20" formatCode="0%">
                  <c:v>4.2334297453585717E-2</c:v>
                </c:pt>
                <c:pt idx="22" formatCode="0%">
                  <c:v>0.15965672847634696</c:v>
                </c:pt>
                <c:pt idx="23" formatCode="0%">
                  <c:v>0.11281180322049755</c:v>
                </c:pt>
                <c:pt idx="24" formatCode="0%">
                  <c:v>6.0405053539459817E-2</c:v>
                </c:pt>
                <c:pt idx="25" formatCode="0%">
                  <c:v>4.9093323892714501E-2</c:v>
                </c:pt>
                <c:pt idx="27" formatCode="0%">
                  <c:v>0.13754648142168832</c:v>
                </c:pt>
                <c:pt idx="28" formatCode="0%">
                  <c:v>6.1230605086810351E-2</c:v>
                </c:pt>
                <c:pt idx="29" formatCode="0%">
                  <c:v>5.7005461309609977E-2</c:v>
                </c:pt>
                <c:pt idx="31" formatCode="0%">
                  <c:v>7.9422815027895333E-2</c:v>
                </c:pt>
                <c:pt idx="32" formatCode="0%">
                  <c:v>6.3007679094161245E-2</c:v>
                </c:pt>
                <c:pt idx="33" formatCode="0%">
                  <c:v>5.3625328072668996E-2</c:v>
                </c:pt>
                <c:pt idx="34" formatCode="0%">
                  <c:v>4.5993934812035439E-2</c:v>
                </c:pt>
                <c:pt idx="35" formatCode="0%">
                  <c:v>0.40691139005066207</c:v>
                </c:pt>
                <c:pt idx="36" formatCode="0%">
                  <c:v>4.7165474057777636E-2</c:v>
                </c:pt>
                <c:pt idx="38" formatCode="0%">
                  <c:v>7.1290671842947753E-2</c:v>
                </c:pt>
                <c:pt idx="39" formatCode="0%">
                  <c:v>6.7891883341324247E-2</c:v>
                </c:pt>
                <c:pt idx="40" formatCode="0%">
                  <c:v>4.3110052767181231E-2</c:v>
                </c:pt>
                <c:pt idx="41" formatCode="0%">
                  <c:v>0.2060716380366622</c:v>
                </c:pt>
                <c:pt idx="43" formatCode="0%">
                  <c:v>0.10795831732480489</c:v>
                </c:pt>
                <c:pt idx="44" formatCode="0%">
                  <c:v>6.0860284136973045E-2</c:v>
                </c:pt>
                <c:pt idx="46" formatCode="0%">
                  <c:v>4.9151869333559972E-2</c:v>
                </c:pt>
                <c:pt idx="47" formatCode="0%">
                  <c:v>0.17010492927326468</c:v>
                </c:pt>
                <c:pt idx="48" formatCode="0%">
                  <c:v>1.7032023207859629E-2</c:v>
                </c:pt>
                <c:pt idx="49" formatCode="0%">
                  <c:v>8.3503299157004385E-2</c:v>
                </c:pt>
                <c:pt idx="51" formatCode="0%">
                  <c:v>0.10241686404092785</c:v>
                </c:pt>
                <c:pt idx="52" formatCode="0%">
                  <c:v>6.5519908204722116E-2</c:v>
                </c:pt>
                <c:pt idx="53" formatCode="0%">
                  <c:v>8.7920220649530728E-2</c:v>
                </c:pt>
                <c:pt idx="54" formatCode="0%">
                  <c:v>7.9883482422906743E-2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825-496F-8F83-022F45CFE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59888"/>
        <c:axId val="382757144"/>
      </c:barChart>
      <c:catAx>
        <c:axId val="382759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57144"/>
        <c:crosses val="autoZero"/>
        <c:auto val="1"/>
        <c:lblAlgn val="ctr"/>
        <c:lblOffset val="100"/>
        <c:noMultiLvlLbl val="0"/>
      </c:catAx>
      <c:valAx>
        <c:axId val="38275714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59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926428692507996"/>
          <c:h val="3.7975080168766294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Hoja1!$B$10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Hoja1!$C$9:$BE$9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Hoja1!$C$10:$BE$10</c:f>
              <c:numCache>
                <c:formatCode>General</c:formatCode>
                <c:ptCount val="55"/>
                <c:pt idx="0" formatCode="0%">
                  <c:v>3.6747304534647564E-2</c:v>
                </c:pt>
                <c:pt idx="2" formatCode="0%">
                  <c:v>4.5658042193342269E-2</c:v>
                </c:pt>
                <c:pt idx="3" formatCode="0%">
                  <c:v>2.7228776335435193E-2</c:v>
                </c:pt>
                <c:pt idx="5" formatCode="0%">
                  <c:v>1.9902400439227527E-2</c:v>
                </c:pt>
                <c:pt idx="6" formatCode="0%">
                  <c:v>2.2633656003534296E-2</c:v>
                </c:pt>
                <c:pt idx="7" formatCode="0%">
                  <c:v>3.8493644395103131E-2</c:v>
                </c:pt>
                <c:pt idx="8" formatCode="0%">
                  <c:v>6.5324473912015735E-2</c:v>
                </c:pt>
                <c:pt idx="10" formatCode="0%">
                  <c:v>3.8037439975519054E-2</c:v>
                </c:pt>
                <c:pt idx="11" formatCode="0%">
                  <c:v>3.9956707871111739E-2</c:v>
                </c:pt>
                <c:pt idx="12" formatCode="0%">
                  <c:v>3.233876880927701E-2</c:v>
                </c:pt>
                <c:pt idx="14" formatCode="0%">
                  <c:v>7.6727629142733761E-2</c:v>
                </c:pt>
                <c:pt idx="15" formatCode="0%">
                  <c:v>2.9513275198390074E-2</c:v>
                </c:pt>
                <c:pt idx="16" formatCode="0%">
                  <c:v>1.1775578137147484E-2</c:v>
                </c:pt>
                <c:pt idx="17" formatCode="0%">
                  <c:v>5.0480103589138264E-2</c:v>
                </c:pt>
                <c:pt idx="19" formatCode="0%">
                  <c:v>4.3206047493353425E-2</c:v>
                </c:pt>
                <c:pt idx="20" formatCode="0%">
                  <c:v>2.741026661706308E-2</c:v>
                </c:pt>
                <c:pt idx="22" formatCode="0%">
                  <c:v>8.9415044901884674E-3</c:v>
                </c:pt>
                <c:pt idx="23" formatCode="0%">
                  <c:v>8.7117210038920062E-2</c:v>
                </c:pt>
                <c:pt idx="24" formatCode="0%">
                  <c:v>5.8178625351926423E-2</c:v>
                </c:pt>
                <c:pt idx="25" formatCode="0%">
                  <c:v>1.1055122289080194E-2</c:v>
                </c:pt>
                <c:pt idx="27" formatCode="0%">
                  <c:v>6.7226758323609109E-2</c:v>
                </c:pt>
                <c:pt idx="28" formatCode="0%">
                  <c:v>3.3104078512317212E-2</c:v>
                </c:pt>
                <c:pt idx="29" formatCode="0%">
                  <c:v>1.0464416776988582E-2</c:v>
                </c:pt>
                <c:pt idx="31" formatCode="0%">
                  <c:v>1.5691023544801359E-2</c:v>
                </c:pt>
                <c:pt idx="32" formatCode="0%">
                  <c:v>0.1090848522274538</c:v>
                </c:pt>
                <c:pt idx="33" formatCode="0%">
                  <c:v>7.9020385507163976E-2</c:v>
                </c:pt>
                <c:pt idx="34" formatCode="0%">
                  <c:v>0</c:v>
                </c:pt>
                <c:pt idx="35" formatCode="0%">
                  <c:v>0</c:v>
                </c:pt>
                <c:pt idx="36" formatCode="0%">
                  <c:v>0</c:v>
                </c:pt>
                <c:pt idx="38" formatCode="0%">
                  <c:v>8.6353484577343029E-2</c:v>
                </c:pt>
                <c:pt idx="39" formatCode="0%">
                  <c:v>7.565595493271024E-2</c:v>
                </c:pt>
                <c:pt idx="40" formatCode="0%">
                  <c:v>1.0736523506287673E-4</c:v>
                </c:pt>
                <c:pt idx="41" formatCode="0%">
                  <c:v>2.4037099665827895E-7</c:v>
                </c:pt>
                <c:pt idx="43" formatCode="0%">
                  <c:v>5.021133837120593E-3</c:v>
                </c:pt>
                <c:pt idx="44" formatCode="0%">
                  <c:v>6.5007190253160485E-2</c:v>
                </c:pt>
                <c:pt idx="46" formatCode="0%">
                  <c:v>7.8718578677647623E-3</c:v>
                </c:pt>
                <c:pt idx="47" formatCode="0%">
                  <c:v>9.2875542354136781E-3</c:v>
                </c:pt>
                <c:pt idx="48" formatCode="0%">
                  <c:v>2.0097758697736458E-4</c:v>
                </c:pt>
                <c:pt idx="49" formatCode="0%">
                  <c:v>9.6102676958638444E-2</c:v>
                </c:pt>
                <c:pt idx="51" formatCode="0%">
                  <c:v>0.16512798372230147</c:v>
                </c:pt>
                <c:pt idx="52" formatCode="0%">
                  <c:v>2.780167793236079E-2</c:v>
                </c:pt>
                <c:pt idx="53" formatCode="0%">
                  <c:v>2.1746435401134575E-2</c:v>
                </c:pt>
                <c:pt idx="54" formatCode="0%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Hoja1!$B$11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Hoja1!$C$9:$BE$9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Hoja1!$C$11:$BE$11</c:f>
              <c:numCache>
                <c:formatCode>General</c:formatCode>
                <c:ptCount val="55"/>
                <c:pt idx="0" formatCode="0%">
                  <c:v>0.122967149158734</c:v>
                </c:pt>
                <c:pt idx="2" formatCode="0%">
                  <c:v>0.14908882654169694</c:v>
                </c:pt>
                <c:pt idx="3" formatCode="0%">
                  <c:v>0.11574606471189058</c:v>
                </c:pt>
                <c:pt idx="5" formatCode="0%">
                  <c:v>0.2575752007643064</c:v>
                </c:pt>
                <c:pt idx="6" formatCode="0%">
                  <c:v>0.11230647832557987</c:v>
                </c:pt>
                <c:pt idx="7" formatCode="0%">
                  <c:v>8.1121897727595413E-2</c:v>
                </c:pt>
                <c:pt idx="8" formatCode="0%">
                  <c:v>9.6887079807403201E-2</c:v>
                </c:pt>
                <c:pt idx="10" formatCode="0%">
                  <c:v>9.0147532044909037E-2</c:v>
                </c:pt>
                <c:pt idx="11" formatCode="0%">
                  <c:v>0.17038428794003113</c:v>
                </c:pt>
                <c:pt idx="12" formatCode="0%">
                  <c:v>0.12565664746686567</c:v>
                </c:pt>
                <c:pt idx="14" formatCode="0%">
                  <c:v>6.2547692779600733E-2</c:v>
                </c:pt>
                <c:pt idx="15" formatCode="0%">
                  <c:v>0.19466515524711606</c:v>
                </c:pt>
                <c:pt idx="16" formatCode="0%">
                  <c:v>0.12316824464942315</c:v>
                </c:pt>
                <c:pt idx="17" formatCode="0%">
                  <c:v>1.8377503491377085E-2</c:v>
                </c:pt>
                <c:pt idx="19" formatCode="0%">
                  <c:v>0.16491041066217185</c:v>
                </c:pt>
                <c:pt idx="20" formatCode="0%">
                  <c:v>8.6788589990824783E-2</c:v>
                </c:pt>
                <c:pt idx="22" formatCode="0%">
                  <c:v>0.19342440815161022</c:v>
                </c:pt>
                <c:pt idx="23" formatCode="0%">
                  <c:v>0.18892548207300883</c:v>
                </c:pt>
                <c:pt idx="24" formatCode="0%">
                  <c:v>3.8293327029409942E-2</c:v>
                </c:pt>
                <c:pt idx="25" formatCode="0%">
                  <c:v>7.1466553270319588E-2</c:v>
                </c:pt>
                <c:pt idx="27" formatCode="0%">
                  <c:v>0.18651637277713476</c:v>
                </c:pt>
                <c:pt idx="28" formatCode="0%">
                  <c:v>0.1031435737236415</c:v>
                </c:pt>
                <c:pt idx="29" formatCode="0%">
                  <c:v>6.0682561807256084E-2</c:v>
                </c:pt>
                <c:pt idx="31" formatCode="0%">
                  <c:v>0.15280086014178026</c:v>
                </c:pt>
                <c:pt idx="32" formatCode="0%">
                  <c:v>0.22069366378020999</c:v>
                </c:pt>
                <c:pt idx="33" formatCode="0%">
                  <c:v>0.24524689758590903</c:v>
                </c:pt>
                <c:pt idx="34" formatCode="0%">
                  <c:v>1.7856692994268616E-2</c:v>
                </c:pt>
                <c:pt idx="35" formatCode="0%">
                  <c:v>4.2424162504791002E-2</c:v>
                </c:pt>
                <c:pt idx="36" formatCode="0%">
                  <c:v>3.3330464008271526E-2</c:v>
                </c:pt>
                <c:pt idx="38" formatCode="0%">
                  <c:v>3.8890484019776704E-2</c:v>
                </c:pt>
                <c:pt idx="39" formatCode="0%">
                  <c:v>0.22139038328908053</c:v>
                </c:pt>
                <c:pt idx="40" formatCode="0%">
                  <c:v>9.6870685891507491E-2</c:v>
                </c:pt>
                <c:pt idx="41" formatCode="0%">
                  <c:v>2.6046528463066786E-2</c:v>
                </c:pt>
                <c:pt idx="43" formatCode="0%">
                  <c:v>8.595447845551614E-2</c:v>
                </c:pt>
                <c:pt idx="44" formatCode="0%">
                  <c:v>0.19171695785691908</c:v>
                </c:pt>
                <c:pt idx="46" formatCode="0%">
                  <c:v>5.1485330223277857E-2</c:v>
                </c:pt>
                <c:pt idx="47" formatCode="0%">
                  <c:v>6.868794304510592E-2</c:v>
                </c:pt>
                <c:pt idx="48" formatCode="0%">
                  <c:v>0.20810871550363733</c:v>
                </c:pt>
                <c:pt idx="49" formatCode="0%">
                  <c:v>0.17564896131231705</c:v>
                </c:pt>
                <c:pt idx="51" formatCode="0%">
                  <c:v>0.19565051330927072</c:v>
                </c:pt>
                <c:pt idx="52" formatCode="0%">
                  <c:v>0.15446717343514429</c:v>
                </c:pt>
                <c:pt idx="53" formatCode="0%">
                  <c:v>0.21097718130541526</c:v>
                </c:pt>
                <c:pt idx="54" formatCode="0%">
                  <c:v>8.5252431060611006E-2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Hoja1!$B$12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Hoja1!$C$9:$BE$9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Hoja1!$C$12:$BE$12</c:f>
              <c:numCache>
                <c:formatCode>General</c:formatCode>
                <c:ptCount val="55"/>
                <c:pt idx="0" formatCode="0%">
                  <c:v>9.8461095813249078E-2</c:v>
                </c:pt>
                <c:pt idx="2" formatCode="0%">
                  <c:v>0.1383228714440046</c:v>
                </c:pt>
                <c:pt idx="3" formatCode="0%">
                  <c:v>5.5880936304379639E-2</c:v>
                </c:pt>
                <c:pt idx="5" formatCode="0%">
                  <c:v>0.17088391857711746</c:v>
                </c:pt>
                <c:pt idx="6" formatCode="0%">
                  <c:v>0.13236089922225885</c:v>
                </c:pt>
                <c:pt idx="7" formatCode="0%">
                  <c:v>6.9787026623467613E-2</c:v>
                </c:pt>
                <c:pt idx="8" formatCode="0%">
                  <c:v>2.7077550231463458E-2</c:v>
                </c:pt>
                <c:pt idx="10" formatCode="0%">
                  <c:v>9.1923632786964457E-2</c:v>
                </c:pt>
                <c:pt idx="11" formatCode="0%">
                  <c:v>9.867602871365197E-2</c:v>
                </c:pt>
                <c:pt idx="12" formatCode="0%">
                  <c:v>0.10321288828417188</c:v>
                </c:pt>
                <c:pt idx="14" formatCode="0%">
                  <c:v>5.9494393373440403E-2</c:v>
                </c:pt>
                <c:pt idx="15" formatCode="0%">
                  <c:v>0.14478397247691463</c:v>
                </c:pt>
                <c:pt idx="16" formatCode="0%">
                  <c:v>6.9125851967832067E-2</c:v>
                </c:pt>
                <c:pt idx="17" formatCode="0%">
                  <c:v>7.9940519783114214E-2</c:v>
                </c:pt>
                <c:pt idx="19" formatCode="0%">
                  <c:v>0.11616350510101127</c:v>
                </c:pt>
                <c:pt idx="20" formatCode="0%">
                  <c:v>7.2869727986845587E-2</c:v>
                </c:pt>
                <c:pt idx="22" formatCode="0%">
                  <c:v>0.11598314880828953</c:v>
                </c:pt>
                <c:pt idx="23" formatCode="0%">
                  <c:v>5.0549788858603513E-2</c:v>
                </c:pt>
                <c:pt idx="24" formatCode="0%">
                  <c:v>9.6248429349681079E-3</c:v>
                </c:pt>
                <c:pt idx="25" formatCode="0%">
                  <c:v>0.13555283441482618</c:v>
                </c:pt>
                <c:pt idx="27" formatCode="0%">
                  <c:v>5.9662783825417016E-2</c:v>
                </c:pt>
                <c:pt idx="28" formatCode="0%">
                  <c:v>7.3773169287586579E-2</c:v>
                </c:pt>
                <c:pt idx="29" formatCode="0%">
                  <c:v>0.13876276400417509</c:v>
                </c:pt>
                <c:pt idx="31" formatCode="0%">
                  <c:v>0.12994823918230752</c:v>
                </c:pt>
                <c:pt idx="32" formatCode="0%">
                  <c:v>0.14979205659110445</c:v>
                </c:pt>
                <c:pt idx="33" formatCode="0%">
                  <c:v>3.6710330574454435E-2</c:v>
                </c:pt>
                <c:pt idx="34" formatCode="0%">
                  <c:v>3.0697087767824913E-2</c:v>
                </c:pt>
                <c:pt idx="35" formatCode="0%">
                  <c:v>2.4427308713863647E-3</c:v>
                </c:pt>
                <c:pt idx="36" formatCode="0%">
                  <c:v>9.0474275862782616E-2</c:v>
                </c:pt>
                <c:pt idx="38" formatCode="0%">
                  <c:v>3.167235966501146E-2</c:v>
                </c:pt>
                <c:pt idx="39" formatCode="0%">
                  <c:v>0.13129981673806071</c:v>
                </c:pt>
                <c:pt idx="40" formatCode="0%">
                  <c:v>0.11703065221881145</c:v>
                </c:pt>
                <c:pt idx="41" formatCode="0%">
                  <c:v>9.9107326342233015E-2</c:v>
                </c:pt>
                <c:pt idx="43" formatCode="0%">
                  <c:v>0.10036284967771456</c:v>
                </c:pt>
                <c:pt idx="44" formatCode="0%">
                  <c:v>0.12612608812288914</c:v>
                </c:pt>
                <c:pt idx="46" formatCode="0%">
                  <c:v>0.12204048045595775</c:v>
                </c:pt>
                <c:pt idx="47" formatCode="0%">
                  <c:v>6.1200061435329051E-2</c:v>
                </c:pt>
                <c:pt idx="48" formatCode="0%">
                  <c:v>0.26492432590740445</c:v>
                </c:pt>
                <c:pt idx="49" formatCode="0%">
                  <c:v>4.2371297632182107E-2</c:v>
                </c:pt>
                <c:pt idx="51" formatCode="0%">
                  <c:v>4.245656344043805E-2</c:v>
                </c:pt>
                <c:pt idx="52" formatCode="0%">
                  <c:v>0.18698787316271837</c:v>
                </c:pt>
                <c:pt idx="53" formatCode="0%">
                  <c:v>5.1628612985044509E-2</c:v>
                </c:pt>
                <c:pt idx="54" formatCode="0%">
                  <c:v>9.480669557887951E-2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Hoja1!$B$13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Hoja1!$C$9:$BE$9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Hoja1!$C$13:$BE$13</c:f>
              <c:numCache>
                <c:formatCode>General</c:formatCode>
                <c:ptCount val="55"/>
                <c:pt idx="0" formatCode="0%">
                  <c:v>0.12907727710210487</c:v>
                </c:pt>
                <c:pt idx="2" formatCode="0%">
                  <c:v>0.11821087743459756</c:v>
                </c:pt>
                <c:pt idx="3" formatCode="0%">
                  <c:v>0.14068473839121634</c:v>
                </c:pt>
                <c:pt idx="5" formatCode="0%">
                  <c:v>0.14828599229241532</c:v>
                </c:pt>
                <c:pt idx="6" formatCode="0%">
                  <c:v>0.18410185107655089</c:v>
                </c:pt>
                <c:pt idx="7" formatCode="0%">
                  <c:v>0.12854885351304429</c:v>
                </c:pt>
                <c:pt idx="8" formatCode="0%">
                  <c:v>5.3493053335219864E-2</c:v>
                </c:pt>
                <c:pt idx="10" formatCode="0%">
                  <c:v>0.17744191419681851</c:v>
                </c:pt>
                <c:pt idx="11" formatCode="0%">
                  <c:v>8.9159835277949503E-2</c:v>
                </c:pt>
                <c:pt idx="12" formatCode="0%">
                  <c:v>0.13483143966721028</c:v>
                </c:pt>
                <c:pt idx="14" formatCode="0%">
                  <c:v>0.18731253506309278</c:v>
                </c:pt>
                <c:pt idx="15" formatCode="0%">
                  <c:v>6.5653680226961955E-2</c:v>
                </c:pt>
                <c:pt idx="16" formatCode="0%">
                  <c:v>0.17577811285219294</c:v>
                </c:pt>
                <c:pt idx="17" formatCode="0%">
                  <c:v>8.4976872321047961E-2</c:v>
                </c:pt>
                <c:pt idx="19" formatCode="0%">
                  <c:v>0.14803367343260981</c:v>
                </c:pt>
                <c:pt idx="20" formatCode="0%">
                  <c:v>0.10167309141917606</c:v>
                </c:pt>
                <c:pt idx="22" formatCode="0%">
                  <c:v>0.20898538867659167</c:v>
                </c:pt>
                <c:pt idx="23" formatCode="0%">
                  <c:v>0.14372310616916456</c:v>
                </c:pt>
                <c:pt idx="24" formatCode="0%">
                  <c:v>0.19296114281002624</c:v>
                </c:pt>
                <c:pt idx="25" formatCode="0%">
                  <c:v>7.7001252257628536E-2</c:v>
                </c:pt>
                <c:pt idx="27" formatCode="0%">
                  <c:v>0.19634021712526473</c:v>
                </c:pt>
                <c:pt idx="28" formatCode="0%">
                  <c:v>9.5885447583650543E-2</c:v>
                </c:pt>
                <c:pt idx="29" formatCode="0%">
                  <c:v>0.10705463425524368</c:v>
                </c:pt>
                <c:pt idx="31" formatCode="0%">
                  <c:v>0.15354466415587514</c:v>
                </c:pt>
                <c:pt idx="32" formatCode="0%">
                  <c:v>4.1057069083176009E-2</c:v>
                </c:pt>
                <c:pt idx="33" formatCode="0%">
                  <c:v>1.6093160982670426E-2</c:v>
                </c:pt>
                <c:pt idx="34" formatCode="0%">
                  <c:v>0.16587206413204073</c:v>
                </c:pt>
                <c:pt idx="35" formatCode="0%">
                  <c:v>0.41220883330375729</c:v>
                </c:pt>
                <c:pt idx="36" formatCode="0%">
                  <c:v>0.20325488890150523</c:v>
                </c:pt>
                <c:pt idx="38" formatCode="0%">
                  <c:v>8.7378600531142367E-2</c:v>
                </c:pt>
                <c:pt idx="39" formatCode="0%">
                  <c:v>5.6648205741993161E-2</c:v>
                </c:pt>
                <c:pt idx="40" formatCode="0%">
                  <c:v>0.17657405708107304</c:v>
                </c:pt>
                <c:pt idx="41" formatCode="0%">
                  <c:v>0.30325661772379009</c:v>
                </c:pt>
                <c:pt idx="43" formatCode="0%">
                  <c:v>0.16890697932986135</c:v>
                </c:pt>
                <c:pt idx="44" formatCode="0%">
                  <c:v>0.10478362968718696</c:v>
                </c:pt>
                <c:pt idx="46" formatCode="0%">
                  <c:v>0.28512172166082639</c:v>
                </c:pt>
                <c:pt idx="47" formatCode="0%">
                  <c:v>0.14078986694897541</c:v>
                </c:pt>
                <c:pt idx="48" formatCode="0%">
                  <c:v>3.3180757301233203E-2</c:v>
                </c:pt>
                <c:pt idx="49" formatCode="0%">
                  <c:v>3.6489230078159803E-2</c:v>
                </c:pt>
                <c:pt idx="51" formatCode="0%">
                  <c:v>5.6203842688448427E-2</c:v>
                </c:pt>
                <c:pt idx="52" formatCode="0%">
                  <c:v>9.0795521184202515E-4</c:v>
                </c:pt>
                <c:pt idx="53" formatCode="0%">
                  <c:v>8.8954034746268215E-2</c:v>
                </c:pt>
                <c:pt idx="54" formatCode="0%">
                  <c:v>0.22575481704681397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Hoja1!$B$14</c:f>
              <c:strCache>
                <c:ptCount val="1"/>
                <c:pt idx="0">
                  <c:v>No lo conoce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Hoja1!$C$9:$BE$9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Hoja1!$C$14:$BE$14</c:f>
              <c:numCache>
                <c:formatCode>General</c:formatCode>
                <c:ptCount val="55"/>
                <c:pt idx="0" formatCode="0%">
                  <c:v>0.53038542072582018</c:v>
                </c:pt>
                <c:pt idx="2" formatCode="0%">
                  <c:v>0.48098708401953921</c:v>
                </c:pt>
                <c:pt idx="3" formatCode="0%">
                  <c:v>0.58315255716563896</c:v>
                </c:pt>
                <c:pt idx="5" formatCode="0%">
                  <c:v>0.4033524879269334</c:v>
                </c:pt>
                <c:pt idx="6" formatCode="0%">
                  <c:v>0.53531587557853422</c:v>
                </c:pt>
                <c:pt idx="7" formatCode="0%">
                  <c:v>0.5295561096735909</c:v>
                </c:pt>
                <c:pt idx="8" formatCode="0%">
                  <c:v>0.64265328065244032</c:v>
                </c:pt>
                <c:pt idx="10" formatCode="0%">
                  <c:v>0.49418455745585904</c:v>
                </c:pt>
                <c:pt idx="11" formatCode="0%">
                  <c:v>0.53546574879037545</c:v>
                </c:pt>
                <c:pt idx="12" formatCode="0%">
                  <c:v>0.55254611890281424</c:v>
                </c:pt>
                <c:pt idx="14" formatCode="0%">
                  <c:v>0.5741011142928677</c:v>
                </c:pt>
                <c:pt idx="15" formatCode="0%">
                  <c:v>0.48911456928834274</c:v>
                </c:pt>
                <c:pt idx="16" formatCode="0%">
                  <c:v>0.52034225693970426</c:v>
                </c:pt>
                <c:pt idx="17" formatCode="0%">
                  <c:v>0.735853704872799</c:v>
                </c:pt>
                <c:pt idx="19" formatCode="0%">
                  <c:v>0.46339936423623823</c:v>
                </c:pt>
                <c:pt idx="20" formatCode="0%">
                  <c:v>0.6272233586018946</c:v>
                </c:pt>
                <c:pt idx="22" formatCode="0%">
                  <c:v>0.44078166131989055</c:v>
                </c:pt>
                <c:pt idx="23" formatCode="0%">
                  <c:v>0.42647386836714901</c:v>
                </c:pt>
                <c:pt idx="24" formatCode="0%">
                  <c:v>0.62810736969480174</c:v>
                </c:pt>
                <c:pt idx="25" formatCode="0%">
                  <c:v>0.62718239609662607</c:v>
                </c:pt>
                <c:pt idx="27" formatCode="0%">
                  <c:v>0.40821077686517443</c:v>
                </c:pt>
                <c:pt idx="28" formatCode="0%">
                  <c:v>0.63757438941980271</c:v>
                </c:pt>
                <c:pt idx="29" formatCode="0%">
                  <c:v>0.59749126658393892</c:v>
                </c:pt>
                <c:pt idx="31" formatCode="0%">
                  <c:v>0.46509765456226337</c:v>
                </c:pt>
                <c:pt idx="32" formatCode="0%">
                  <c:v>0.41323673846023562</c:v>
                </c:pt>
                <c:pt idx="33" formatCode="0%">
                  <c:v>0.51793087869163235</c:v>
                </c:pt>
                <c:pt idx="34" formatCode="0%">
                  <c:v>0.71585296051998415</c:v>
                </c:pt>
                <c:pt idx="35" formatCode="0%">
                  <c:v>0.54078329001031</c:v>
                </c:pt>
                <c:pt idx="36" formatCode="0%">
                  <c:v>0.63922552207876104</c:v>
                </c:pt>
                <c:pt idx="38" formatCode="0%">
                  <c:v>0.69293858517341012</c:v>
                </c:pt>
                <c:pt idx="39" formatCode="0%">
                  <c:v>0.44066331717482293</c:v>
                </c:pt>
                <c:pt idx="40" formatCode="0%">
                  <c:v>0.58326859156674071</c:v>
                </c:pt>
                <c:pt idx="41" formatCode="0%">
                  <c:v>0.42550382478617282</c:v>
                </c:pt>
                <c:pt idx="43" formatCode="0%">
                  <c:v>0.56977370676523331</c:v>
                </c:pt>
                <c:pt idx="44" formatCode="0%">
                  <c:v>0.44198747117463094</c:v>
                </c:pt>
                <c:pt idx="46" formatCode="0%">
                  <c:v>0.47379909608928245</c:v>
                </c:pt>
                <c:pt idx="47" formatCode="0%">
                  <c:v>0.63095811652976008</c:v>
                </c:pt>
                <c:pt idx="48" formatCode="0%">
                  <c:v>0.49285602179577831</c:v>
                </c:pt>
                <c:pt idx="49" formatCode="0%">
                  <c:v>0.5519667996774128</c:v>
                </c:pt>
                <c:pt idx="51" formatCode="0%">
                  <c:v>0.48246009495906406</c:v>
                </c:pt>
                <c:pt idx="52" formatCode="0%">
                  <c:v>0.50193956652859029</c:v>
                </c:pt>
                <c:pt idx="53" formatCode="0%">
                  <c:v>0.54189503719774723</c:v>
                </c:pt>
                <c:pt idx="54" formatCode="0%">
                  <c:v>0.54576613914696048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Hoja1!$B$15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Hoja1!$C$9:$BE$9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Hoja1!$C$15:$BE$15</c:f>
              <c:numCache>
                <c:formatCode>General</c:formatCode>
                <c:ptCount val="55"/>
                <c:pt idx="0" formatCode="0%">
                  <c:v>8.2361752665444599E-2</c:v>
                </c:pt>
                <c:pt idx="2" formatCode="0%">
                  <c:v>6.7732298366820695E-2</c:v>
                </c:pt>
                <c:pt idx="3" formatCode="0%">
                  <c:v>7.7306927091438771E-2</c:v>
                </c:pt>
                <c:pt idx="5" formatCode="0%">
                  <c:v>0</c:v>
                </c:pt>
                <c:pt idx="6" formatCode="0%">
                  <c:v>1.3281239793541573E-2</c:v>
                </c:pt>
                <c:pt idx="7" formatCode="0%">
                  <c:v>0.15249246806719799</c:v>
                </c:pt>
                <c:pt idx="8" formatCode="0%">
                  <c:v>0.11456456206145596</c:v>
                </c:pt>
                <c:pt idx="10" formatCode="0%">
                  <c:v>0.10826492353992903</c:v>
                </c:pt>
                <c:pt idx="11" formatCode="0%">
                  <c:v>6.635739140687931E-2</c:v>
                </c:pt>
                <c:pt idx="12" formatCode="0%">
                  <c:v>5.1414136869660468E-2</c:v>
                </c:pt>
                <c:pt idx="14" formatCode="0%">
                  <c:v>3.9816635348263338E-2</c:v>
                </c:pt>
                <c:pt idx="15" formatCode="0%">
                  <c:v>7.6269347562273132E-2</c:v>
                </c:pt>
                <c:pt idx="16" formatCode="0%">
                  <c:v>9.9809955453700583E-2</c:v>
                </c:pt>
                <c:pt idx="17" formatCode="0%">
                  <c:v>3.037129594252351E-2</c:v>
                </c:pt>
                <c:pt idx="19" formatCode="0%">
                  <c:v>6.4286999074616644E-2</c:v>
                </c:pt>
                <c:pt idx="20" formatCode="0%">
                  <c:v>8.4034965384196011E-2</c:v>
                </c:pt>
                <c:pt idx="22" formatCode="0%">
                  <c:v>3.1883888553429218E-2</c:v>
                </c:pt>
                <c:pt idx="23" formatCode="0%">
                  <c:v>0.10321054449315384</c:v>
                </c:pt>
                <c:pt idx="24" formatCode="0%">
                  <c:v>7.2834692178867039E-2</c:v>
                </c:pt>
                <c:pt idx="25" formatCode="0%">
                  <c:v>7.7741841671519082E-2</c:v>
                </c:pt>
                <c:pt idx="27" formatCode="0%">
                  <c:v>8.2043091083399744E-2</c:v>
                </c:pt>
                <c:pt idx="28" formatCode="0%">
                  <c:v>5.6519341473001056E-2</c:v>
                </c:pt>
                <c:pt idx="29" formatCode="0%">
                  <c:v>8.5544356572397576E-2</c:v>
                </c:pt>
                <c:pt idx="31" formatCode="0%">
                  <c:v>8.2917558412971909E-2</c:v>
                </c:pt>
                <c:pt idx="32" formatCode="0%">
                  <c:v>6.6135619857820155E-2</c:v>
                </c:pt>
                <c:pt idx="33" formatCode="0%">
                  <c:v>0.10499834665816986</c:v>
                </c:pt>
                <c:pt idx="34" formatCode="0%">
                  <c:v>6.9721194585880525E-2</c:v>
                </c:pt>
                <c:pt idx="35" formatCode="0%">
                  <c:v>2.1409833097552405E-3</c:v>
                </c:pt>
                <c:pt idx="36" formatCode="0%">
                  <c:v>3.3714849148679553E-2</c:v>
                </c:pt>
                <c:pt idx="38" formatCode="0%">
                  <c:v>6.2766486033316055E-2</c:v>
                </c:pt>
                <c:pt idx="39" formatCode="0%">
                  <c:v>7.4342322123332014E-2</c:v>
                </c:pt>
                <c:pt idx="40" formatCode="0%">
                  <c:v>2.6148648006803974E-2</c:v>
                </c:pt>
                <c:pt idx="41" formatCode="0%">
                  <c:v>0.14608546231374056</c:v>
                </c:pt>
                <c:pt idx="43" formatCode="0%">
                  <c:v>6.9980851934553528E-2</c:v>
                </c:pt>
                <c:pt idx="44" formatCode="0%">
                  <c:v>7.0378662905213496E-2</c:v>
                </c:pt>
                <c:pt idx="46" formatCode="0%">
                  <c:v>5.968151370289046E-2</c:v>
                </c:pt>
                <c:pt idx="47" formatCode="0%">
                  <c:v>8.9076457805415038E-2</c:v>
                </c:pt>
                <c:pt idx="48" formatCode="0%">
                  <c:v>7.2920190496940504E-4</c:v>
                </c:pt>
                <c:pt idx="49" formatCode="0%">
                  <c:v>9.7421034341289306E-2</c:v>
                </c:pt>
                <c:pt idx="51" formatCode="0%">
                  <c:v>5.8101001880476941E-2</c:v>
                </c:pt>
                <c:pt idx="52" formatCode="0%">
                  <c:v>0.12789575372934447</c:v>
                </c:pt>
                <c:pt idx="53" formatCode="0%">
                  <c:v>8.4798698364390149E-2</c:v>
                </c:pt>
                <c:pt idx="54" formatCode="0%">
                  <c:v>4.8419917166734348E-2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825-496F-8F83-022F45CFE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56360"/>
        <c:axId val="382751656"/>
      </c:barChart>
      <c:catAx>
        <c:axId val="382756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51656"/>
        <c:crosses val="autoZero"/>
        <c:auto val="1"/>
        <c:lblAlgn val="ctr"/>
        <c:lblOffset val="100"/>
        <c:noMultiLvlLbl val="0"/>
      </c:catAx>
      <c:valAx>
        <c:axId val="38275165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56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926428692507996"/>
          <c:h val="3.7975080168766294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Sheet1!$B$291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Sheet1!$C$290:$BE$290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Sheet1!$C$291:$BE$291</c:f>
              <c:numCache>
                <c:formatCode>General</c:formatCode>
                <c:ptCount val="55"/>
                <c:pt idx="0" formatCode="0%">
                  <c:v>5.1144071180267793E-2</c:v>
                </c:pt>
                <c:pt idx="2" formatCode="0%">
                  <c:v>4.9883736005460991E-2</c:v>
                </c:pt>
                <c:pt idx="3" formatCode="0%">
                  <c:v>5.2510810064533786E-2</c:v>
                </c:pt>
                <c:pt idx="5" formatCode="0%">
                  <c:v>1.894882340474225E-2</c:v>
                </c:pt>
                <c:pt idx="6" formatCode="0%">
                  <c:v>4.4945575874018359E-2</c:v>
                </c:pt>
                <c:pt idx="7" formatCode="0%">
                  <c:v>4.4320637327338874E-2</c:v>
                </c:pt>
                <c:pt idx="8" formatCode="0%">
                  <c:v>9.4258250452557812E-2</c:v>
                </c:pt>
                <c:pt idx="10" formatCode="0%">
                  <c:v>8.4185571953309335E-2</c:v>
                </c:pt>
                <c:pt idx="11" formatCode="0%">
                  <c:v>4.1013511467081237E-2</c:v>
                </c:pt>
                <c:pt idx="12" formatCode="0%">
                  <c:v>3.6893866729826259E-2</c:v>
                </c:pt>
                <c:pt idx="14" formatCode="0%">
                  <c:v>5.3287164925751113E-2</c:v>
                </c:pt>
                <c:pt idx="15" formatCode="0%">
                  <c:v>7.3387489927453656E-2</c:v>
                </c:pt>
                <c:pt idx="16" formatCode="0%">
                  <c:v>1.8438433930741498E-2</c:v>
                </c:pt>
                <c:pt idx="17" formatCode="0%">
                  <c:v>4.8469932285684053E-2</c:v>
                </c:pt>
                <c:pt idx="19" formatCode="0%">
                  <c:v>6.3422104903598675E-2</c:v>
                </c:pt>
                <c:pt idx="20" formatCode="0%">
                  <c:v>3.3865629273695394E-2</c:v>
                </c:pt>
                <c:pt idx="22" formatCode="0%">
                  <c:v>8.9360901567599418E-2</c:v>
                </c:pt>
                <c:pt idx="23" formatCode="0%">
                  <c:v>8.2022833289984762E-2</c:v>
                </c:pt>
                <c:pt idx="24" formatCode="0%">
                  <c:v>5.1633692825619013E-2</c:v>
                </c:pt>
                <c:pt idx="25" formatCode="0%">
                  <c:v>2.1454333407735154E-2</c:v>
                </c:pt>
                <c:pt idx="27" formatCode="0%">
                  <c:v>9.6372827112226625E-2</c:v>
                </c:pt>
                <c:pt idx="28" formatCode="0%">
                  <c:v>3.7966509288016627E-2</c:v>
                </c:pt>
                <c:pt idx="29" formatCode="0%">
                  <c:v>2.3219415866490341E-2</c:v>
                </c:pt>
                <c:pt idx="31" formatCode="0%">
                  <c:v>1.4527488436870855E-2</c:v>
                </c:pt>
                <c:pt idx="32" formatCode="0%">
                  <c:v>0.1416997770874916</c:v>
                </c:pt>
                <c:pt idx="33" formatCode="0%">
                  <c:v>0.11108538749986074</c:v>
                </c:pt>
                <c:pt idx="34" formatCode="0%">
                  <c:v>5.0973923832736143E-3</c:v>
                </c:pt>
                <c:pt idx="35" formatCode="0%">
                  <c:v>0</c:v>
                </c:pt>
                <c:pt idx="36" formatCode="0%">
                  <c:v>0</c:v>
                </c:pt>
                <c:pt idx="38" formatCode="0%">
                  <c:v>0.11157630173996105</c:v>
                </c:pt>
                <c:pt idx="39" formatCode="0%">
                  <c:v>0.10668547427373505</c:v>
                </c:pt>
                <c:pt idx="40" formatCode="0%">
                  <c:v>1.6709100188620515E-3</c:v>
                </c:pt>
                <c:pt idx="41" formatCode="0%">
                  <c:v>0</c:v>
                </c:pt>
                <c:pt idx="43" formatCode="0%">
                  <c:v>6.8721033817588087E-3</c:v>
                </c:pt>
                <c:pt idx="44" formatCode="0%">
                  <c:v>9.164244138748899E-2</c:v>
                </c:pt>
                <c:pt idx="46" formatCode="0%">
                  <c:v>5.0914596253489614E-9</c:v>
                </c:pt>
                <c:pt idx="47" formatCode="0%">
                  <c:v>9.714935736398346E-3</c:v>
                </c:pt>
                <c:pt idx="48" formatCode="0%">
                  <c:v>3.6447744526592819E-3</c:v>
                </c:pt>
                <c:pt idx="49" formatCode="0%">
                  <c:v>0.14193761886606551</c:v>
                </c:pt>
                <c:pt idx="51" formatCode="0%">
                  <c:v>0.1610071195675824</c:v>
                </c:pt>
                <c:pt idx="52" formatCode="0%">
                  <c:v>0.10233738729367961</c:v>
                </c:pt>
                <c:pt idx="53" formatCode="0%">
                  <c:v>8.6432063071114427E-3</c:v>
                </c:pt>
                <c:pt idx="54" formatCode="0%">
                  <c:v>8.4015491418786481E-4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Sheet1!$B$292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Sheet1!$C$290:$BE$290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Sheet1!$C$292:$BE$292</c:f>
              <c:numCache>
                <c:formatCode>General</c:formatCode>
                <c:ptCount val="55"/>
                <c:pt idx="0" formatCode="0%">
                  <c:v>0.11561154881508609</c:v>
                </c:pt>
                <c:pt idx="2" formatCode="0%">
                  <c:v>0.15253314006469265</c:v>
                </c:pt>
                <c:pt idx="3" formatCode="0%">
                  <c:v>7.5572290951084586E-2</c:v>
                </c:pt>
                <c:pt idx="5" formatCode="0%">
                  <c:v>0.14300034878156812</c:v>
                </c:pt>
                <c:pt idx="6" formatCode="0%">
                  <c:v>8.0812291677108697E-2</c:v>
                </c:pt>
                <c:pt idx="7" formatCode="0%">
                  <c:v>0.10450880827372699</c:v>
                </c:pt>
                <c:pt idx="8" formatCode="0%">
                  <c:v>0.13778717935479357</c:v>
                </c:pt>
                <c:pt idx="10" formatCode="0%">
                  <c:v>0.11837735271227187</c:v>
                </c:pt>
                <c:pt idx="11" formatCode="0%">
                  <c:v>0.14465541012143004</c:v>
                </c:pt>
                <c:pt idx="12" formatCode="0%">
                  <c:v>8.1525952401644938E-2</c:v>
                </c:pt>
                <c:pt idx="14" formatCode="0%">
                  <c:v>9.8697269354160386E-2</c:v>
                </c:pt>
                <c:pt idx="15" formatCode="0%">
                  <c:v>0.16159674732170035</c:v>
                </c:pt>
                <c:pt idx="16" formatCode="0%">
                  <c:v>7.8997367642119926E-2</c:v>
                </c:pt>
                <c:pt idx="17" formatCode="0%">
                  <c:v>3.290203247220818E-2</c:v>
                </c:pt>
                <c:pt idx="19" formatCode="0%">
                  <c:v>0.14442987576396316</c:v>
                </c:pt>
                <c:pt idx="20" formatCode="0%">
                  <c:v>7.5056538196032391E-2</c:v>
                </c:pt>
                <c:pt idx="22" formatCode="0%">
                  <c:v>0.1352776137265711</c:v>
                </c:pt>
                <c:pt idx="23" formatCode="0%">
                  <c:v>0.11188964169183939</c:v>
                </c:pt>
                <c:pt idx="24" formatCode="0%">
                  <c:v>6.6201169840741494E-2</c:v>
                </c:pt>
                <c:pt idx="25" formatCode="0%">
                  <c:v>0.14619856904137055</c:v>
                </c:pt>
                <c:pt idx="27" formatCode="0%">
                  <c:v>0.10169470647283249</c:v>
                </c:pt>
                <c:pt idx="28" formatCode="0%">
                  <c:v>0.11830056718245667</c:v>
                </c:pt>
                <c:pt idx="29" formatCode="0%">
                  <c:v>0.14940877784093251</c:v>
                </c:pt>
                <c:pt idx="31" formatCode="0%">
                  <c:v>0.10455529008207826</c:v>
                </c:pt>
                <c:pt idx="32" formatCode="0%">
                  <c:v>0.26840364904961606</c:v>
                </c:pt>
                <c:pt idx="33" formatCode="0%">
                  <c:v>0.16158117267251546</c:v>
                </c:pt>
                <c:pt idx="34" formatCode="0%">
                  <c:v>1.1953772918590629E-2</c:v>
                </c:pt>
                <c:pt idx="35" formatCode="0%">
                  <c:v>6.2543641759941732E-2</c:v>
                </c:pt>
                <c:pt idx="36" formatCode="0%">
                  <c:v>2.612578000098624E-2</c:v>
                </c:pt>
                <c:pt idx="38" formatCode="0%">
                  <c:v>2.6117252261549165E-2</c:v>
                </c:pt>
                <c:pt idx="39" formatCode="0%">
                  <c:v>0.2040670301279664</c:v>
                </c:pt>
                <c:pt idx="40" formatCode="0%">
                  <c:v>0.1057457739746987</c:v>
                </c:pt>
                <c:pt idx="41" formatCode="0%">
                  <c:v>2.3852435343093809E-2</c:v>
                </c:pt>
                <c:pt idx="43" formatCode="0%">
                  <c:v>8.7076492682027135E-2</c:v>
                </c:pt>
                <c:pt idx="44" formatCode="0%">
                  <c:v>0.18667238607888312</c:v>
                </c:pt>
                <c:pt idx="46" formatCode="0%">
                  <c:v>5.6783350700153418E-2</c:v>
                </c:pt>
                <c:pt idx="47" formatCode="0%">
                  <c:v>6.0109101185049883E-2</c:v>
                </c:pt>
                <c:pt idx="48" formatCode="0%">
                  <c:v>0.23778114899016642</c:v>
                </c:pt>
                <c:pt idx="49" formatCode="0%">
                  <c:v>0.15976051757075771</c:v>
                </c:pt>
                <c:pt idx="51" formatCode="0%">
                  <c:v>0.17086230409506342</c:v>
                </c:pt>
                <c:pt idx="52" formatCode="0%">
                  <c:v>0.22578341893389425</c:v>
                </c:pt>
                <c:pt idx="53" formatCode="0%">
                  <c:v>7.4724646169046241E-2</c:v>
                </c:pt>
                <c:pt idx="54" formatCode="0%">
                  <c:v>6.0465372716790734E-2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Sheet1!$B$293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Sheet1!$C$290:$BE$290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Sheet1!$C$293:$BE$293</c:f>
              <c:numCache>
                <c:formatCode>General</c:formatCode>
                <c:ptCount val="55"/>
                <c:pt idx="0" formatCode="0%">
                  <c:v>8.6984971643427653E-2</c:v>
                </c:pt>
                <c:pt idx="2" formatCode="0%">
                  <c:v>9.8008990615075453E-2</c:v>
                </c:pt>
                <c:pt idx="3" formatCode="0%">
                  <c:v>7.5029995835422303E-2</c:v>
                </c:pt>
                <c:pt idx="5" formatCode="0%">
                  <c:v>7.3482091868875291E-2</c:v>
                </c:pt>
                <c:pt idx="6" formatCode="0%">
                  <c:v>0.13113120159292788</c:v>
                </c:pt>
                <c:pt idx="7" formatCode="0%">
                  <c:v>0.1107805906931867</c:v>
                </c:pt>
                <c:pt idx="8" formatCode="0%">
                  <c:v>2.9015505565103329E-2</c:v>
                </c:pt>
                <c:pt idx="10" formatCode="0%">
                  <c:v>8.0219028112352306E-2</c:v>
                </c:pt>
                <c:pt idx="11" formatCode="0%">
                  <c:v>6.3709276476746429E-2</c:v>
                </c:pt>
                <c:pt idx="12" formatCode="0%">
                  <c:v>0.11779808626136981</c:v>
                </c:pt>
                <c:pt idx="14" formatCode="0%">
                  <c:v>4.4777186034919654E-2</c:v>
                </c:pt>
                <c:pt idx="15" formatCode="0%">
                  <c:v>9.2821128306360384E-2</c:v>
                </c:pt>
                <c:pt idx="16" formatCode="0%">
                  <c:v>0.11679009300334002</c:v>
                </c:pt>
                <c:pt idx="17" formatCode="0%">
                  <c:v>6.67585463579521E-2</c:v>
                </c:pt>
                <c:pt idx="19" formatCode="0%">
                  <c:v>8.2434299868287125E-2</c:v>
                </c:pt>
                <c:pt idx="20" formatCode="0%">
                  <c:v>9.3388970823950632E-2</c:v>
                </c:pt>
                <c:pt idx="22" formatCode="0%">
                  <c:v>0.11570608768240596</c:v>
                </c:pt>
                <c:pt idx="23" formatCode="0%">
                  <c:v>8.5973428617034137E-2</c:v>
                </c:pt>
                <c:pt idx="24" formatCode="0%">
                  <c:v>6.3215027716596817E-2</c:v>
                </c:pt>
                <c:pt idx="25" formatCode="0%">
                  <c:v>6.8935072341620857E-2</c:v>
                </c:pt>
                <c:pt idx="27" formatCode="0%">
                  <c:v>0.12103007282126187</c:v>
                </c:pt>
                <c:pt idx="28" formatCode="0%">
                  <c:v>6.3159175051987204E-2</c:v>
                </c:pt>
                <c:pt idx="29" formatCode="0%">
                  <c:v>5.3035562813728031E-2</c:v>
                </c:pt>
                <c:pt idx="31" formatCode="0%">
                  <c:v>0.17359360271702498</c:v>
                </c:pt>
                <c:pt idx="32" formatCode="0%">
                  <c:v>6.5602302548671207E-3</c:v>
                </c:pt>
                <c:pt idx="33" formatCode="0%">
                  <c:v>3.8078402525424299E-2</c:v>
                </c:pt>
                <c:pt idx="34" formatCode="0%">
                  <c:v>5.7443712641139753E-2</c:v>
                </c:pt>
                <c:pt idx="35" formatCode="0%">
                  <c:v>6.9552147758231764E-2</c:v>
                </c:pt>
                <c:pt idx="36" formatCode="0%">
                  <c:v>9.6011534785746561E-2</c:v>
                </c:pt>
                <c:pt idx="38" formatCode="0%">
                  <c:v>3.5780399113748203E-2</c:v>
                </c:pt>
                <c:pt idx="39" formatCode="0%">
                  <c:v>4.2522256539142808E-2</c:v>
                </c:pt>
                <c:pt idx="40" formatCode="0%">
                  <c:v>0.11692167752227894</c:v>
                </c:pt>
                <c:pt idx="41" formatCode="0%">
                  <c:v>0.18633295904963687</c:v>
                </c:pt>
                <c:pt idx="43" formatCode="0%">
                  <c:v>0.14049740284481751</c:v>
                </c:pt>
                <c:pt idx="44" formatCode="0%">
                  <c:v>4.6708142134565672E-2</c:v>
                </c:pt>
                <c:pt idx="46" formatCode="0%">
                  <c:v>0.17228427112934677</c:v>
                </c:pt>
                <c:pt idx="47" formatCode="0%">
                  <c:v>6.4350683856560412E-2</c:v>
                </c:pt>
                <c:pt idx="48" formatCode="0%">
                  <c:v>0.109204470524655</c:v>
                </c:pt>
                <c:pt idx="49" formatCode="0%">
                  <c:v>2.7705891785080417E-2</c:v>
                </c:pt>
                <c:pt idx="51" formatCode="0%">
                  <c:v>1.0935121759512355E-2</c:v>
                </c:pt>
                <c:pt idx="52" formatCode="0%">
                  <c:v>6.7097488984377049E-2</c:v>
                </c:pt>
                <c:pt idx="53" formatCode="0%">
                  <c:v>7.424257598075254E-2</c:v>
                </c:pt>
                <c:pt idx="54" formatCode="0%">
                  <c:v>0.12953371601429936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Sheet1!$B$294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Sheet1!$C$290:$BE$290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Sheet1!$C$294:$BE$294</c:f>
              <c:numCache>
                <c:formatCode>General</c:formatCode>
                <c:ptCount val="55"/>
                <c:pt idx="0" formatCode="0%">
                  <c:v>0.10278559465673368</c:v>
                </c:pt>
                <c:pt idx="2" formatCode="0%">
                  <c:v>0.10506128107462435</c:v>
                </c:pt>
                <c:pt idx="3" formatCode="0%">
                  <c:v>0.10031776450215048</c:v>
                </c:pt>
                <c:pt idx="5" formatCode="0%">
                  <c:v>9.7843642007257453E-2</c:v>
                </c:pt>
                <c:pt idx="6" formatCode="0%">
                  <c:v>0.17287501358008681</c:v>
                </c:pt>
                <c:pt idx="7" formatCode="0%">
                  <c:v>8.0103965158193693E-2</c:v>
                </c:pt>
                <c:pt idx="8" formatCode="0%">
                  <c:v>6.0122456572251091E-2</c:v>
                </c:pt>
                <c:pt idx="10" formatCode="0%">
                  <c:v>0.13933588023733404</c:v>
                </c:pt>
                <c:pt idx="11" formatCode="0%">
                  <c:v>6.7250688870193726E-2</c:v>
                </c:pt>
                <c:pt idx="12" formatCode="0%">
                  <c:v>0.11379304823395892</c:v>
                </c:pt>
                <c:pt idx="14" formatCode="0%">
                  <c:v>0.1819489541759349</c:v>
                </c:pt>
                <c:pt idx="15" formatCode="0%">
                  <c:v>6.0348474651603902E-2</c:v>
                </c:pt>
                <c:pt idx="16" formatCode="0%">
                  <c:v>0.10474952694344065</c:v>
                </c:pt>
                <c:pt idx="17" formatCode="0%">
                  <c:v>5.0344602906136154E-2</c:v>
                </c:pt>
                <c:pt idx="19" formatCode="0%">
                  <c:v>9.2607267845490254E-2</c:v>
                </c:pt>
                <c:pt idx="20" formatCode="0%">
                  <c:v>0.11710919340854317</c:v>
                </c:pt>
                <c:pt idx="22" formatCode="0%">
                  <c:v>0.12751579904026278</c:v>
                </c:pt>
                <c:pt idx="23" formatCode="0%">
                  <c:v>0.1111914446213805</c:v>
                </c:pt>
                <c:pt idx="24" formatCode="0%">
                  <c:v>0.19169959228899958</c:v>
                </c:pt>
                <c:pt idx="25" formatCode="0%">
                  <c:v>5.5509378800038277E-2</c:v>
                </c:pt>
                <c:pt idx="27" formatCode="0%">
                  <c:v>8.8931939111965994E-2</c:v>
                </c:pt>
                <c:pt idx="28" formatCode="0%">
                  <c:v>0.1019071232625972</c:v>
                </c:pt>
                <c:pt idx="29" formatCode="0%">
                  <c:v>0.12323631392070419</c:v>
                </c:pt>
                <c:pt idx="31" formatCode="0%">
                  <c:v>0.18002990238699007</c:v>
                </c:pt>
                <c:pt idx="32" formatCode="0%">
                  <c:v>1.1434197633074866E-3</c:v>
                </c:pt>
                <c:pt idx="33" formatCode="0%">
                  <c:v>1.8476994548471586E-3</c:v>
                </c:pt>
                <c:pt idx="34" formatCode="0%">
                  <c:v>6.3903835565356337E-2</c:v>
                </c:pt>
                <c:pt idx="35" formatCode="0%">
                  <c:v>0.26104188067931178</c:v>
                </c:pt>
                <c:pt idx="36" formatCode="0%">
                  <c:v>0.12313165669947994</c:v>
                </c:pt>
                <c:pt idx="38" formatCode="0%">
                  <c:v>4.3233477166487774E-2</c:v>
                </c:pt>
                <c:pt idx="39" formatCode="0%">
                  <c:v>7.4284258693566502E-2</c:v>
                </c:pt>
                <c:pt idx="40" formatCode="0%">
                  <c:v>0.11891064929324227</c:v>
                </c:pt>
                <c:pt idx="41" formatCode="0%">
                  <c:v>0.21765558360543674</c:v>
                </c:pt>
                <c:pt idx="43" formatCode="0%">
                  <c:v>0.13526933493056617</c:v>
                </c:pt>
                <c:pt idx="44" formatCode="0%">
                  <c:v>7.6639541552032828E-2</c:v>
                </c:pt>
                <c:pt idx="46" formatCode="0%">
                  <c:v>0.22063184356380749</c:v>
                </c:pt>
                <c:pt idx="47" formatCode="0%">
                  <c:v>0.13507161896738265</c:v>
                </c:pt>
                <c:pt idx="48" formatCode="0%">
                  <c:v>4.4453964690996738E-2</c:v>
                </c:pt>
                <c:pt idx="49" formatCode="0%">
                  <c:v>1.3081014980259167E-2</c:v>
                </c:pt>
                <c:pt idx="51" formatCode="0%">
                  <c:v>4.4611590012904167E-3</c:v>
                </c:pt>
                <c:pt idx="52" formatCode="0%">
                  <c:v>1.7942895017610072E-3</c:v>
                </c:pt>
                <c:pt idx="53" formatCode="0%">
                  <c:v>0.14116827092849304</c:v>
                </c:pt>
                <c:pt idx="54" formatCode="0%">
                  <c:v>0.17745435440013194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Sheet1!$B$295</c:f>
              <c:strCache>
                <c:ptCount val="1"/>
                <c:pt idx="0">
                  <c:v>No lo conoce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Sheet1!$C$290:$BE$290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Sheet1!$C$295:$BE$295</c:f>
              <c:numCache>
                <c:formatCode>General</c:formatCode>
                <c:ptCount val="55"/>
                <c:pt idx="0" formatCode="0%">
                  <c:v>0.57933867416488483</c:v>
                </c:pt>
                <c:pt idx="2" formatCode="0%">
                  <c:v>0.52180888163698591</c:v>
                </c:pt>
                <c:pt idx="3" formatCode="0%">
                  <c:v>0.64172637746011507</c:v>
                </c:pt>
                <c:pt idx="5" formatCode="0%">
                  <c:v>0.65908983330864634</c:v>
                </c:pt>
                <c:pt idx="6" formatCode="0%">
                  <c:v>0.53828787176496418</c:v>
                </c:pt>
                <c:pt idx="7" formatCode="0%">
                  <c:v>0.540057257476111</c:v>
                </c:pt>
                <c:pt idx="8" formatCode="0%">
                  <c:v>0.58992890871509507</c:v>
                </c:pt>
                <c:pt idx="10" formatCode="0%">
                  <c:v>0.45774486244173673</c:v>
                </c:pt>
                <c:pt idx="11" formatCode="0%">
                  <c:v>0.62855116196316341</c:v>
                </c:pt>
                <c:pt idx="12" formatCode="0%">
                  <c:v>0.6186503586462393</c:v>
                </c:pt>
                <c:pt idx="14" formatCode="0%">
                  <c:v>0.57897498607822306</c:v>
                </c:pt>
                <c:pt idx="15" formatCode="0%">
                  <c:v>0.54905679198262725</c:v>
                </c:pt>
                <c:pt idx="16" formatCode="0%">
                  <c:v>0.61042170392727879</c:v>
                </c:pt>
                <c:pt idx="17" formatCode="0%">
                  <c:v>0.65010937255619572</c:v>
                </c:pt>
                <c:pt idx="19" formatCode="0%">
                  <c:v>0.55503437900817876</c:v>
                </c:pt>
                <c:pt idx="20" formatCode="0%">
                  <c:v>0.61354124775346974</c:v>
                </c:pt>
                <c:pt idx="22" formatCode="0%">
                  <c:v>0.5097542361726376</c:v>
                </c:pt>
                <c:pt idx="23" formatCode="0%">
                  <c:v>0.51065460498138238</c:v>
                </c:pt>
                <c:pt idx="24" formatCode="0%">
                  <c:v>0.61157168858404953</c:v>
                </c:pt>
                <c:pt idx="25" formatCode="0%">
                  <c:v>0.60729761407152461</c:v>
                </c:pt>
                <c:pt idx="27" formatCode="0%">
                  <c:v>0.54353072641030398</c:v>
                </c:pt>
                <c:pt idx="28" formatCode="0%">
                  <c:v>0.59726011823534153</c:v>
                </c:pt>
                <c:pt idx="29" formatCode="0%">
                  <c:v>0.55897238286194195</c:v>
                </c:pt>
                <c:pt idx="31" formatCode="0%">
                  <c:v>0.47480376853278761</c:v>
                </c:pt>
                <c:pt idx="32" formatCode="0%">
                  <c:v>0.53042030166073906</c:v>
                </c:pt>
                <c:pt idx="33" formatCode="0%">
                  <c:v>0.55979035496140117</c:v>
                </c:pt>
                <c:pt idx="34" formatCode="0%">
                  <c:v>0.79330602953666096</c:v>
                </c:pt>
                <c:pt idx="35" formatCode="0%">
                  <c:v>0.60397148865535155</c:v>
                </c:pt>
                <c:pt idx="36" formatCode="0%">
                  <c:v>0.70788371686648377</c:v>
                </c:pt>
                <c:pt idx="38" formatCode="0%">
                  <c:v>0.69864999667876726</c:v>
                </c:pt>
                <c:pt idx="39" formatCode="0%">
                  <c:v>0.49817384078631621</c:v>
                </c:pt>
                <c:pt idx="40" formatCode="0%">
                  <c:v>0.634880976535379</c:v>
                </c:pt>
                <c:pt idx="41" formatCode="0%">
                  <c:v>0.47231024120015858</c:v>
                </c:pt>
                <c:pt idx="43" formatCode="0%">
                  <c:v>0.57864267035649475</c:v>
                </c:pt>
                <c:pt idx="44" formatCode="0%">
                  <c:v>0.53265299519747744</c:v>
                </c:pt>
                <c:pt idx="46" formatCode="0%">
                  <c:v>0.50669379076713239</c:v>
                </c:pt>
                <c:pt idx="47" formatCode="0%">
                  <c:v>0.64539406996885884</c:v>
                </c:pt>
                <c:pt idx="48" formatCode="0%">
                  <c:v>0.60011527325988379</c:v>
                </c:pt>
                <c:pt idx="49" formatCode="0%">
                  <c:v>0.56842049627158453</c:v>
                </c:pt>
                <c:pt idx="51" formatCode="0%">
                  <c:v>0.60387139486057473</c:v>
                </c:pt>
                <c:pt idx="52" formatCode="0%">
                  <c:v>0.50994338028899133</c:v>
                </c:pt>
                <c:pt idx="53" formatCode="0%">
                  <c:v>0.6007094604376233</c:v>
                </c:pt>
                <c:pt idx="54" formatCode="0%">
                  <c:v>0.59552027561154131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Sheet1!$B$296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Sheet1!$C$290:$BE$290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Sheet1!$C$296:$BE$296</c:f>
              <c:numCache>
                <c:formatCode>General</c:formatCode>
                <c:ptCount val="55"/>
                <c:pt idx="0" formatCode="0%">
                  <c:v>6.4135139539600178E-2</c:v>
                </c:pt>
                <c:pt idx="2" formatCode="0%">
                  <c:v>7.2703970603161888E-2</c:v>
                </c:pt>
                <c:pt idx="3" formatCode="0%">
                  <c:v>5.4842761186693206E-2</c:v>
                </c:pt>
                <c:pt idx="5" formatCode="0%">
                  <c:v>7.6352606289107009E-3</c:v>
                </c:pt>
                <c:pt idx="6" formatCode="0%">
                  <c:v>3.1948045510893967E-2</c:v>
                </c:pt>
                <c:pt idx="7" formatCode="0%">
                  <c:v>0.12022874107144206</c:v>
                </c:pt>
                <c:pt idx="8" formatCode="0%">
                  <c:v>8.888769934019787E-2</c:v>
                </c:pt>
                <c:pt idx="10" formatCode="0%">
                  <c:v>0.12013730454299471</c:v>
                </c:pt>
                <c:pt idx="11" formatCode="0%">
                  <c:v>5.4819951101384295E-2</c:v>
                </c:pt>
                <c:pt idx="12" formatCode="0%">
                  <c:v>3.1338687726960239E-2</c:v>
                </c:pt>
                <c:pt idx="14" formatCode="0%">
                  <c:v>4.231443943100982E-2</c:v>
                </c:pt>
                <c:pt idx="15" formatCode="0%">
                  <c:v>6.2789367810253113E-2</c:v>
                </c:pt>
                <c:pt idx="16" formatCode="0%">
                  <c:v>7.0602874553079328E-2</c:v>
                </c:pt>
                <c:pt idx="17" formatCode="0%">
                  <c:v>0.15141551342182366</c:v>
                </c:pt>
                <c:pt idx="19" formatCode="0%">
                  <c:v>6.2072072610483392E-2</c:v>
                </c:pt>
                <c:pt idx="20" formatCode="0%">
                  <c:v>6.7038420544308475E-2</c:v>
                </c:pt>
                <c:pt idx="22" formatCode="0%">
                  <c:v>2.2385361810522482E-2</c:v>
                </c:pt>
                <c:pt idx="23" formatCode="0%">
                  <c:v>9.8268046798378611E-2</c:v>
                </c:pt>
                <c:pt idx="24" formatCode="0%">
                  <c:v>1.567882874399313E-2</c:v>
                </c:pt>
                <c:pt idx="25" formatCode="0%">
                  <c:v>0.10060503233771033</c:v>
                </c:pt>
                <c:pt idx="27" formatCode="0%">
                  <c:v>4.8439728071408783E-2</c:v>
                </c:pt>
                <c:pt idx="28" formatCode="0%">
                  <c:v>8.1406506979600154E-2</c:v>
                </c:pt>
                <c:pt idx="29" formatCode="0%">
                  <c:v>9.2127546696202961E-2</c:v>
                </c:pt>
                <c:pt idx="31" formatCode="0%">
                  <c:v>5.2489947844247771E-2</c:v>
                </c:pt>
                <c:pt idx="32" formatCode="0%">
                  <c:v>5.1772622183978774E-2</c:v>
                </c:pt>
                <c:pt idx="33" formatCode="0%">
                  <c:v>0.12761698288595122</c:v>
                </c:pt>
                <c:pt idx="34" formatCode="0%">
                  <c:v>6.8295256954977901E-2</c:v>
                </c:pt>
                <c:pt idx="35" formatCode="0%">
                  <c:v>2.890841147163108E-3</c:v>
                </c:pt>
                <c:pt idx="36" formatCode="0%">
                  <c:v>4.6847311647303116E-2</c:v>
                </c:pt>
                <c:pt idx="38" formatCode="0%">
                  <c:v>8.464257303948651E-2</c:v>
                </c:pt>
                <c:pt idx="39" formatCode="0%">
                  <c:v>7.4267139579272751E-2</c:v>
                </c:pt>
                <c:pt idx="40" formatCode="0%">
                  <c:v>2.1870012655538625E-2</c:v>
                </c:pt>
                <c:pt idx="41" formatCode="0%">
                  <c:v>9.984878080167342E-2</c:v>
                </c:pt>
                <c:pt idx="43" formatCode="0%">
                  <c:v>5.1641995804335192E-2</c:v>
                </c:pt>
                <c:pt idx="44" formatCode="0%">
                  <c:v>6.568449364955202E-2</c:v>
                </c:pt>
                <c:pt idx="46" formatCode="0%">
                  <c:v>4.3606738748099713E-2</c:v>
                </c:pt>
                <c:pt idx="47" formatCode="0%">
                  <c:v>8.5359590285749409E-2</c:v>
                </c:pt>
                <c:pt idx="48" formatCode="0%">
                  <c:v>4.8003680816386882E-3</c:v>
                </c:pt>
                <c:pt idx="49" formatCode="0%">
                  <c:v>8.9094460526252015E-2</c:v>
                </c:pt>
                <c:pt idx="51" formatCode="0%">
                  <c:v>4.8862900715976314E-2</c:v>
                </c:pt>
                <c:pt idx="52" formatCode="0%">
                  <c:v>9.3044034997296771E-2</c:v>
                </c:pt>
                <c:pt idx="53" formatCode="0%">
                  <c:v>0.10051184017697343</c:v>
                </c:pt>
                <c:pt idx="54" formatCode="0%">
                  <c:v>3.6186126343047999E-2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825-496F-8F83-022F45CFE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54792"/>
        <c:axId val="382750480"/>
      </c:barChart>
      <c:catAx>
        <c:axId val="382754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50480"/>
        <c:crosses val="autoZero"/>
        <c:auto val="1"/>
        <c:lblAlgn val="ctr"/>
        <c:lblOffset val="100"/>
        <c:noMultiLvlLbl val="0"/>
      </c:catAx>
      <c:valAx>
        <c:axId val="38275048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54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926428692507996"/>
          <c:h val="3.7975080168766294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Sheet1!$B$299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Sheet1!$C$298:$BE$298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Sheet1!$C$299:$BE$299</c:f>
              <c:numCache>
                <c:formatCode>General</c:formatCode>
                <c:ptCount val="55"/>
                <c:pt idx="0" formatCode="0%">
                  <c:v>7.460310274185715E-2</c:v>
                </c:pt>
                <c:pt idx="2" formatCode="0%">
                  <c:v>6.7890335123952081E-2</c:v>
                </c:pt>
                <c:pt idx="3" formatCode="0%">
                  <c:v>8.1742856692727461E-2</c:v>
                </c:pt>
                <c:pt idx="5" formatCode="0%">
                  <c:v>4.5132311127804699E-2</c:v>
                </c:pt>
                <c:pt idx="6" formatCode="0%">
                  <c:v>4.3863323887238813E-2</c:v>
                </c:pt>
                <c:pt idx="7" formatCode="0%">
                  <c:v>8.1315767347325277E-2</c:v>
                </c:pt>
                <c:pt idx="8" formatCode="0%">
                  <c:v>0.12697426781174478</c:v>
                </c:pt>
                <c:pt idx="10" formatCode="0%">
                  <c:v>6.716263979018211E-2</c:v>
                </c:pt>
                <c:pt idx="11" formatCode="0%">
                  <c:v>6.5343075211362192E-2</c:v>
                </c:pt>
                <c:pt idx="12" formatCode="0%">
                  <c:v>9.008940141937366E-2</c:v>
                </c:pt>
                <c:pt idx="14" formatCode="0%">
                  <c:v>9.885493496223631E-2</c:v>
                </c:pt>
                <c:pt idx="15" formatCode="0%">
                  <c:v>6.8020624421604378E-2</c:v>
                </c:pt>
                <c:pt idx="16" formatCode="0%">
                  <c:v>6.7474181935614275E-2</c:v>
                </c:pt>
                <c:pt idx="17" formatCode="0%">
                  <c:v>5.3614320794818641E-2</c:v>
                </c:pt>
                <c:pt idx="19" formatCode="0%">
                  <c:v>0.10710352051291756</c:v>
                </c:pt>
                <c:pt idx="20" formatCode="0%">
                  <c:v>2.8172602297375331E-2</c:v>
                </c:pt>
                <c:pt idx="22" formatCode="0%">
                  <c:v>0.130489729429974</c:v>
                </c:pt>
                <c:pt idx="23" formatCode="0%">
                  <c:v>0.12337750733875895</c:v>
                </c:pt>
                <c:pt idx="24" formatCode="0%">
                  <c:v>2.1661458740075936E-2</c:v>
                </c:pt>
                <c:pt idx="25" formatCode="0%">
                  <c:v>3.1062091968709672E-2</c:v>
                </c:pt>
                <c:pt idx="27" formatCode="0%">
                  <c:v>6.5926480805121562E-2</c:v>
                </c:pt>
                <c:pt idx="28" formatCode="0%">
                  <c:v>0.13333517586181123</c:v>
                </c:pt>
                <c:pt idx="29" formatCode="0%">
                  <c:v>2.3385482399199159E-2</c:v>
                </c:pt>
                <c:pt idx="31" formatCode="0%">
                  <c:v>2.0162668041075058E-2</c:v>
                </c:pt>
                <c:pt idx="32" formatCode="0%">
                  <c:v>0.22519522848200096</c:v>
                </c:pt>
                <c:pt idx="33" formatCode="0%">
                  <c:v>0.16002985759178834</c:v>
                </c:pt>
                <c:pt idx="34" formatCode="0%">
                  <c:v>5.1006000528631577E-3</c:v>
                </c:pt>
                <c:pt idx="35" formatCode="0%">
                  <c:v>2.7552737132106531E-2</c:v>
                </c:pt>
                <c:pt idx="36" formatCode="0%">
                  <c:v>1.4890206049802508E-3</c:v>
                </c:pt>
                <c:pt idx="38" formatCode="0%">
                  <c:v>3.1207577630651757E-2</c:v>
                </c:pt>
                <c:pt idx="39" formatCode="0%">
                  <c:v>0.17872508747448745</c:v>
                </c:pt>
                <c:pt idx="40" formatCode="0%">
                  <c:v>2.2414020810326053E-2</c:v>
                </c:pt>
                <c:pt idx="41" formatCode="0%">
                  <c:v>4.4844433968096254E-3</c:v>
                </c:pt>
                <c:pt idx="43" formatCode="0%">
                  <c:v>2.097944615400571E-2</c:v>
                </c:pt>
                <c:pt idx="44" formatCode="0%">
                  <c:v>0.15879447611154823</c:v>
                </c:pt>
                <c:pt idx="46" formatCode="0%">
                  <c:v>8.8437869511225E-4</c:v>
                </c:pt>
                <c:pt idx="47" formatCode="0%">
                  <c:v>1.124760182990495E-2</c:v>
                </c:pt>
                <c:pt idx="48" formatCode="0%">
                  <c:v>2.1359097135749572E-2</c:v>
                </c:pt>
                <c:pt idx="49" formatCode="0%">
                  <c:v>0.20203341406476885</c:v>
                </c:pt>
                <c:pt idx="51" formatCode="0%">
                  <c:v>0.34444056982199167</c:v>
                </c:pt>
                <c:pt idx="52" formatCode="0%">
                  <c:v>6.5663286705038321E-2</c:v>
                </c:pt>
                <c:pt idx="53" formatCode="0%">
                  <c:v>1.2858860612782413E-2</c:v>
                </c:pt>
                <c:pt idx="54" formatCode="0%">
                  <c:v>2.8939102308227682E-4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Sheet1!$B$300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Sheet1!$C$298:$BE$298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Sheet1!$C$300:$BE$300</c:f>
              <c:numCache>
                <c:formatCode>General</c:formatCode>
                <c:ptCount val="55"/>
                <c:pt idx="0" formatCode="0%">
                  <c:v>0.15509850952355797</c:v>
                </c:pt>
                <c:pt idx="2" formatCode="0%">
                  <c:v>0.20934374339845963</c:v>
                </c:pt>
                <c:pt idx="3" formatCode="0%">
                  <c:v>9.7402162343517049E-2</c:v>
                </c:pt>
                <c:pt idx="5" formatCode="0%">
                  <c:v>0.125525670033102</c:v>
                </c:pt>
                <c:pt idx="6" formatCode="0%">
                  <c:v>0.15791440035037721</c:v>
                </c:pt>
                <c:pt idx="7" formatCode="0%">
                  <c:v>0.18400861026039148</c:v>
                </c:pt>
                <c:pt idx="8" formatCode="0%">
                  <c:v>0.14841996448032088</c:v>
                </c:pt>
                <c:pt idx="10" formatCode="0%">
                  <c:v>0.17938527991110309</c:v>
                </c:pt>
                <c:pt idx="11" formatCode="0%">
                  <c:v>0.20802065868224745</c:v>
                </c:pt>
                <c:pt idx="12" formatCode="0%">
                  <c:v>8.0224121521126221E-2</c:v>
                </c:pt>
                <c:pt idx="14" formatCode="0%">
                  <c:v>0.10279321187249676</c:v>
                </c:pt>
                <c:pt idx="15" formatCode="0%">
                  <c:v>0.19474350084549588</c:v>
                </c:pt>
                <c:pt idx="16" formatCode="0%">
                  <c:v>0.15822551664988729</c:v>
                </c:pt>
                <c:pt idx="17" formatCode="0%">
                  <c:v>6.3261832474350618E-2</c:v>
                </c:pt>
                <c:pt idx="19" formatCode="0%">
                  <c:v>0.15925181445924927</c:v>
                </c:pt>
                <c:pt idx="20" formatCode="0%">
                  <c:v>0.14916504651329496</c:v>
                </c:pt>
                <c:pt idx="22" formatCode="0%">
                  <c:v>0.14456324046848135</c:v>
                </c:pt>
                <c:pt idx="23" formatCode="0%">
                  <c:v>9.2313774298452694E-2</c:v>
                </c:pt>
                <c:pt idx="24" formatCode="0%">
                  <c:v>9.7052561884936051E-2</c:v>
                </c:pt>
                <c:pt idx="25" formatCode="0%">
                  <c:v>0.21492861338108235</c:v>
                </c:pt>
                <c:pt idx="27" formatCode="0%">
                  <c:v>8.9284386476174579E-2</c:v>
                </c:pt>
                <c:pt idx="28" formatCode="0%">
                  <c:v>0.15068725206132039</c:v>
                </c:pt>
                <c:pt idx="29" formatCode="0%">
                  <c:v>0.22177313219152731</c:v>
                </c:pt>
                <c:pt idx="31" formatCode="0%">
                  <c:v>9.1357788350472646E-2</c:v>
                </c:pt>
                <c:pt idx="32" formatCode="0%">
                  <c:v>0.38772561034619579</c:v>
                </c:pt>
                <c:pt idx="33" formatCode="0%">
                  <c:v>0.31214140583555994</c:v>
                </c:pt>
                <c:pt idx="34" formatCode="0%">
                  <c:v>2.8619973364788207E-2</c:v>
                </c:pt>
                <c:pt idx="35" formatCode="0%">
                  <c:v>5.1502627963010264E-2</c:v>
                </c:pt>
                <c:pt idx="36" formatCode="0%">
                  <c:v>1.6751318784983205E-2</c:v>
                </c:pt>
                <c:pt idx="38" formatCode="0%">
                  <c:v>0.11910091589061594</c:v>
                </c:pt>
                <c:pt idx="39" formatCode="0%">
                  <c:v>0.29842747713525442</c:v>
                </c:pt>
                <c:pt idx="40" formatCode="0%">
                  <c:v>8.9606815634968348E-2</c:v>
                </c:pt>
                <c:pt idx="41" formatCode="0%">
                  <c:v>3.5097384222186959E-2</c:v>
                </c:pt>
                <c:pt idx="43" formatCode="0%">
                  <c:v>8.037899858508013E-2</c:v>
                </c:pt>
                <c:pt idx="44" formatCode="0%">
                  <c:v>0.2708932109894841</c:v>
                </c:pt>
                <c:pt idx="46" formatCode="0%">
                  <c:v>3.3894759686039819E-2</c:v>
                </c:pt>
                <c:pt idx="47" formatCode="0%">
                  <c:v>5.0004161929907316E-2</c:v>
                </c:pt>
                <c:pt idx="48" formatCode="0%">
                  <c:v>0.24926763420291867</c:v>
                </c:pt>
                <c:pt idx="49" formatCode="0%">
                  <c:v>0.29949693409681466</c:v>
                </c:pt>
                <c:pt idx="51" formatCode="0%">
                  <c:v>0.25629080580872099</c:v>
                </c:pt>
                <c:pt idx="52" formatCode="0%">
                  <c:v>0.37996671043483571</c:v>
                </c:pt>
                <c:pt idx="53" formatCode="0%">
                  <c:v>5.6039864281643474E-2</c:v>
                </c:pt>
                <c:pt idx="54" formatCode="0%">
                  <c:v>4.9501794371523508E-2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Sheet1!$B$301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Sheet1!$C$298:$BE$298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Sheet1!$C$301:$BE$301</c:f>
              <c:numCache>
                <c:formatCode>General</c:formatCode>
                <c:ptCount val="55"/>
                <c:pt idx="0" formatCode="0%">
                  <c:v>7.6848845730060483E-2</c:v>
                </c:pt>
                <c:pt idx="2" formatCode="0%">
                  <c:v>9.1593196634226895E-2</c:v>
                </c:pt>
                <c:pt idx="3" formatCode="0%">
                  <c:v>6.1166456725937145E-2</c:v>
                </c:pt>
                <c:pt idx="5" formatCode="0%">
                  <c:v>6.1261343745628277E-2</c:v>
                </c:pt>
                <c:pt idx="6" formatCode="0%">
                  <c:v>5.4781208065464569E-2</c:v>
                </c:pt>
                <c:pt idx="7" formatCode="0%">
                  <c:v>0.1191278520790903</c:v>
                </c:pt>
                <c:pt idx="8" formatCode="0%">
                  <c:v>6.9370692269297679E-2</c:v>
                </c:pt>
                <c:pt idx="10" formatCode="0%">
                  <c:v>5.9642473619258583E-2</c:v>
                </c:pt>
                <c:pt idx="11" formatCode="0%">
                  <c:v>5.4879642502922286E-2</c:v>
                </c:pt>
                <c:pt idx="12" formatCode="0%">
                  <c:v>0.11325638361469577</c:v>
                </c:pt>
                <c:pt idx="14" formatCode="0%">
                  <c:v>3.0003961011818583E-2</c:v>
                </c:pt>
                <c:pt idx="15" formatCode="0%">
                  <c:v>9.3728461624668385E-2</c:v>
                </c:pt>
                <c:pt idx="16" formatCode="0%">
                  <c:v>9.013269469266344E-2</c:v>
                </c:pt>
                <c:pt idx="17" formatCode="0%">
                  <c:v>7.4359230045730404E-2</c:v>
                </c:pt>
                <c:pt idx="19" formatCode="0%">
                  <c:v>5.6971101917022163E-2</c:v>
                </c:pt>
                <c:pt idx="20" formatCode="0%">
                  <c:v>0.10524643739943235</c:v>
                </c:pt>
                <c:pt idx="22" formatCode="0%">
                  <c:v>3.5551120765863184E-2</c:v>
                </c:pt>
                <c:pt idx="23" formatCode="0%">
                  <c:v>6.2794759129233019E-2</c:v>
                </c:pt>
                <c:pt idx="24" formatCode="0%">
                  <c:v>6.9985288998894002E-2</c:v>
                </c:pt>
                <c:pt idx="25" formatCode="0%">
                  <c:v>7.8666154225044693E-2</c:v>
                </c:pt>
                <c:pt idx="27" formatCode="0%">
                  <c:v>4.8570237189643137E-2</c:v>
                </c:pt>
                <c:pt idx="28" formatCode="0%">
                  <c:v>8.0045686825633885E-2</c:v>
                </c:pt>
                <c:pt idx="29" formatCode="0%">
                  <c:v>7.0249462729848944E-2</c:v>
                </c:pt>
                <c:pt idx="31" formatCode="0%">
                  <c:v>0.10313640470612268</c:v>
                </c:pt>
                <c:pt idx="32" formatCode="0%">
                  <c:v>7.4261881593237732E-3</c:v>
                </c:pt>
                <c:pt idx="33" formatCode="0%">
                  <c:v>5.5043747925682285E-2</c:v>
                </c:pt>
                <c:pt idx="34" formatCode="0%">
                  <c:v>0.14653475064256616</c:v>
                </c:pt>
                <c:pt idx="35" formatCode="0%">
                  <c:v>2.5458514020670443E-2</c:v>
                </c:pt>
                <c:pt idx="36" formatCode="0%">
                  <c:v>0.10065189410315059</c:v>
                </c:pt>
                <c:pt idx="38" formatCode="0%">
                  <c:v>5.8078024404222016E-2</c:v>
                </c:pt>
                <c:pt idx="39" formatCode="0%">
                  <c:v>3.9236371703424894E-2</c:v>
                </c:pt>
                <c:pt idx="40" formatCode="0%">
                  <c:v>8.7597087901953988E-2</c:v>
                </c:pt>
                <c:pt idx="41" formatCode="0%">
                  <c:v>0.16771464586302906</c:v>
                </c:pt>
                <c:pt idx="43" formatCode="0%">
                  <c:v>0.10818737566019192</c:v>
                </c:pt>
                <c:pt idx="44" formatCode="0%">
                  <c:v>3.5788524938358456E-2</c:v>
                </c:pt>
                <c:pt idx="46" formatCode="0%">
                  <c:v>9.5279015958513805E-2</c:v>
                </c:pt>
                <c:pt idx="47" formatCode="0%">
                  <c:v>9.860748346100881E-2</c:v>
                </c:pt>
                <c:pt idx="48" formatCode="0%">
                  <c:v>9.356859395974812E-2</c:v>
                </c:pt>
                <c:pt idx="49" formatCode="0%">
                  <c:v>4.4559540622494426E-2</c:v>
                </c:pt>
                <c:pt idx="51" formatCode="0%">
                  <c:v>2.1966737715700971E-2</c:v>
                </c:pt>
                <c:pt idx="52" formatCode="0%">
                  <c:v>5.4262466294923567E-2</c:v>
                </c:pt>
                <c:pt idx="53" formatCode="0%">
                  <c:v>0.15115720439002045</c:v>
                </c:pt>
                <c:pt idx="54" formatCode="0%">
                  <c:v>9.0618192280928322E-2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Sheet1!$B$302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Sheet1!$C$298:$BE$298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Sheet1!$C$302:$BE$302</c:f>
              <c:numCache>
                <c:formatCode>General</c:formatCode>
                <c:ptCount val="55"/>
                <c:pt idx="0" formatCode="0%">
                  <c:v>0.28322497191349788</c:v>
                </c:pt>
                <c:pt idx="2" formatCode="0%">
                  <c:v>0.21989346231040549</c:v>
                </c:pt>
                <c:pt idx="3" formatCode="0%">
                  <c:v>0.35058572497405421</c:v>
                </c:pt>
                <c:pt idx="5" formatCode="0%">
                  <c:v>0.26229874306381995</c:v>
                </c:pt>
                <c:pt idx="6" formatCode="0%">
                  <c:v>0.37164866480032877</c:v>
                </c:pt>
                <c:pt idx="7" formatCode="0%">
                  <c:v>0.26288042549057217</c:v>
                </c:pt>
                <c:pt idx="8" formatCode="0%">
                  <c:v>0.23068560872127022</c:v>
                </c:pt>
                <c:pt idx="10" formatCode="0%">
                  <c:v>0.28980104116874289</c:v>
                </c:pt>
                <c:pt idx="11" formatCode="0%">
                  <c:v>0.28914057983952035</c:v>
                </c:pt>
                <c:pt idx="12" formatCode="0%">
                  <c:v>0.27196923576629362</c:v>
                </c:pt>
                <c:pt idx="14" formatCode="0%">
                  <c:v>0.35680545567966748</c:v>
                </c:pt>
                <c:pt idx="15" formatCode="0%">
                  <c:v>0.18389669791680233</c:v>
                </c:pt>
                <c:pt idx="16" formatCode="0%">
                  <c:v>0.37636524018136686</c:v>
                </c:pt>
                <c:pt idx="17" formatCode="0%">
                  <c:v>0.17132858835491838</c:v>
                </c:pt>
                <c:pt idx="19" formatCode="0%">
                  <c:v>0.2578680585288608</c:v>
                </c:pt>
                <c:pt idx="20" formatCode="0%">
                  <c:v>0.31945017327766073</c:v>
                </c:pt>
                <c:pt idx="22" formatCode="0%">
                  <c:v>0.34159547364188653</c:v>
                </c:pt>
                <c:pt idx="23" formatCode="0%">
                  <c:v>0.26653212837318357</c:v>
                </c:pt>
                <c:pt idx="24" formatCode="0%">
                  <c:v>0.4744926327748063</c:v>
                </c:pt>
                <c:pt idx="25" formatCode="0%">
                  <c:v>0.23930207232817577</c:v>
                </c:pt>
                <c:pt idx="27" formatCode="0%">
                  <c:v>0.27295910651504185</c:v>
                </c:pt>
                <c:pt idx="28" formatCode="0%">
                  <c:v>0.2642414691099122</c:v>
                </c:pt>
                <c:pt idx="29" formatCode="0%">
                  <c:v>0.36838616130352653</c:v>
                </c:pt>
                <c:pt idx="31" formatCode="0%">
                  <c:v>0.36327430630063029</c:v>
                </c:pt>
                <c:pt idx="32" formatCode="0%">
                  <c:v>7.0432288529633106E-3</c:v>
                </c:pt>
                <c:pt idx="33" formatCode="0%">
                  <c:v>2.1364471364560565E-2</c:v>
                </c:pt>
                <c:pt idx="34" formatCode="0%">
                  <c:v>0.58157559434519701</c:v>
                </c:pt>
                <c:pt idx="35" formatCode="0%">
                  <c:v>0.47186086109291586</c:v>
                </c:pt>
                <c:pt idx="36" formatCode="0%">
                  <c:v>0.43209666356152376</c:v>
                </c:pt>
                <c:pt idx="38" formatCode="0%">
                  <c:v>0.31830595769539377</c:v>
                </c:pt>
                <c:pt idx="39" formatCode="0%">
                  <c:v>9.8831630567409789E-2</c:v>
                </c:pt>
                <c:pt idx="40" formatCode="0%">
                  <c:v>0.36316918761773281</c:v>
                </c:pt>
                <c:pt idx="41" formatCode="0%">
                  <c:v>0.60549887548307879</c:v>
                </c:pt>
                <c:pt idx="43" formatCode="0%">
                  <c:v>0.49092893971024121</c:v>
                </c:pt>
                <c:pt idx="44" formatCode="0%">
                  <c:v>0.10842146723817388</c:v>
                </c:pt>
                <c:pt idx="46" formatCode="0%">
                  <c:v>0.51565869199652736</c:v>
                </c:pt>
                <c:pt idx="47" formatCode="0%">
                  <c:v>0.50001969574865257</c:v>
                </c:pt>
                <c:pt idx="48" formatCode="0%">
                  <c:v>0.12423124400110748</c:v>
                </c:pt>
                <c:pt idx="49" formatCode="0%">
                  <c:v>2.477413727831403E-2</c:v>
                </c:pt>
                <c:pt idx="51" formatCode="0%">
                  <c:v>9.8287981720063446E-3</c:v>
                </c:pt>
                <c:pt idx="52" formatCode="0%">
                  <c:v>2.2126569274350014E-2</c:v>
                </c:pt>
                <c:pt idx="53" formatCode="0%">
                  <c:v>0.20756969351311766</c:v>
                </c:pt>
                <c:pt idx="54" formatCode="0%">
                  <c:v>0.52273580828571398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Sheet1!$B$303</c:f>
              <c:strCache>
                <c:ptCount val="1"/>
                <c:pt idx="0">
                  <c:v>No lo conoce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Sheet1!$C$298:$BE$298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Sheet1!$C$303:$BE$303</c:f>
              <c:numCache>
                <c:formatCode>General</c:formatCode>
                <c:ptCount val="55"/>
                <c:pt idx="0" formatCode="0%">
                  <c:v>0.37943931874934189</c:v>
                </c:pt>
                <c:pt idx="2" formatCode="0%">
                  <c:v>0.38956357933300595</c:v>
                </c:pt>
                <c:pt idx="3" formatCode="0%">
                  <c:v>0.36867095986167664</c:v>
                </c:pt>
                <c:pt idx="5" formatCode="0%">
                  <c:v>0.50578193202964505</c:v>
                </c:pt>
                <c:pt idx="6" formatCode="0%">
                  <c:v>0.36666309603417041</c:v>
                </c:pt>
                <c:pt idx="7" formatCode="0%">
                  <c:v>0.30141505247217776</c:v>
                </c:pt>
                <c:pt idx="8" formatCode="0%">
                  <c:v>0.36023309516464153</c:v>
                </c:pt>
                <c:pt idx="10" formatCode="0%">
                  <c:v>0.350668090076727</c:v>
                </c:pt>
                <c:pt idx="11" formatCode="0%">
                  <c:v>0.35545132883111807</c:v>
                </c:pt>
                <c:pt idx="12" formatCode="0%">
                  <c:v>0.42665522618219542</c:v>
                </c:pt>
                <c:pt idx="14" formatCode="0%">
                  <c:v>0.37893347317031156</c:v>
                </c:pt>
                <c:pt idx="15" formatCode="0%">
                  <c:v>0.42426432076581222</c:v>
                </c:pt>
                <c:pt idx="16" formatCode="0%">
                  <c:v>0.28446031180478404</c:v>
                </c:pt>
                <c:pt idx="17" formatCode="0%">
                  <c:v>0.61102155818345749</c:v>
                </c:pt>
                <c:pt idx="19" formatCode="0%">
                  <c:v>0.38593911074632303</c:v>
                </c:pt>
                <c:pt idx="20" formatCode="0%">
                  <c:v>0.37015363518272548</c:v>
                </c:pt>
                <c:pt idx="22" formatCode="0%">
                  <c:v>0.34038820960831323</c:v>
                </c:pt>
                <c:pt idx="23" formatCode="0%">
                  <c:v>0.3893179948150422</c:v>
                </c:pt>
                <c:pt idx="24" formatCode="0%">
                  <c:v>0.32483241607459123</c:v>
                </c:pt>
                <c:pt idx="25" formatCode="0%">
                  <c:v>0.39880313038845455</c:v>
                </c:pt>
                <c:pt idx="27" formatCode="0%">
                  <c:v>0.47059085477157764</c:v>
                </c:pt>
                <c:pt idx="28" formatCode="0%">
                  <c:v>0.36161206030695231</c:v>
                </c:pt>
                <c:pt idx="29" formatCode="0%">
                  <c:v>0.27706353117236115</c:v>
                </c:pt>
                <c:pt idx="31" formatCode="0%">
                  <c:v>0.38272525003000529</c:v>
                </c:pt>
                <c:pt idx="32" formatCode="0%">
                  <c:v>0.3480039925875657</c:v>
                </c:pt>
                <c:pt idx="33" formatCode="0%">
                  <c:v>0.40513309137242026</c:v>
                </c:pt>
                <c:pt idx="34" formatCode="0%">
                  <c:v>0.22887925542644263</c:v>
                </c:pt>
                <c:pt idx="35" formatCode="0%">
                  <c:v>0.42175360702551307</c:v>
                </c:pt>
                <c:pt idx="36" formatCode="0%">
                  <c:v>0.43009738556952309</c:v>
                </c:pt>
                <c:pt idx="38" formatCode="0%">
                  <c:v>0.42099820430449419</c:v>
                </c:pt>
                <c:pt idx="39" formatCode="0%">
                  <c:v>0.34785573632587541</c:v>
                </c:pt>
                <c:pt idx="40" formatCode="0%">
                  <c:v>0.4326513586619456</c:v>
                </c:pt>
                <c:pt idx="41" formatCode="0%">
                  <c:v>0.1587797242634329</c:v>
                </c:pt>
                <c:pt idx="43" formatCode="0%">
                  <c:v>0.28027838789665788</c:v>
                </c:pt>
                <c:pt idx="44" formatCode="0%">
                  <c:v>0.39219714169010911</c:v>
                </c:pt>
                <c:pt idx="46" formatCode="0%">
                  <c:v>0.33386968231547232</c:v>
                </c:pt>
                <c:pt idx="47" formatCode="0%">
                  <c:v>0.29371990707197565</c:v>
                </c:pt>
                <c:pt idx="48" formatCode="0%">
                  <c:v>0.50469775526619554</c:v>
                </c:pt>
                <c:pt idx="49" formatCode="0%">
                  <c:v>0.39496924777909082</c:v>
                </c:pt>
                <c:pt idx="51" formatCode="0%">
                  <c:v>0.34889801044699192</c:v>
                </c:pt>
                <c:pt idx="52" formatCode="0%">
                  <c:v>0.41876958388423907</c:v>
                </c:pt>
                <c:pt idx="53" formatCode="0%">
                  <c:v>0.51614309631329769</c:v>
                </c:pt>
                <c:pt idx="54" formatCode="0%">
                  <c:v>0.32330512278362805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Sheet1!$B$304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Sheet1!$C$298:$BE$298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Sheet1!$C$304:$BE$304</c:f>
              <c:numCache>
                <c:formatCode>General</c:formatCode>
                <c:ptCount val="55"/>
                <c:pt idx="0" formatCode="0%">
                  <c:v>3.0785251341685825E-2</c:v>
                </c:pt>
                <c:pt idx="2" formatCode="0%">
                  <c:v>2.1715683199951426E-2</c:v>
                </c:pt>
                <c:pt idx="3" formatCode="0%">
                  <c:v>4.043183940208641E-2</c:v>
                </c:pt>
                <c:pt idx="5" formatCode="0%">
                  <c:v>0</c:v>
                </c:pt>
                <c:pt idx="6" formatCode="0%">
                  <c:v>5.129306862419883E-3</c:v>
                </c:pt>
                <c:pt idx="7" formatCode="0%">
                  <c:v>5.1252292350442701E-2</c:v>
                </c:pt>
                <c:pt idx="8" formatCode="0%">
                  <c:v>6.4316371552723989E-2</c:v>
                </c:pt>
                <c:pt idx="10" formatCode="0%">
                  <c:v>5.3340475433985304E-2</c:v>
                </c:pt>
                <c:pt idx="11" formatCode="0%">
                  <c:v>2.7164714932829192E-2</c:v>
                </c:pt>
                <c:pt idx="12" formatCode="0%">
                  <c:v>1.780563149631504E-2</c:v>
                </c:pt>
                <c:pt idx="14" formatCode="0%">
                  <c:v>3.2608963303468283E-2</c:v>
                </c:pt>
                <c:pt idx="15" formatCode="0%">
                  <c:v>3.5346394425615983E-2</c:v>
                </c:pt>
                <c:pt idx="16" formatCode="0%">
                  <c:v>2.3342054735684455E-2</c:v>
                </c:pt>
                <c:pt idx="17" formatCode="0%">
                  <c:v>2.641447014672443E-2</c:v>
                </c:pt>
                <c:pt idx="19" formatCode="0%">
                  <c:v>3.2866393835628477E-2</c:v>
                </c:pt>
                <c:pt idx="20" formatCode="0%">
                  <c:v>2.78121053295113E-2</c:v>
                </c:pt>
                <c:pt idx="22" formatCode="0%">
                  <c:v>7.4122260854810954E-3</c:v>
                </c:pt>
                <c:pt idx="23" formatCode="0%">
                  <c:v>6.5663836045329271E-2</c:v>
                </c:pt>
                <c:pt idx="24" formatCode="0%">
                  <c:v>1.1975641526696158E-2</c:v>
                </c:pt>
                <c:pt idx="25" formatCode="0%">
                  <c:v>3.7237937708532683E-2</c:v>
                </c:pt>
                <c:pt idx="27" formatCode="0%">
                  <c:v>5.266893424244113E-2</c:v>
                </c:pt>
                <c:pt idx="28" formatCode="0%">
                  <c:v>1.0078355834369718E-2</c:v>
                </c:pt>
                <c:pt idx="29" formatCode="0%">
                  <c:v>3.914223020353718E-2</c:v>
                </c:pt>
                <c:pt idx="31" formatCode="0%">
                  <c:v>3.934358257169359E-2</c:v>
                </c:pt>
                <c:pt idx="32" formatCode="0%">
                  <c:v>2.460575157195051E-2</c:v>
                </c:pt>
                <c:pt idx="33" formatCode="0%">
                  <c:v>4.6287425909988661E-2</c:v>
                </c:pt>
                <c:pt idx="34" formatCode="0%">
                  <c:v>9.2898261681419441E-3</c:v>
                </c:pt>
                <c:pt idx="35" formatCode="0%">
                  <c:v>1.8716527657837863E-3</c:v>
                </c:pt>
                <c:pt idx="36" formatCode="0%">
                  <c:v>1.8913717375838829E-2</c:v>
                </c:pt>
                <c:pt idx="38" formatCode="0%">
                  <c:v>5.2309320074622218E-2</c:v>
                </c:pt>
                <c:pt idx="39" formatCode="0%">
                  <c:v>3.6923696793547567E-2</c:v>
                </c:pt>
                <c:pt idx="40" formatCode="0%">
                  <c:v>4.5615293730724036E-3</c:v>
                </c:pt>
                <c:pt idx="41" formatCode="0%">
                  <c:v>2.8424926771462578E-2</c:v>
                </c:pt>
                <c:pt idx="43" formatCode="0%">
                  <c:v>1.924685199382288E-2</c:v>
                </c:pt>
                <c:pt idx="44" formatCode="0%">
                  <c:v>3.3905179032326205E-2</c:v>
                </c:pt>
                <c:pt idx="46" formatCode="0%">
                  <c:v>2.0413471348334003E-2</c:v>
                </c:pt>
                <c:pt idx="47" formatCode="0%">
                  <c:v>4.6401149958550561E-2</c:v>
                </c:pt>
                <c:pt idx="48" formatCode="0%">
                  <c:v>6.8756754342805407E-3</c:v>
                </c:pt>
                <c:pt idx="49" formatCode="0%">
                  <c:v>3.416672615851666E-2</c:v>
                </c:pt>
                <c:pt idx="51" formatCode="0%">
                  <c:v>1.8575078034587768E-2</c:v>
                </c:pt>
                <c:pt idx="52" formatCode="0%">
                  <c:v>5.9211383406613187E-2</c:v>
                </c:pt>
                <c:pt idx="53" formatCode="0%">
                  <c:v>5.6231280889138112E-2</c:v>
                </c:pt>
                <c:pt idx="54" formatCode="0%">
                  <c:v>1.3549691255122984E-2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825-496F-8F83-022F45CFE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59104"/>
        <c:axId val="382752832"/>
      </c:barChart>
      <c:catAx>
        <c:axId val="38275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52832"/>
        <c:crosses val="autoZero"/>
        <c:auto val="1"/>
        <c:lblAlgn val="ctr"/>
        <c:lblOffset val="100"/>
        <c:noMultiLvlLbl val="0"/>
      </c:catAx>
      <c:valAx>
        <c:axId val="38275283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59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926428692507996"/>
          <c:h val="3.7975080168766294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Sheet1!$B$307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Sheet1!$C$306:$BE$306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Sheet1!$C$307:$BE$307</c:f>
              <c:numCache>
                <c:formatCode>General</c:formatCode>
                <c:ptCount val="55"/>
                <c:pt idx="0" formatCode="0%">
                  <c:v>9.6874493570856757E-2</c:v>
                </c:pt>
                <c:pt idx="2" formatCode="0%">
                  <c:v>9.0945067544599231E-2</c:v>
                </c:pt>
                <c:pt idx="3" formatCode="0%">
                  <c:v>0.1032006428863189</c:v>
                </c:pt>
                <c:pt idx="5" formatCode="0%">
                  <c:v>7.7258654780517244E-2</c:v>
                </c:pt>
                <c:pt idx="6" formatCode="0%">
                  <c:v>3.6222985603675845E-2</c:v>
                </c:pt>
                <c:pt idx="7" formatCode="0%">
                  <c:v>0.14801850293423532</c:v>
                </c:pt>
                <c:pt idx="8" formatCode="0%">
                  <c:v>0.12391306351271514</c:v>
                </c:pt>
                <c:pt idx="10" formatCode="0%">
                  <c:v>6.9207770635543495E-2</c:v>
                </c:pt>
                <c:pt idx="11" formatCode="0%">
                  <c:v>0.10045370018702926</c:v>
                </c:pt>
                <c:pt idx="12" formatCode="0%">
                  <c:v>0.11372250200230496</c:v>
                </c:pt>
                <c:pt idx="14" formatCode="0%">
                  <c:v>0.15125657142106122</c:v>
                </c:pt>
                <c:pt idx="15" formatCode="0%">
                  <c:v>0.10756000726880513</c:v>
                </c:pt>
                <c:pt idx="16" formatCode="0%">
                  <c:v>4.4312591545293357E-2</c:v>
                </c:pt>
                <c:pt idx="17" formatCode="0%">
                  <c:v>6.6999733161078906E-2</c:v>
                </c:pt>
                <c:pt idx="19" formatCode="0%">
                  <c:v>0.11821281239891845</c:v>
                </c:pt>
                <c:pt idx="20" formatCode="0%">
                  <c:v>6.6898997253794487E-2</c:v>
                </c:pt>
                <c:pt idx="22" formatCode="0%">
                  <c:v>9.1415290339388541E-2</c:v>
                </c:pt>
                <c:pt idx="23" formatCode="0%">
                  <c:v>0.14981774485563776</c:v>
                </c:pt>
                <c:pt idx="24" formatCode="0%">
                  <c:v>7.0166264679163412E-2</c:v>
                </c:pt>
                <c:pt idx="25" formatCode="0%">
                  <c:v>4.6913251578977758E-2</c:v>
                </c:pt>
                <c:pt idx="27" formatCode="0%">
                  <c:v>0.11119640025937659</c:v>
                </c:pt>
                <c:pt idx="28" formatCode="0%">
                  <c:v>0.1095333478631873</c:v>
                </c:pt>
                <c:pt idx="29" formatCode="0%">
                  <c:v>3.5007344086672387E-2</c:v>
                </c:pt>
                <c:pt idx="31" formatCode="0%">
                  <c:v>2.1532102580956253E-2</c:v>
                </c:pt>
                <c:pt idx="32" formatCode="0%">
                  <c:v>0.34714505112652849</c:v>
                </c:pt>
                <c:pt idx="33" formatCode="0%">
                  <c:v>0.12458157986272118</c:v>
                </c:pt>
                <c:pt idx="34" formatCode="0%">
                  <c:v>7.2112690134531251E-3</c:v>
                </c:pt>
                <c:pt idx="35" formatCode="0%">
                  <c:v>0</c:v>
                </c:pt>
                <c:pt idx="36" formatCode="0%">
                  <c:v>5.5002764378424447E-3</c:v>
                </c:pt>
                <c:pt idx="38" formatCode="0%">
                  <c:v>5.6635569625816083E-2</c:v>
                </c:pt>
                <c:pt idx="39" formatCode="0%">
                  <c:v>0.23257290248590207</c:v>
                </c:pt>
                <c:pt idx="40" formatCode="0%">
                  <c:v>1.8595476953235273E-3</c:v>
                </c:pt>
                <c:pt idx="41" formatCode="0%">
                  <c:v>9.3950582368639776E-3</c:v>
                </c:pt>
                <c:pt idx="43" formatCode="0%">
                  <c:v>2.2358728550009959E-2</c:v>
                </c:pt>
                <c:pt idx="44" formatCode="0%">
                  <c:v>0.20592664193255308</c:v>
                </c:pt>
                <c:pt idx="46" formatCode="0%">
                  <c:v>3.9398140331560012E-3</c:v>
                </c:pt>
                <c:pt idx="47" formatCode="0%">
                  <c:v>3.1300034594363026E-4</c:v>
                </c:pt>
                <c:pt idx="48" formatCode="0%">
                  <c:v>0.14782372032328017</c:v>
                </c:pt>
                <c:pt idx="49" formatCode="0%">
                  <c:v>0.22509564449733366</c:v>
                </c:pt>
                <c:pt idx="51" formatCode="0%">
                  <c:v>0.31902309376325116</c:v>
                </c:pt>
                <c:pt idx="52" formatCode="0%">
                  <c:v>0.18075971046020473</c:v>
                </c:pt>
                <c:pt idx="53" formatCode="0%">
                  <c:v>9.7438242649824126E-3</c:v>
                </c:pt>
                <c:pt idx="54" formatCode="0%">
                  <c:v>7.9031820233743926E-3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Sheet1!$B$308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Sheet1!$C$306:$BE$306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Sheet1!$C$308:$BE$308</c:f>
              <c:numCache>
                <c:formatCode>General</c:formatCode>
                <c:ptCount val="55"/>
                <c:pt idx="0" formatCode="0%">
                  <c:v>0.13784456851410704</c:v>
                </c:pt>
                <c:pt idx="2" formatCode="0%">
                  <c:v>0.1324389102915676</c:v>
                </c:pt>
                <c:pt idx="3" formatCode="0%">
                  <c:v>0.14361200284685197</c:v>
                </c:pt>
                <c:pt idx="5" formatCode="0%">
                  <c:v>2.2138716848067432E-2</c:v>
                </c:pt>
                <c:pt idx="6" formatCode="0%">
                  <c:v>0.18130349108815924</c:v>
                </c:pt>
                <c:pt idx="7" formatCode="0%">
                  <c:v>0.14968787159183147</c:v>
                </c:pt>
                <c:pt idx="8" formatCode="0%">
                  <c:v>0.18432579477640015</c:v>
                </c:pt>
                <c:pt idx="10" formatCode="0%">
                  <c:v>0.19553582893061028</c:v>
                </c:pt>
                <c:pt idx="11" formatCode="0%">
                  <c:v>0.12162658023729754</c:v>
                </c:pt>
                <c:pt idx="12" formatCode="0%">
                  <c:v>0.11225823515854119</c:v>
                </c:pt>
                <c:pt idx="14" formatCode="0%">
                  <c:v>8.0095021837396765E-2</c:v>
                </c:pt>
                <c:pt idx="15" formatCode="0%">
                  <c:v>0.18206495814707183</c:v>
                </c:pt>
                <c:pt idx="16" formatCode="0%">
                  <c:v>0.13673608180684343</c:v>
                </c:pt>
                <c:pt idx="17" formatCode="0%">
                  <c:v>5.6440154049208734E-2</c:v>
                </c:pt>
                <c:pt idx="19" formatCode="0%">
                  <c:v>0.14559769576369744</c:v>
                </c:pt>
                <c:pt idx="20" formatCode="0%">
                  <c:v>0.12695318390276719</c:v>
                </c:pt>
                <c:pt idx="22" formatCode="0%">
                  <c:v>0.15933352602423984</c:v>
                </c:pt>
                <c:pt idx="23" formatCode="0%">
                  <c:v>0.13716201749436768</c:v>
                </c:pt>
                <c:pt idx="24" formatCode="0%">
                  <c:v>5.1229014875342885E-2</c:v>
                </c:pt>
                <c:pt idx="25" formatCode="0%">
                  <c:v>0.13125063884674978</c:v>
                </c:pt>
                <c:pt idx="27" formatCode="0%">
                  <c:v>0.10868565152982558</c:v>
                </c:pt>
                <c:pt idx="28" formatCode="0%">
                  <c:v>0.13760329789374348</c:v>
                </c:pt>
                <c:pt idx="29" formatCode="0%">
                  <c:v>0.13338126189107857</c:v>
                </c:pt>
                <c:pt idx="31" formatCode="0%">
                  <c:v>6.6798050365739936E-2</c:v>
                </c:pt>
                <c:pt idx="32" formatCode="0%">
                  <c:v>0.35035836692238398</c:v>
                </c:pt>
                <c:pt idx="33" formatCode="0%">
                  <c:v>0.31786171177988731</c:v>
                </c:pt>
                <c:pt idx="34" formatCode="0%">
                  <c:v>2.4256777593831816E-3</c:v>
                </c:pt>
                <c:pt idx="35" formatCode="0%">
                  <c:v>2.420897291145303E-2</c:v>
                </c:pt>
                <c:pt idx="36" formatCode="0%">
                  <c:v>2.452612771857219E-2</c:v>
                </c:pt>
                <c:pt idx="38" formatCode="0%">
                  <c:v>0.15553869416344798</c:v>
                </c:pt>
                <c:pt idx="39" formatCode="0%">
                  <c:v>0.2725802056374852</c:v>
                </c:pt>
                <c:pt idx="40" formatCode="0%">
                  <c:v>8.7916066354027433E-2</c:v>
                </c:pt>
                <c:pt idx="41" formatCode="0%">
                  <c:v>2.4527933844302832E-3</c:v>
                </c:pt>
                <c:pt idx="43" formatCode="0%">
                  <c:v>5.6035796139551904E-2</c:v>
                </c:pt>
                <c:pt idx="44" formatCode="0%">
                  <c:v>0.24998310788704489</c:v>
                </c:pt>
                <c:pt idx="46" formatCode="0%">
                  <c:v>4.1182866631130709E-2</c:v>
                </c:pt>
                <c:pt idx="47" formatCode="0%">
                  <c:v>1.0319720403318895E-2</c:v>
                </c:pt>
                <c:pt idx="48" formatCode="0%">
                  <c:v>6.7567340225064637E-2</c:v>
                </c:pt>
                <c:pt idx="49" formatCode="0%">
                  <c:v>0.34071268183305714</c:v>
                </c:pt>
                <c:pt idx="51" formatCode="0%">
                  <c:v>0.37907098087699059</c:v>
                </c:pt>
                <c:pt idx="52" formatCode="0%">
                  <c:v>0.24293951059358865</c:v>
                </c:pt>
                <c:pt idx="53" formatCode="0%">
                  <c:v>9.3388782279123547E-2</c:v>
                </c:pt>
                <c:pt idx="54" formatCode="0%">
                  <c:v>2.3203569623020833E-2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Sheet1!$B$309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Sheet1!$C$306:$BE$306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Sheet1!$C$309:$BE$309</c:f>
              <c:numCache>
                <c:formatCode>General</c:formatCode>
                <c:ptCount val="55"/>
                <c:pt idx="0" formatCode="0%">
                  <c:v>7.2897046975657478E-2</c:v>
                </c:pt>
                <c:pt idx="2" formatCode="0%">
                  <c:v>0.10979392413868587</c:v>
                </c:pt>
                <c:pt idx="3" formatCode="0%">
                  <c:v>3.353097936724498E-2</c:v>
                </c:pt>
                <c:pt idx="5" formatCode="0%">
                  <c:v>0.15773009249605874</c:v>
                </c:pt>
                <c:pt idx="6" formatCode="0%">
                  <c:v>2.2364454421290359E-2</c:v>
                </c:pt>
                <c:pt idx="7" formatCode="0%">
                  <c:v>6.1258196449678108E-2</c:v>
                </c:pt>
                <c:pt idx="8" formatCode="0%">
                  <c:v>6.1725450354135313E-2</c:v>
                </c:pt>
                <c:pt idx="10" formatCode="0%">
                  <c:v>7.4061159713345093E-2</c:v>
                </c:pt>
                <c:pt idx="11" formatCode="0%">
                  <c:v>0.10691784867368248</c:v>
                </c:pt>
                <c:pt idx="12" formatCode="0%">
                  <c:v>3.4929420449658258E-2</c:v>
                </c:pt>
                <c:pt idx="14" formatCode="0%">
                  <c:v>2.6132355425189335E-2</c:v>
                </c:pt>
                <c:pt idx="15" formatCode="0%">
                  <c:v>0.12921349723639097</c:v>
                </c:pt>
                <c:pt idx="16" formatCode="0%">
                  <c:v>4.0560082544845937E-2</c:v>
                </c:pt>
                <c:pt idx="17" formatCode="0%">
                  <c:v>3.2261294769172388E-2</c:v>
                </c:pt>
                <c:pt idx="19" formatCode="0%">
                  <c:v>8.8249437901036065E-2</c:v>
                </c:pt>
                <c:pt idx="20" formatCode="0%">
                  <c:v>5.1330421162728353E-2</c:v>
                </c:pt>
                <c:pt idx="22" formatCode="0%">
                  <c:v>2.027812211090238E-2</c:v>
                </c:pt>
                <c:pt idx="23" formatCode="0%">
                  <c:v>8.5183063189126218E-2</c:v>
                </c:pt>
                <c:pt idx="24" formatCode="0%">
                  <c:v>2.9120958338509261E-2</c:v>
                </c:pt>
                <c:pt idx="25" formatCode="0%">
                  <c:v>0.12787935923426424</c:v>
                </c:pt>
                <c:pt idx="27" formatCode="0%">
                  <c:v>4.512447608764935E-2</c:v>
                </c:pt>
                <c:pt idx="28" formatCode="0%">
                  <c:v>4.803279996258572E-2</c:v>
                </c:pt>
                <c:pt idx="29" formatCode="0%">
                  <c:v>0.15264306702047162</c:v>
                </c:pt>
                <c:pt idx="31" formatCode="0%">
                  <c:v>7.6255009322529071E-2</c:v>
                </c:pt>
                <c:pt idx="32" formatCode="0%">
                  <c:v>0.13796883359304182</c:v>
                </c:pt>
                <c:pt idx="33" formatCode="0%">
                  <c:v>5.1521836984514978E-2</c:v>
                </c:pt>
                <c:pt idx="34" formatCode="0%">
                  <c:v>4.8276503792816339E-2</c:v>
                </c:pt>
                <c:pt idx="35" formatCode="0%">
                  <c:v>1.4668478628503366E-2</c:v>
                </c:pt>
                <c:pt idx="36" formatCode="0%">
                  <c:v>3.5503412485653425E-2</c:v>
                </c:pt>
                <c:pt idx="38" formatCode="0%">
                  <c:v>8.8241750783763229E-2</c:v>
                </c:pt>
                <c:pt idx="39" formatCode="0%">
                  <c:v>0.11909273615041871</c:v>
                </c:pt>
                <c:pt idx="40" formatCode="0%">
                  <c:v>2.7087576293984273E-2</c:v>
                </c:pt>
                <c:pt idx="41" formatCode="0%">
                  <c:v>7.2083417030142871E-2</c:v>
                </c:pt>
                <c:pt idx="43" formatCode="0%">
                  <c:v>5.1061256640895392E-2</c:v>
                </c:pt>
                <c:pt idx="44" formatCode="0%">
                  <c:v>0.10842091790398642</c:v>
                </c:pt>
                <c:pt idx="46" formatCode="0%">
                  <c:v>3.3556446228002135E-2</c:v>
                </c:pt>
                <c:pt idx="47" formatCode="0%">
                  <c:v>7.2122844947066722E-2</c:v>
                </c:pt>
                <c:pt idx="48" formatCode="0%">
                  <c:v>0.29148887972274029</c:v>
                </c:pt>
                <c:pt idx="49" formatCode="0%">
                  <c:v>2.4433122172335488E-2</c:v>
                </c:pt>
                <c:pt idx="51" formatCode="0%">
                  <c:v>1.8479429533352919E-2</c:v>
                </c:pt>
                <c:pt idx="52" formatCode="0%">
                  <c:v>0.1653506740089897</c:v>
                </c:pt>
                <c:pt idx="53" formatCode="0%">
                  <c:v>0.17614719320148872</c:v>
                </c:pt>
                <c:pt idx="54" formatCode="0%">
                  <c:v>2.5645549785211001E-2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Sheet1!$B$310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Sheet1!$C$306:$BE$306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Sheet1!$C$310:$BE$310</c:f>
              <c:numCache>
                <c:formatCode>General</c:formatCode>
                <c:ptCount val="55"/>
                <c:pt idx="0" formatCode="0%">
                  <c:v>0.48729799047701405</c:v>
                </c:pt>
                <c:pt idx="2" formatCode="0%">
                  <c:v>0.45325641590251203</c:v>
                </c:pt>
                <c:pt idx="3" formatCode="0%">
                  <c:v>0.52361774821587892</c:v>
                </c:pt>
                <c:pt idx="5" formatCode="0%">
                  <c:v>0.57717020842411737</c:v>
                </c:pt>
                <c:pt idx="6" formatCode="0%">
                  <c:v>0.59375303436368465</c:v>
                </c:pt>
                <c:pt idx="7" formatCode="0%">
                  <c:v>0.41860266102450255</c:v>
                </c:pt>
                <c:pt idx="8" formatCode="0%">
                  <c:v>0.36684484516066784</c:v>
                </c:pt>
                <c:pt idx="10" formatCode="0%">
                  <c:v>0.41296975868678421</c:v>
                </c:pt>
                <c:pt idx="11" formatCode="0%">
                  <c:v>0.47029860626996495</c:v>
                </c:pt>
                <c:pt idx="12" formatCode="0%">
                  <c:v>0.56158088302217424</c:v>
                </c:pt>
                <c:pt idx="14" formatCode="0%">
                  <c:v>0.49611736672254686</c:v>
                </c:pt>
                <c:pt idx="15" formatCode="0%">
                  <c:v>0.4034219497920567</c:v>
                </c:pt>
                <c:pt idx="16" formatCode="0%">
                  <c:v>0.57784824680931668</c:v>
                </c:pt>
                <c:pt idx="17" formatCode="0%">
                  <c:v>0.58479505486259975</c:v>
                </c:pt>
                <c:pt idx="19" formatCode="0%">
                  <c:v>0.48105680243264748</c:v>
                </c:pt>
                <c:pt idx="20" formatCode="0%">
                  <c:v>0.49606544356202226</c:v>
                </c:pt>
                <c:pt idx="22" formatCode="0%">
                  <c:v>0.5415585181971756</c:v>
                </c:pt>
                <c:pt idx="23" formatCode="0%">
                  <c:v>0.51521878174568114</c:v>
                </c:pt>
                <c:pt idx="24" formatCode="0%">
                  <c:v>0.64456907538914621</c:v>
                </c:pt>
                <c:pt idx="25" formatCode="0%">
                  <c:v>0.41662475763975487</c:v>
                </c:pt>
                <c:pt idx="27" formatCode="0%">
                  <c:v>0.48514137892952797</c:v>
                </c:pt>
                <c:pt idx="28" formatCode="0%">
                  <c:v>0.51082541433813222</c:v>
                </c:pt>
                <c:pt idx="29" formatCode="0%">
                  <c:v>0.50915254748906524</c:v>
                </c:pt>
                <c:pt idx="31" formatCode="0%">
                  <c:v>0.59358768726686906</c:v>
                </c:pt>
                <c:pt idx="32" formatCode="0%">
                  <c:v>4.2299746052385859E-2</c:v>
                </c:pt>
                <c:pt idx="33" formatCode="0%">
                  <c:v>0.20248804468754172</c:v>
                </c:pt>
                <c:pt idx="34" formatCode="0%">
                  <c:v>0.91078740201167863</c:v>
                </c:pt>
                <c:pt idx="35" formatCode="0%">
                  <c:v>0.54934157664757266</c:v>
                </c:pt>
                <c:pt idx="36" formatCode="0%">
                  <c:v>0.80270664077604115</c:v>
                </c:pt>
                <c:pt idx="38" formatCode="0%">
                  <c:v>0.46196713990964999</c:v>
                </c:pt>
                <c:pt idx="39" formatCode="0%">
                  <c:v>0.16594202457835511</c:v>
                </c:pt>
                <c:pt idx="40" formatCode="0%">
                  <c:v>0.71888059900430745</c:v>
                </c:pt>
                <c:pt idx="41" formatCode="0%">
                  <c:v>0.84884236324856166</c:v>
                </c:pt>
                <c:pt idx="43" formatCode="0%">
                  <c:v>0.75753735738756622</c:v>
                </c:pt>
                <c:pt idx="44" formatCode="0%">
                  <c:v>0.20441541551588516</c:v>
                </c:pt>
                <c:pt idx="46" formatCode="0%">
                  <c:v>0.819211882293294</c:v>
                </c:pt>
                <c:pt idx="47" formatCode="0%">
                  <c:v>0.74439682909429805</c:v>
                </c:pt>
                <c:pt idx="48" formatCode="0%">
                  <c:v>0.23727061423640561</c:v>
                </c:pt>
                <c:pt idx="49" formatCode="0%">
                  <c:v>0.11979786147645155</c:v>
                </c:pt>
                <c:pt idx="51" formatCode="0%">
                  <c:v>9.4254342455739742E-2</c:v>
                </c:pt>
                <c:pt idx="52" formatCode="0%">
                  <c:v>4.5494292166115786E-2</c:v>
                </c:pt>
                <c:pt idx="53" formatCode="0%">
                  <c:v>0.52746726771297947</c:v>
                </c:pt>
                <c:pt idx="54" formatCode="0%">
                  <c:v>0.82202381132580304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Sheet1!$B$311</c:f>
              <c:strCache>
                <c:ptCount val="1"/>
                <c:pt idx="0">
                  <c:v>No lo conoce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Sheet1!$C$306:$BE$306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Sheet1!$C$311:$BE$311</c:f>
              <c:numCache>
                <c:formatCode>General</c:formatCode>
                <c:ptCount val="55"/>
                <c:pt idx="0" formatCode="0%">
                  <c:v>0.17939452003625497</c:v>
                </c:pt>
                <c:pt idx="2" formatCode="0%">
                  <c:v>0.19457751965056658</c:v>
                </c:pt>
                <c:pt idx="3" formatCode="0%">
                  <c:v>0.16319543339816317</c:v>
                </c:pt>
                <c:pt idx="5" formatCode="0%">
                  <c:v>0.16570232745123911</c:v>
                </c:pt>
                <c:pt idx="6" formatCode="0%">
                  <c:v>0.16316732041355519</c:v>
                </c:pt>
                <c:pt idx="7" formatCode="0%">
                  <c:v>0.17929687774454361</c:v>
                </c:pt>
                <c:pt idx="8" formatCode="0%">
                  <c:v>0.20909365442438804</c:v>
                </c:pt>
                <c:pt idx="10" formatCode="0%">
                  <c:v>0.21932498313621493</c:v>
                </c:pt>
                <c:pt idx="11" formatCode="0%">
                  <c:v>0.17546809717229203</c:v>
                </c:pt>
                <c:pt idx="12" formatCode="0%">
                  <c:v>0.15372705034050063</c:v>
                </c:pt>
                <c:pt idx="14" formatCode="0%">
                  <c:v>0.23027016187916316</c:v>
                </c:pt>
                <c:pt idx="15" formatCode="0%">
                  <c:v>0.14354835701040677</c:v>
                </c:pt>
                <c:pt idx="16" formatCode="0%">
                  <c:v>0.17687317250051249</c:v>
                </c:pt>
                <c:pt idx="17" formatCode="0%">
                  <c:v>0.24509544200936961</c:v>
                </c:pt>
                <c:pt idx="19" formatCode="0%">
                  <c:v>0.14544234376867846</c:v>
                </c:pt>
                <c:pt idx="20" formatCode="0%">
                  <c:v>0.22708962398823884</c:v>
                </c:pt>
                <c:pt idx="22" formatCode="0%">
                  <c:v>0.17330252612582642</c:v>
                </c:pt>
                <c:pt idx="23" formatCode="0%">
                  <c:v>8.379863811145033E-2</c:v>
                </c:pt>
                <c:pt idx="24" formatCode="0%">
                  <c:v>0.20434029616262461</c:v>
                </c:pt>
                <c:pt idx="25" formatCode="0%">
                  <c:v>0.23810057031602741</c:v>
                </c:pt>
                <c:pt idx="27" formatCode="0%">
                  <c:v>0.22708686436599063</c:v>
                </c:pt>
                <c:pt idx="28" formatCode="0%">
                  <c:v>0.17924862553500914</c:v>
                </c:pt>
                <c:pt idx="29" formatCode="0%">
                  <c:v>0.13041763678541216</c:v>
                </c:pt>
                <c:pt idx="31" formatCode="0%">
                  <c:v>0.19581265828062616</c:v>
                </c:pt>
                <c:pt idx="32" formatCode="0%">
                  <c:v>0.11297724734995059</c:v>
                </c:pt>
                <c:pt idx="33" formatCode="0%">
                  <c:v>0.28778492167357145</c:v>
                </c:pt>
                <c:pt idx="34" formatCode="0%">
                  <c:v>9.6710553368811788E-3</c:v>
                </c:pt>
                <c:pt idx="35" formatCode="0%">
                  <c:v>0.4076422006698357</c:v>
                </c:pt>
                <c:pt idx="36" formatCode="0%">
                  <c:v>0.13115719397419795</c:v>
                </c:pt>
                <c:pt idx="38" formatCode="0%">
                  <c:v>0.21385614407113743</c:v>
                </c:pt>
                <c:pt idx="39" formatCode="0%">
                  <c:v>0.19509684557575441</c:v>
                </c:pt>
                <c:pt idx="40" formatCode="0%">
                  <c:v>0.14962215372877927</c:v>
                </c:pt>
                <c:pt idx="41" formatCode="0%">
                  <c:v>3.9800265078600058E-2</c:v>
                </c:pt>
                <c:pt idx="43" formatCode="0%">
                  <c:v>9.8550373285541643E-2</c:v>
                </c:pt>
                <c:pt idx="44" formatCode="0%">
                  <c:v>0.21645411461519115</c:v>
                </c:pt>
                <c:pt idx="46" formatCode="0%">
                  <c:v>9.4515789713005949E-2</c:v>
                </c:pt>
                <c:pt idx="47" formatCode="0%">
                  <c:v>0.13278289920396394</c:v>
                </c:pt>
                <c:pt idx="48" formatCode="0%">
                  <c:v>0.23515022793878829</c:v>
                </c:pt>
                <c:pt idx="49" formatCode="0%">
                  <c:v>0.26257203722869538</c:v>
                </c:pt>
                <c:pt idx="51" formatCode="0%">
                  <c:v>0.17512917507393808</c:v>
                </c:pt>
                <c:pt idx="52" formatCode="0%">
                  <c:v>0.32694938507940025</c:v>
                </c:pt>
                <c:pt idx="53" formatCode="0%">
                  <c:v>0.13472969362132223</c:v>
                </c:pt>
                <c:pt idx="54" formatCode="0%">
                  <c:v>0.1127575588796431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Sheet1!$B$312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Sheet1!$C$306:$BE$306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Sheet1!$C$312:$BE$312</c:f>
              <c:numCache>
                <c:formatCode>General</c:formatCode>
                <c:ptCount val="55"/>
                <c:pt idx="0" formatCode="0%">
                  <c:v>2.5691380426110886E-2</c:v>
                </c:pt>
                <c:pt idx="2" formatCode="0%">
                  <c:v>1.8988162472069598E-2</c:v>
                </c:pt>
                <c:pt idx="3" formatCode="0%">
                  <c:v>3.2843193285541278E-2</c:v>
                </c:pt>
                <c:pt idx="5" formatCode="0%">
                  <c:v>0</c:v>
                </c:pt>
                <c:pt idx="6" formatCode="0%">
                  <c:v>3.1887141096344136E-3</c:v>
                </c:pt>
                <c:pt idx="7" formatCode="0%">
                  <c:v>4.3135890255208607E-2</c:v>
                </c:pt>
                <c:pt idx="8" formatCode="0%">
                  <c:v>5.4097191771691783E-2</c:v>
                </c:pt>
                <c:pt idx="10" formatCode="0%">
                  <c:v>2.8900498897501209E-2</c:v>
                </c:pt>
                <c:pt idx="11" formatCode="0%">
                  <c:v>2.5235167459732845E-2</c:v>
                </c:pt>
                <c:pt idx="12" formatCode="0%">
                  <c:v>2.3781909026820792E-2</c:v>
                </c:pt>
                <c:pt idx="14" formatCode="0%">
                  <c:v>1.6128522714641602E-2</c:v>
                </c:pt>
                <c:pt idx="15" formatCode="0%">
                  <c:v>3.4191230545267522E-2</c:v>
                </c:pt>
                <c:pt idx="16" formatCode="0%">
                  <c:v>2.3669824793188417E-2</c:v>
                </c:pt>
                <c:pt idx="17" formatCode="0%">
                  <c:v>1.4408321148570798E-2</c:v>
                </c:pt>
                <c:pt idx="19" formatCode="0%">
                  <c:v>2.144090773502276E-2</c:v>
                </c:pt>
                <c:pt idx="20" formatCode="0%">
                  <c:v>3.1662330130448918E-2</c:v>
                </c:pt>
                <c:pt idx="22" formatCode="0%">
                  <c:v>1.4112017202466793E-2</c:v>
                </c:pt>
                <c:pt idx="23" formatCode="0%">
                  <c:v>2.8819754603736567E-2</c:v>
                </c:pt>
                <c:pt idx="24" formatCode="0%">
                  <c:v>5.7439055521332956E-4</c:v>
                </c:pt>
                <c:pt idx="25" formatCode="0%">
                  <c:v>3.9231422384225723E-2</c:v>
                </c:pt>
                <c:pt idx="27" formatCode="0%">
                  <c:v>2.2765228827629751E-2</c:v>
                </c:pt>
                <c:pt idx="28" formatCode="0%">
                  <c:v>1.4756514407341598E-2</c:v>
                </c:pt>
                <c:pt idx="29" formatCode="0%">
                  <c:v>3.9398142727300071E-2</c:v>
                </c:pt>
                <c:pt idx="31" formatCode="0%">
                  <c:v>4.6014492183279056E-2</c:v>
                </c:pt>
                <c:pt idx="32" formatCode="0%">
                  <c:v>9.2507549557091472E-3</c:v>
                </c:pt>
                <c:pt idx="33" formatCode="0%">
                  <c:v>1.5761905011763781E-2</c:v>
                </c:pt>
                <c:pt idx="34" formatCode="0%">
                  <c:v>2.1628092085787424E-2</c:v>
                </c:pt>
                <c:pt idx="35" formatCode="0%">
                  <c:v>4.1387711426349753E-3</c:v>
                </c:pt>
                <c:pt idx="36" formatCode="0%">
                  <c:v>6.0634860769314975E-4</c:v>
                </c:pt>
                <c:pt idx="38" formatCode="0%">
                  <c:v>2.3760701446185018E-2</c:v>
                </c:pt>
                <c:pt idx="39" formatCode="0%">
                  <c:v>1.471528557208425E-2</c:v>
                </c:pt>
                <c:pt idx="40" formatCode="0%">
                  <c:v>1.4634056923577282E-2</c:v>
                </c:pt>
                <c:pt idx="41" formatCode="0%">
                  <c:v>2.7426103021400857E-2</c:v>
                </c:pt>
                <c:pt idx="43" formatCode="0%">
                  <c:v>1.4456487996434963E-2</c:v>
                </c:pt>
                <c:pt idx="44" formatCode="0%">
                  <c:v>1.4799802145339404E-2</c:v>
                </c:pt>
                <c:pt idx="46" formatCode="0%">
                  <c:v>7.5932011014107374E-3</c:v>
                </c:pt>
                <c:pt idx="47" formatCode="0%">
                  <c:v>4.0064706005408131E-2</c:v>
                </c:pt>
                <c:pt idx="48" formatCode="0%">
                  <c:v>2.0699217553721016E-2</c:v>
                </c:pt>
                <c:pt idx="49" formatCode="0%">
                  <c:v>2.7388652792126655E-2</c:v>
                </c:pt>
                <c:pt idx="51" formatCode="0%">
                  <c:v>1.4042978296727092E-2</c:v>
                </c:pt>
                <c:pt idx="52" formatCode="0%">
                  <c:v>3.8506427691700609E-2</c:v>
                </c:pt>
                <c:pt idx="53" formatCode="0%">
                  <c:v>5.8523238920103679E-2</c:v>
                </c:pt>
                <c:pt idx="54" formatCode="0%">
                  <c:v>8.4663283629474884E-3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825-496F-8F83-022F45CFE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48520"/>
        <c:axId val="382755968"/>
      </c:barChart>
      <c:catAx>
        <c:axId val="382748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55968"/>
        <c:crosses val="autoZero"/>
        <c:auto val="1"/>
        <c:lblAlgn val="ctr"/>
        <c:lblOffset val="100"/>
        <c:noMultiLvlLbl val="0"/>
      </c:catAx>
      <c:valAx>
        <c:axId val="38275596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48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926428692507996"/>
          <c:h val="3.7975080168766294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Sheet1!$B$315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Sheet1!$C$314:$BE$314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Sheet1!$C$315:$BE$315</c:f>
              <c:numCache>
                <c:formatCode>General</c:formatCode>
                <c:ptCount val="55"/>
                <c:pt idx="0" formatCode="0%">
                  <c:v>0.17042487587592872</c:v>
                </c:pt>
                <c:pt idx="2" formatCode="0%">
                  <c:v>0.15493784346559458</c:v>
                </c:pt>
                <c:pt idx="3" formatCode="0%">
                  <c:v>0.18689469819563811</c:v>
                </c:pt>
                <c:pt idx="5" formatCode="0%">
                  <c:v>0.10494047021314619</c:v>
                </c:pt>
                <c:pt idx="6" formatCode="0%">
                  <c:v>0.19264423412681445</c:v>
                </c:pt>
                <c:pt idx="7" formatCode="0%">
                  <c:v>0.19893331873494663</c:v>
                </c:pt>
                <c:pt idx="8" formatCode="0%">
                  <c:v>0.17507263007134027</c:v>
                </c:pt>
                <c:pt idx="10" formatCode="0%">
                  <c:v>0.24206229001173124</c:v>
                </c:pt>
                <c:pt idx="11" formatCode="0%">
                  <c:v>0.10654445405230954</c:v>
                </c:pt>
                <c:pt idx="12" formatCode="0%">
                  <c:v>0.18599768775790859</c:v>
                </c:pt>
                <c:pt idx="14" formatCode="0%">
                  <c:v>0.15583410885639057</c:v>
                </c:pt>
                <c:pt idx="15" formatCode="0%">
                  <c:v>0.13566632767041878</c:v>
                </c:pt>
                <c:pt idx="16" formatCode="0%">
                  <c:v>0.22511223992221854</c:v>
                </c:pt>
                <c:pt idx="17" formatCode="0%">
                  <c:v>0.1946800964436573</c:v>
                </c:pt>
                <c:pt idx="19" formatCode="0%">
                  <c:v>0.18495347986512056</c:v>
                </c:pt>
                <c:pt idx="20" formatCode="0%">
                  <c:v>0.15017694287043681</c:v>
                </c:pt>
                <c:pt idx="22" formatCode="0%">
                  <c:v>0.22794103082471587</c:v>
                </c:pt>
                <c:pt idx="23" formatCode="0%">
                  <c:v>0.13810253502700851</c:v>
                </c:pt>
                <c:pt idx="24" formatCode="0%">
                  <c:v>0.14786910164391071</c:v>
                </c:pt>
                <c:pt idx="25" formatCode="0%">
                  <c:v>0.18702767833357078</c:v>
                </c:pt>
                <c:pt idx="27" formatCode="0%">
                  <c:v>0.16908026478889226</c:v>
                </c:pt>
                <c:pt idx="28" formatCode="0%">
                  <c:v>0.17028377609755704</c:v>
                </c:pt>
                <c:pt idx="29" formatCode="0%">
                  <c:v>0.188084642674411</c:v>
                </c:pt>
                <c:pt idx="31" formatCode="0%">
                  <c:v>0.1673213140297716</c:v>
                </c:pt>
                <c:pt idx="32" formatCode="0%">
                  <c:v>7.6725638204859989E-2</c:v>
                </c:pt>
                <c:pt idx="33" formatCode="0%">
                  <c:v>6.7729491176248185E-2</c:v>
                </c:pt>
                <c:pt idx="34" formatCode="0%">
                  <c:v>0.23019836223307474</c:v>
                </c:pt>
                <c:pt idx="35" formatCode="0%">
                  <c:v>0.42266973343645392</c:v>
                </c:pt>
                <c:pt idx="36" formatCode="0%">
                  <c:v>0.26824887584191792</c:v>
                </c:pt>
                <c:pt idx="38" formatCode="0%">
                  <c:v>2.674426023235657E-2</c:v>
                </c:pt>
                <c:pt idx="39" formatCode="0%">
                  <c:v>9.5871160852156981E-2</c:v>
                </c:pt>
                <c:pt idx="40" formatCode="0%">
                  <c:v>0.16754362869145795</c:v>
                </c:pt>
                <c:pt idx="41" formatCode="0%">
                  <c:v>0.50710271856198008</c:v>
                </c:pt>
                <c:pt idx="43" formatCode="0%">
                  <c:v>0.25963349492881821</c:v>
                </c:pt>
                <c:pt idx="44" formatCode="0%">
                  <c:v>0.11789439771135242</c:v>
                </c:pt>
                <c:pt idx="46" formatCode="0%">
                  <c:v>0.35962909756272021</c:v>
                </c:pt>
                <c:pt idx="47" formatCode="0%">
                  <c:v>0.19234537754545161</c:v>
                </c:pt>
                <c:pt idx="48" formatCode="0%">
                  <c:v>0.10871951459030131</c:v>
                </c:pt>
                <c:pt idx="49" formatCode="0%">
                  <c:v>3.1267269009315229E-2</c:v>
                </c:pt>
                <c:pt idx="51" formatCode="0%">
                  <c:v>2.8944094584494352E-2</c:v>
                </c:pt>
                <c:pt idx="52" formatCode="0%">
                  <c:v>6.697880679874349E-2</c:v>
                </c:pt>
                <c:pt idx="53" formatCode="0%">
                  <c:v>7.473017104932525E-2</c:v>
                </c:pt>
                <c:pt idx="54" formatCode="0%">
                  <c:v>0.28304636719123177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Sheet1!$B$316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Sheet1!$C$314:$BE$314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Sheet1!$C$316:$BE$316</c:f>
              <c:numCache>
                <c:formatCode>General</c:formatCode>
                <c:ptCount val="55"/>
                <c:pt idx="0" formatCode="0%">
                  <c:v>0.24776156975670713</c:v>
                </c:pt>
                <c:pt idx="2" formatCode="0%">
                  <c:v>0.23882620890047504</c:v>
                </c:pt>
                <c:pt idx="3" formatCode="0%">
                  <c:v>0.25726398573393033</c:v>
                </c:pt>
                <c:pt idx="5" formatCode="0%">
                  <c:v>0.36560303340968936</c:v>
                </c:pt>
                <c:pt idx="6" formatCode="0%">
                  <c:v>0.2802020655119033</c:v>
                </c:pt>
                <c:pt idx="7" formatCode="0%">
                  <c:v>0.25179079286100559</c:v>
                </c:pt>
                <c:pt idx="8" formatCode="0%">
                  <c:v>0.10283403469631094</c:v>
                </c:pt>
                <c:pt idx="10" formatCode="0%">
                  <c:v>0.11814088585079424</c:v>
                </c:pt>
                <c:pt idx="11" formatCode="0%">
                  <c:v>0.33624571862593378</c:v>
                </c:pt>
                <c:pt idx="12" formatCode="0%">
                  <c:v>0.24888529233326839</c:v>
                </c:pt>
                <c:pt idx="14" formatCode="0%">
                  <c:v>0.22136617803245034</c:v>
                </c:pt>
                <c:pt idx="15" formatCode="0%">
                  <c:v>0.28486233441563535</c:v>
                </c:pt>
                <c:pt idx="16" formatCode="0%">
                  <c:v>0.22317128607752745</c:v>
                </c:pt>
                <c:pt idx="17" formatCode="0%">
                  <c:v>0.23112013866717521</c:v>
                </c:pt>
                <c:pt idx="19" formatCode="0%">
                  <c:v>0.22196863606102024</c:v>
                </c:pt>
                <c:pt idx="20" formatCode="0%">
                  <c:v>0.28370814754724294</c:v>
                </c:pt>
                <c:pt idx="22" formatCode="0%">
                  <c:v>0.15448689908991575</c:v>
                </c:pt>
                <c:pt idx="23" formatCode="0%">
                  <c:v>0.2361829792286006</c:v>
                </c:pt>
                <c:pt idx="24" formatCode="0%">
                  <c:v>0.39177665000242035</c:v>
                </c:pt>
                <c:pt idx="25" formatCode="0%">
                  <c:v>0.27379639506822012</c:v>
                </c:pt>
                <c:pt idx="27" formatCode="0%">
                  <c:v>0.15476179598063453</c:v>
                </c:pt>
                <c:pt idx="28" formatCode="0%">
                  <c:v>0.24297297941568419</c:v>
                </c:pt>
                <c:pt idx="29" formatCode="0%">
                  <c:v>0.39500930163277348</c:v>
                </c:pt>
                <c:pt idx="31" formatCode="0%">
                  <c:v>0.23349268035473492</c:v>
                </c:pt>
                <c:pt idx="32" formatCode="0%">
                  <c:v>0.19640845295791134</c:v>
                </c:pt>
                <c:pt idx="33" formatCode="0%">
                  <c:v>0.16953765987112374</c:v>
                </c:pt>
                <c:pt idx="34" formatCode="0%">
                  <c:v>0.5410420487416806</c:v>
                </c:pt>
                <c:pt idx="35" formatCode="0%">
                  <c:v>3.1914914965150656E-2</c:v>
                </c:pt>
                <c:pt idx="36" formatCode="0%">
                  <c:v>0.27728234310484756</c:v>
                </c:pt>
                <c:pt idx="38" formatCode="0%">
                  <c:v>0.29651648272772485</c:v>
                </c:pt>
                <c:pt idx="39" formatCode="0%">
                  <c:v>0.24495184779910129</c:v>
                </c:pt>
                <c:pt idx="40" formatCode="0%">
                  <c:v>0.2704870854276179</c:v>
                </c:pt>
                <c:pt idx="41" formatCode="0%">
                  <c:v>0.26325478640362476</c:v>
                </c:pt>
                <c:pt idx="43" formatCode="0%">
                  <c:v>0.3648027755747445</c:v>
                </c:pt>
                <c:pt idx="44" formatCode="0%">
                  <c:v>0.2022290755596288</c:v>
                </c:pt>
                <c:pt idx="46" formatCode="0%">
                  <c:v>0.2313704986327581</c:v>
                </c:pt>
                <c:pt idx="47" formatCode="0%">
                  <c:v>0.46300336172781509</c:v>
                </c:pt>
                <c:pt idx="48" formatCode="0%">
                  <c:v>0.31906167194514867</c:v>
                </c:pt>
                <c:pt idx="49" formatCode="0%">
                  <c:v>0.10664220588757335</c:v>
                </c:pt>
                <c:pt idx="51" formatCode="0%">
                  <c:v>9.1208417789682278E-2</c:v>
                </c:pt>
                <c:pt idx="52" formatCode="0%">
                  <c:v>0.21215603314396042</c:v>
                </c:pt>
                <c:pt idx="53" formatCode="0%">
                  <c:v>0.25877503898523263</c:v>
                </c:pt>
                <c:pt idx="54" formatCode="0%">
                  <c:v>0.31906170382052512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Sheet1!$B$317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Sheet1!$C$314:$BE$314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Sheet1!$C$317:$BE$317</c:f>
              <c:numCache>
                <c:formatCode>General</c:formatCode>
                <c:ptCount val="55"/>
                <c:pt idx="0" formatCode="0%">
                  <c:v>7.6064271822097185E-2</c:v>
                </c:pt>
                <c:pt idx="2" formatCode="0%">
                  <c:v>0.10443566295177495</c:v>
                </c:pt>
                <c:pt idx="3" formatCode="0%">
                  <c:v>4.5892517367508094E-2</c:v>
                </c:pt>
                <c:pt idx="5" formatCode="0%">
                  <c:v>3.6898002481123203E-2</c:v>
                </c:pt>
                <c:pt idx="6" formatCode="0%">
                  <c:v>6.6010013969374448E-2</c:v>
                </c:pt>
                <c:pt idx="7" formatCode="0%">
                  <c:v>0.10171634797252892</c:v>
                </c:pt>
                <c:pt idx="8" formatCode="0%">
                  <c:v>9.4374677591959527E-2</c:v>
                </c:pt>
                <c:pt idx="10" formatCode="0%">
                  <c:v>0.10116342316016734</c:v>
                </c:pt>
                <c:pt idx="11" formatCode="0%">
                  <c:v>4.0951392272813851E-2</c:v>
                </c:pt>
                <c:pt idx="12" formatCode="0%">
                  <c:v>9.5285486187064714E-2</c:v>
                </c:pt>
                <c:pt idx="14" formatCode="0%">
                  <c:v>6.2102025341795514E-2</c:v>
                </c:pt>
                <c:pt idx="15" formatCode="0%">
                  <c:v>9.2833636280037019E-2</c:v>
                </c:pt>
                <c:pt idx="16" formatCode="0%">
                  <c:v>6.8626662301529903E-2</c:v>
                </c:pt>
                <c:pt idx="17" formatCode="0%">
                  <c:v>4.8716367938677313E-2</c:v>
                </c:pt>
                <c:pt idx="19" formatCode="0%">
                  <c:v>6.7613756739216352E-2</c:v>
                </c:pt>
                <c:pt idx="20" formatCode="0%">
                  <c:v>8.7841415957030072E-2</c:v>
                </c:pt>
                <c:pt idx="22" formatCode="0%">
                  <c:v>6.6610422804771335E-2</c:v>
                </c:pt>
                <c:pt idx="23" formatCode="0%">
                  <c:v>8.3563222891623934E-2</c:v>
                </c:pt>
                <c:pt idx="24" formatCode="0%">
                  <c:v>2.4868262835315891E-2</c:v>
                </c:pt>
                <c:pt idx="25" formatCode="0%">
                  <c:v>5.8419591352449188E-2</c:v>
                </c:pt>
                <c:pt idx="27" formatCode="0%">
                  <c:v>6.3332076005397947E-2</c:v>
                </c:pt>
                <c:pt idx="28" formatCode="0%">
                  <c:v>7.3098335677951279E-2</c:v>
                </c:pt>
                <c:pt idx="29" formatCode="0%">
                  <c:v>4.8127585383435194E-2</c:v>
                </c:pt>
                <c:pt idx="31" formatCode="0%">
                  <c:v>4.9150718573968757E-2</c:v>
                </c:pt>
                <c:pt idx="32" formatCode="0%">
                  <c:v>8.6767721020787031E-2</c:v>
                </c:pt>
                <c:pt idx="33" formatCode="0%">
                  <c:v>0.12575398863269072</c:v>
                </c:pt>
                <c:pt idx="34" formatCode="0%">
                  <c:v>2.7018121049258673E-2</c:v>
                </c:pt>
                <c:pt idx="35" formatCode="0%">
                  <c:v>5.8221280177390339E-2</c:v>
                </c:pt>
                <c:pt idx="36" formatCode="0%">
                  <c:v>0.10498572352851709</c:v>
                </c:pt>
                <c:pt idx="38" formatCode="0%">
                  <c:v>3.9573500592631997E-2</c:v>
                </c:pt>
                <c:pt idx="39" formatCode="0%">
                  <c:v>9.7198925531913311E-2</c:v>
                </c:pt>
                <c:pt idx="40" formatCode="0%">
                  <c:v>0.11128272268520478</c:v>
                </c:pt>
                <c:pt idx="41" formatCode="0%">
                  <c:v>2.1910059976369033E-2</c:v>
                </c:pt>
                <c:pt idx="43" formatCode="0%">
                  <c:v>6.7105987054083799E-2</c:v>
                </c:pt>
                <c:pt idx="44" formatCode="0%">
                  <c:v>9.8087780690803525E-2</c:v>
                </c:pt>
                <c:pt idx="46" formatCode="0%">
                  <c:v>7.2693005512290354E-2</c:v>
                </c:pt>
                <c:pt idx="47" formatCode="0%">
                  <c:v>1.55692602560703E-2</c:v>
                </c:pt>
                <c:pt idx="48" formatCode="0%">
                  <c:v>9.9860645057229191E-2</c:v>
                </c:pt>
                <c:pt idx="49" formatCode="0%">
                  <c:v>0.11492287688834474</c:v>
                </c:pt>
                <c:pt idx="51" formatCode="0%">
                  <c:v>5.2129554268075952E-2</c:v>
                </c:pt>
                <c:pt idx="52" formatCode="0%">
                  <c:v>0.16465835048365426</c:v>
                </c:pt>
                <c:pt idx="53" formatCode="0%">
                  <c:v>6.7660970678896731E-2</c:v>
                </c:pt>
                <c:pt idx="54" formatCode="0%">
                  <c:v>5.0461792841122267E-2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Sheet1!$B$318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Sheet1!$C$314:$BE$314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Sheet1!$C$318:$BE$318</c:f>
              <c:numCache>
                <c:formatCode>General</c:formatCode>
                <c:ptCount val="55"/>
                <c:pt idx="0" formatCode="0%">
                  <c:v>0.10912031826588392</c:v>
                </c:pt>
                <c:pt idx="2" formatCode="0%">
                  <c:v>0.10585124231848163</c:v>
                </c:pt>
                <c:pt idx="3" formatCode="0%">
                  <c:v>0.11259676390364003</c:v>
                </c:pt>
                <c:pt idx="5" formatCode="0%">
                  <c:v>8.4581602812041592E-2</c:v>
                </c:pt>
                <c:pt idx="6" formatCode="0%">
                  <c:v>0.10187063951817135</c:v>
                </c:pt>
                <c:pt idx="7" formatCode="0%">
                  <c:v>7.5565950267195217E-2</c:v>
                </c:pt>
                <c:pt idx="8" formatCode="0%">
                  <c:v>0.17507784123010489</c:v>
                </c:pt>
                <c:pt idx="10" formatCode="0%">
                  <c:v>0.12149302331694881</c:v>
                </c:pt>
                <c:pt idx="11" formatCode="0%">
                  <c:v>8.057790447219132E-2</c:v>
                </c:pt>
                <c:pt idx="12" formatCode="0%">
                  <c:v>0.13074083733923403</c:v>
                </c:pt>
                <c:pt idx="14" formatCode="0%">
                  <c:v>9.6976673527826518E-2</c:v>
                </c:pt>
                <c:pt idx="15" formatCode="0%">
                  <c:v>9.1698448963578316E-2</c:v>
                </c:pt>
                <c:pt idx="16" formatCode="0%">
                  <c:v>0.13890034214399438</c:v>
                </c:pt>
                <c:pt idx="17" formatCode="0%">
                  <c:v>0.13001193102426875</c:v>
                </c:pt>
                <c:pt idx="19" formatCode="0%">
                  <c:v>0.11608874319749947</c:v>
                </c:pt>
                <c:pt idx="20" formatCode="0%">
                  <c:v>9.9408703765680145E-2</c:v>
                </c:pt>
                <c:pt idx="22" formatCode="0%">
                  <c:v>0.14645678099706658</c:v>
                </c:pt>
                <c:pt idx="23" formatCode="0%">
                  <c:v>9.9189045797586708E-2</c:v>
                </c:pt>
                <c:pt idx="24" formatCode="0%">
                  <c:v>0.110215706945583</c:v>
                </c:pt>
                <c:pt idx="25" formatCode="0%">
                  <c:v>0.1124706935218347</c:v>
                </c:pt>
                <c:pt idx="27" formatCode="0%">
                  <c:v>0.1141853437193356</c:v>
                </c:pt>
                <c:pt idx="28" formatCode="0%">
                  <c:v>0.11516705901944346</c:v>
                </c:pt>
                <c:pt idx="29" formatCode="0%">
                  <c:v>0.11549904483418817</c:v>
                </c:pt>
                <c:pt idx="31" formatCode="0%">
                  <c:v>7.7372032283941072E-2</c:v>
                </c:pt>
                <c:pt idx="32" formatCode="0%">
                  <c:v>0.1889474220272622</c:v>
                </c:pt>
                <c:pt idx="33" formatCode="0%">
                  <c:v>0.12326854293432757</c:v>
                </c:pt>
                <c:pt idx="34" formatCode="0%">
                  <c:v>0.15664223533495208</c:v>
                </c:pt>
                <c:pt idx="35" formatCode="0%">
                  <c:v>2.6246782982731712E-2</c:v>
                </c:pt>
                <c:pt idx="36" formatCode="0%">
                  <c:v>6.3092927005251376E-2</c:v>
                </c:pt>
                <c:pt idx="38" formatCode="0%">
                  <c:v>0.12268913512721329</c:v>
                </c:pt>
                <c:pt idx="39" formatCode="0%">
                  <c:v>0.1417690914228294</c:v>
                </c:pt>
                <c:pt idx="40" formatCode="0%">
                  <c:v>0.13065294264307006</c:v>
                </c:pt>
                <c:pt idx="41" formatCode="0%">
                  <c:v>1.8672182223550111E-2</c:v>
                </c:pt>
                <c:pt idx="43" formatCode="0%">
                  <c:v>5.8539873339962502E-2</c:v>
                </c:pt>
                <c:pt idx="44" formatCode="0%">
                  <c:v>0.16814601161582651</c:v>
                </c:pt>
                <c:pt idx="46" formatCode="0%">
                  <c:v>9.2048499101927986E-2</c:v>
                </c:pt>
                <c:pt idx="47" formatCode="0%">
                  <c:v>3.3024061680800187E-2</c:v>
                </c:pt>
                <c:pt idx="48" formatCode="0%">
                  <c:v>4.8483723135150883E-2</c:v>
                </c:pt>
                <c:pt idx="49" formatCode="0%">
                  <c:v>0.2041512692894801</c:v>
                </c:pt>
                <c:pt idx="51" formatCode="0%">
                  <c:v>0.26154599025244124</c:v>
                </c:pt>
                <c:pt idx="52" formatCode="0%">
                  <c:v>0.11385870235083863</c:v>
                </c:pt>
                <c:pt idx="53" formatCode="0%">
                  <c:v>4.3166134197123444E-2</c:v>
                </c:pt>
                <c:pt idx="54" formatCode="0%">
                  <c:v>7.3496586253015112E-2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Sheet1!$B$319</c:f>
              <c:strCache>
                <c:ptCount val="1"/>
                <c:pt idx="0">
                  <c:v>No lo conoce</c:v>
                </c:pt>
              </c:strCache>
            </c:strRef>
          </c:tx>
          <c:spPr>
            <a:solidFill>
              <a:srgbClr val="FFFFFF">
                <a:lumMod val="6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Sheet1!$C$314:$BE$314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Sheet1!$C$319:$BE$319</c:f>
              <c:numCache>
                <c:formatCode>General</c:formatCode>
                <c:ptCount val="55"/>
                <c:pt idx="0" formatCode="0%">
                  <c:v>0.33276444582166964</c:v>
                </c:pt>
                <c:pt idx="2" formatCode="0%">
                  <c:v>0.34197919227607232</c:v>
                </c:pt>
                <c:pt idx="3" formatCode="0%">
                  <c:v>0.32296494744856202</c:v>
                </c:pt>
                <c:pt idx="5" formatCode="0%">
                  <c:v>0.32068759902653343</c:v>
                </c:pt>
                <c:pt idx="6" formatCode="0%">
                  <c:v>0.3544807440559492</c:v>
                </c:pt>
                <c:pt idx="7" formatCode="0%">
                  <c:v>0.3005947409847437</c:v>
                </c:pt>
                <c:pt idx="8" formatCode="0%">
                  <c:v>0.35523548053163556</c:v>
                </c:pt>
                <c:pt idx="10" formatCode="0%">
                  <c:v>0.33739248541644962</c:v>
                </c:pt>
                <c:pt idx="11" formatCode="0%">
                  <c:v>0.35873919836760132</c:v>
                </c:pt>
                <c:pt idx="12" formatCode="0%">
                  <c:v>0.30122512991650885</c:v>
                </c:pt>
                <c:pt idx="14" formatCode="0%">
                  <c:v>0.41900010030595075</c:v>
                </c:pt>
                <c:pt idx="15" formatCode="0%">
                  <c:v>0.2956221849823939</c:v>
                </c:pt>
                <c:pt idx="16" formatCode="0%">
                  <c:v>0.30269439611030036</c:v>
                </c:pt>
                <c:pt idx="17" formatCode="0%">
                  <c:v>0.39516848880381161</c:v>
                </c:pt>
                <c:pt idx="19" formatCode="0%">
                  <c:v>0.33298874346431989</c:v>
                </c:pt>
                <c:pt idx="20" formatCode="0%">
                  <c:v>0.33245185118800369</c:v>
                </c:pt>
                <c:pt idx="22" formatCode="0%">
                  <c:v>0.33930378842969539</c:v>
                </c:pt>
                <c:pt idx="23" formatCode="0%">
                  <c:v>0.30735350633435837</c:v>
                </c:pt>
                <c:pt idx="24" formatCode="0%">
                  <c:v>0.26011956892691335</c:v>
                </c:pt>
                <c:pt idx="25" formatCode="0%">
                  <c:v>0.32968684356766675</c:v>
                </c:pt>
                <c:pt idx="27" formatCode="0%">
                  <c:v>0.36820890935056189</c:v>
                </c:pt>
                <c:pt idx="28" formatCode="0%">
                  <c:v>0.35949698657049212</c:v>
                </c:pt>
                <c:pt idx="29" formatCode="0%">
                  <c:v>0.21530815490533325</c:v>
                </c:pt>
                <c:pt idx="31" formatCode="0%">
                  <c:v>0.40163839924732125</c:v>
                </c:pt>
                <c:pt idx="32" formatCode="0%">
                  <c:v>0.38774209597647002</c:v>
                </c:pt>
                <c:pt idx="33" formatCode="0%">
                  <c:v>0.3423814507721985</c:v>
                </c:pt>
                <c:pt idx="34" formatCode="0%">
                  <c:v>1.4574400225479194E-2</c:v>
                </c:pt>
                <c:pt idx="35" formatCode="0%">
                  <c:v>0.45425751468953562</c:v>
                </c:pt>
                <c:pt idx="36" formatCode="0%">
                  <c:v>0.27589783236099968</c:v>
                </c:pt>
                <c:pt idx="38" formatCode="0%">
                  <c:v>0.41195180725816111</c:v>
                </c:pt>
                <c:pt idx="39" formatCode="0%">
                  <c:v>0.34659682027179278</c:v>
                </c:pt>
                <c:pt idx="40" formatCode="0%">
                  <c:v>0.29860719112789413</c:v>
                </c:pt>
                <c:pt idx="41" formatCode="0%">
                  <c:v>0.10096342517427263</c:v>
                </c:pt>
                <c:pt idx="43" formatCode="0%">
                  <c:v>0.20870091386676201</c:v>
                </c:pt>
                <c:pt idx="44" formatCode="0%">
                  <c:v>0.34947518831323809</c:v>
                </c:pt>
                <c:pt idx="46" formatCode="0%">
                  <c:v>0.18709449167023787</c:v>
                </c:pt>
                <c:pt idx="47" formatCode="0%">
                  <c:v>0.26088132213761933</c:v>
                </c:pt>
                <c:pt idx="48" formatCode="0%">
                  <c:v>0.29257736902493314</c:v>
                </c:pt>
                <c:pt idx="49" formatCode="0%">
                  <c:v>0.48200008355015633</c:v>
                </c:pt>
                <c:pt idx="51" formatCode="0%">
                  <c:v>0.53643841428439321</c:v>
                </c:pt>
                <c:pt idx="52" formatCode="0%">
                  <c:v>0.35577704121089282</c:v>
                </c:pt>
                <c:pt idx="53" formatCode="0%">
                  <c:v>0.36100070852009247</c:v>
                </c:pt>
                <c:pt idx="54" formatCode="0%">
                  <c:v>0.24208465924549669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ser>
          <c:idx val="5"/>
          <c:order val="5"/>
          <c:tx>
            <c:strRef>
              <c:f>Sheet1!$B$320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500">
                    <a:latin typeface="Roboto Condensed" panose="02000000000000000000" pitchFamily="2" charset="0"/>
                    <a:ea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Sheet1!$C$314:$BE$314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Sheet1!$C$320:$BE$320</c:f>
              <c:numCache>
                <c:formatCode>General</c:formatCode>
                <c:ptCount val="55"/>
                <c:pt idx="0" formatCode="0%">
                  <c:v>6.3864518457714084E-2</c:v>
                </c:pt>
                <c:pt idx="2" formatCode="0%">
                  <c:v>5.3969850087602189E-2</c:v>
                </c:pt>
                <c:pt idx="3" formatCode="0%">
                  <c:v>7.4387087350720582E-2</c:v>
                </c:pt>
                <c:pt idx="5" formatCode="0%">
                  <c:v>8.7289292057466217E-2</c:v>
                </c:pt>
                <c:pt idx="6" formatCode="0%">
                  <c:v>4.7923028177868912E-3</c:v>
                </c:pt>
                <c:pt idx="7" formatCode="0%">
                  <c:v>7.1398849179579366E-2</c:v>
                </c:pt>
                <c:pt idx="8" formatCode="0%">
                  <c:v>9.7405335878647553E-2</c:v>
                </c:pt>
                <c:pt idx="10" formatCode="0%">
                  <c:v>7.9747892243907909E-2</c:v>
                </c:pt>
                <c:pt idx="11" formatCode="0%">
                  <c:v>7.694133220914956E-2</c:v>
                </c:pt>
                <c:pt idx="12" formatCode="0%">
                  <c:v>3.7865566466015167E-2</c:v>
                </c:pt>
                <c:pt idx="14" formatCode="0%">
                  <c:v>4.472091393558509E-2</c:v>
                </c:pt>
                <c:pt idx="15" formatCode="0%">
                  <c:v>9.9317067687935967E-2</c:v>
                </c:pt>
                <c:pt idx="16" formatCode="0%">
                  <c:v>4.1495073444429653E-2</c:v>
                </c:pt>
                <c:pt idx="17" formatCode="0%">
                  <c:v>3.0297712240982415E-4</c:v>
                </c:pt>
                <c:pt idx="19" formatCode="0%">
                  <c:v>7.6386640672824621E-2</c:v>
                </c:pt>
                <c:pt idx="20" formatCode="0%">
                  <c:v>4.6412938671606528E-2</c:v>
                </c:pt>
                <c:pt idx="22" formatCode="0%">
                  <c:v>6.5201077853834569E-2</c:v>
                </c:pt>
                <c:pt idx="23" formatCode="0%">
                  <c:v>0.13560871072082151</c:v>
                </c:pt>
                <c:pt idx="24" formatCode="0%">
                  <c:v>6.5150709645856494E-2</c:v>
                </c:pt>
                <c:pt idx="25" formatCode="0%">
                  <c:v>3.8598798156258468E-2</c:v>
                </c:pt>
                <c:pt idx="27" formatCode="0%">
                  <c:v>0.1304316101551774</c:v>
                </c:pt>
                <c:pt idx="28" formatCode="0%">
                  <c:v>3.8980863218871627E-2</c:v>
                </c:pt>
                <c:pt idx="29" formatCode="0%">
                  <c:v>3.7971270569858925E-2</c:v>
                </c:pt>
                <c:pt idx="31" formatCode="0%">
                  <c:v>7.1024855510261942E-2</c:v>
                </c:pt>
                <c:pt idx="32" formatCode="0%">
                  <c:v>6.3408669812709373E-2</c:v>
                </c:pt>
                <c:pt idx="33" formatCode="0%">
                  <c:v>0.17132886661341151</c:v>
                </c:pt>
                <c:pt idx="34" formatCode="0%">
                  <c:v>3.0524832415554072E-2</c:v>
                </c:pt>
                <c:pt idx="35" formatCode="0%">
                  <c:v>6.6897737487377753E-3</c:v>
                </c:pt>
                <c:pt idx="36" formatCode="0%">
                  <c:v>1.049229815846592E-2</c:v>
                </c:pt>
                <c:pt idx="38" formatCode="0%">
                  <c:v>0.10252481406191211</c:v>
                </c:pt>
                <c:pt idx="39" formatCode="0%">
                  <c:v>7.3612154122206175E-2</c:v>
                </c:pt>
                <c:pt idx="40" formatCode="0%">
                  <c:v>2.1426429424754371E-2</c:v>
                </c:pt>
                <c:pt idx="41" formatCode="0%">
                  <c:v>8.8096827660203131E-2</c:v>
                </c:pt>
                <c:pt idx="43" formatCode="0%">
                  <c:v>4.1216955235628829E-2</c:v>
                </c:pt>
                <c:pt idx="44" formatCode="0%">
                  <c:v>6.4167546109150778E-2</c:v>
                </c:pt>
                <c:pt idx="46" formatCode="0%">
                  <c:v>5.7164407520065103E-2</c:v>
                </c:pt>
                <c:pt idx="47" formatCode="0%">
                  <c:v>3.517661665224283E-2</c:v>
                </c:pt>
                <c:pt idx="48" formatCode="0%">
                  <c:v>0.13129707624723683</c:v>
                </c:pt>
                <c:pt idx="49" formatCode="0%">
                  <c:v>6.1016295375129898E-2</c:v>
                </c:pt>
                <c:pt idx="51" formatCode="0%">
                  <c:v>2.9733528820912753E-2</c:v>
                </c:pt>
                <c:pt idx="52" formatCode="0%">
                  <c:v>8.6571066011910253E-2</c:v>
                </c:pt>
                <c:pt idx="53" formatCode="0%">
                  <c:v>0.1946669765693296</c:v>
                </c:pt>
                <c:pt idx="54" formatCode="0%">
                  <c:v>3.1848890648608116E-2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825-496F-8F83-022F45CFE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54008"/>
        <c:axId val="382757536"/>
      </c:barChart>
      <c:catAx>
        <c:axId val="382754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57536"/>
        <c:crosses val="autoZero"/>
        <c:auto val="1"/>
        <c:lblAlgn val="ctr"/>
        <c:lblOffset val="100"/>
        <c:noMultiLvlLbl val="0"/>
      </c:catAx>
      <c:valAx>
        <c:axId val="38275753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54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926428692507996"/>
          <c:h val="3.7975080168766294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Sheet1!$B$130</c:f>
              <c:strCache>
                <c:ptCount val="1"/>
                <c:pt idx="0">
                  <c:v>Muy probable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Sheet1!$C$129:$BE$129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Sheet1!$C$130:$BE$130</c:f>
              <c:numCache>
                <c:formatCode>General</c:formatCode>
                <c:ptCount val="55"/>
                <c:pt idx="0" formatCode="0%">
                  <c:v>0.32636321884741221</c:v>
                </c:pt>
                <c:pt idx="2" formatCode="0%">
                  <c:v>0.32981721145269766</c:v>
                </c:pt>
                <c:pt idx="3" formatCode="0%">
                  <c:v>0.32267309911261721</c:v>
                </c:pt>
                <c:pt idx="5" formatCode="0%">
                  <c:v>0.28048662119629036</c:v>
                </c:pt>
                <c:pt idx="6" formatCode="0%">
                  <c:v>0.38126431816827611</c:v>
                </c:pt>
                <c:pt idx="7" formatCode="0%">
                  <c:v>0.37875891511159859</c:v>
                </c:pt>
                <c:pt idx="8" formatCode="0%">
                  <c:v>0.25519440889946854</c:v>
                </c:pt>
                <c:pt idx="10" formatCode="0%">
                  <c:v>0.26296562632422887</c:v>
                </c:pt>
                <c:pt idx="11" formatCode="0%">
                  <c:v>0.29784548280442541</c:v>
                </c:pt>
                <c:pt idx="12" formatCode="0%">
                  <c:v>0.40934095266784437</c:v>
                </c:pt>
                <c:pt idx="14" formatCode="0%">
                  <c:v>0.29679107635356272</c:v>
                </c:pt>
                <c:pt idx="15" formatCode="0%">
                  <c:v>0.31553087764702747</c:v>
                </c:pt>
                <c:pt idx="16" formatCode="0%">
                  <c:v>0.36517746888505676</c:v>
                </c:pt>
                <c:pt idx="17" formatCode="0%">
                  <c:v>0.39630709459095947</c:v>
                </c:pt>
                <c:pt idx="19" formatCode="0%">
                  <c:v>0.2901242283430534</c:v>
                </c:pt>
                <c:pt idx="20" formatCode="0%">
                  <c:v>0.3848703480190187</c:v>
                </c:pt>
                <c:pt idx="22" formatCode="0%">
                  <c:v>0.15912801210054892</c:v>
                </c:pt>
                <c:pt idx="23" formatCode="0%">
                  <c:v>0.30023652221779906</c:v>
                </c:pt>
                <c:pt idx="24" formatCode="0%">
                  <c:v>0.46160520706937469</c:v>
                </c:pt>
                <c:pt idx="25" formatCode="0%">
                  <c:v>0.34254722260534087</c:v>
                </c:pt>
                <c:pt idx="27" formatCode="0%">
                  <c:v>0.28298874829317483</c:v>
                </c:pt>
                <c:pt idx="28" formatCode="0%">
                  <c:v>0.3306090559462177</c:v>
                </c:pt>
                <c:pt idx="29" formatCode="0%">
                  <c:v>0.33341953144685765</c:v>
                </c:pt>
                <c:pt idx="31" formatCode="0%">
                  <c:v>0.26778368898125138</c:v>
                </c:pt>
                <c:pt idx="32" formatCode="0%">
                  <c:v>3.6057981670513863E-2</c:v>
                </c:pt>
                <c:pt idx="33" formatCode="0%">
                  <c:v>1.4297307280191369E-2</c:v>
                </c:pt>
                <c:pt idx="34" formatCode="0%">
                  <c:v>0.38604452000891121</c:v>
                </c:pt>
                <c:pt idx="35" formatCode="0%">
                  <c:v>7.6276797941874058E-2</c:v>
                </c:pt>
                <c:pt idx="36" formatCode="0%">
                  <c:v>0.8605662933662882</c:v>
                </c:pt>
                <c:pt idx="38" formatCode="0%">
                  <c:v>0.29366756847766018</c:v>
                </c:pt>
                <c:pt idx="39" formatCode="0%">
                  <c:v>7.2913771912896941E-2</c:v>
                </c:pt>
                <c:pt idx="40" formatCode="0%">
                  <c:v>0.67551362096299172</c:v>
                </c:pt>
                <c:pt idx="41" formatCode="0%">
                  <c:v>0.47425128217580748</c:v>
                </c:pt>
                <c:pt idx="43" formatCode="0%">
                  <c:v>0.56131007630374297</c:v>
                </c:pt>
                <c:pt idx="44" formatCode="0%">
                  <c:v>9.2867073221458388E-2</c:v>
                </c:pt>
                <c:pt idx="46" formatCode="0%">
                  <c:v>0.81740147132704266</c:v>
                </c:pt>
                <c:pt idx="47" formatCode="0%">
                  <c:v>0.36763261509500383</c:v>
                </c:pt>
                <c:pt idx="48" formatCode="0%">
                  <c:v>0.15366584949230266</c:v>
                </c:pt>
                <c:pt idx="49" formatCode="0%">
                  <c:v>1.7559051982344441E-3</c:v>
                </c:pt>
                <c:pt idx="51" formatCode="0%">
                  <c:v>8.9393376117760687E-2</c:v>
                </c:pt>
                <c:pt idx="52" formatCode="0%">
                  <c:v>6.2605187755019248E-2</c:v>
                </c:pt>
                <c:pt idx="53" formatCode="0%">
                  <c:v>0.17582875477527632</c:v>
                </c:pt>
                <c:pt idx="54" formatCode="0%">
                  <c:v>0.59749596299845709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Sheet1!$B$131</c:f>
              <c:strCache>
                <c:ptCount val="1"/>
                <c:pt idx="0">
                  <c:v>Bastante probable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Sheet1!$C$129:$BE$129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Sheet1!$C$131:$BE$131</c:f>
              <c:numCache>
                <c:formatCode>General</c:formatCode>
                <c:ptCount val="55"/>
                <c:pt idx="0" formatCode="0%">
                  <c:v>0.14676208950389502</c:v>
                </c:pt>
                <c:pt idx="2" formatCode="0%">
                  <c:v>0.13522590211194122</c:v>
                </c:pt>
                <c:pt idx="3" formatCode="0%">
                  <c:v>0.15870240592366824</c:v>
                </c:pt>
                <c:pt idx="5" formatCode="0%">
                  <c:v>0.15955814701229584</c:v>
                </c:pt>
                <c:pt idx="6" formatCode="0%">
                  <c:v>0.20386428627205311</c:v>
                </c:pt>
                <c:pt idx="7" formatCode="0%">
                  <c:v>9.2672407905591087E-2</c:v>
                </c:pt>
                <c:pt idx="8" formatCode="0%">
                  <c:v>0.12391118296736853</c:v>
                </c:pt>
                <c:pt idx="10" formatCode="0%">
                  <c:v>0.16228069116706911</c:v>
                </c:pt>
                <c:pt idx="11" formatCode="0%">
                  <c:v>0.15170581454651183</c:v>
                </c:pt>
                <c:pt idx="12" formatCode="0%">
                  <c:v>0.12884903073761222</c:v>
                </c:pt>
                <c:pt idx="14" formatCode="0%">
                  <c:v>0.17161238013098751</c:v>
                </c:pt>
                <c:pt idx="15" formatCode="0%">
                  <c:v>0.10694165068608336</c:v>
                </c:pt>
                <c:pt idx="16" formatCode="0%">
                  <c:v>0.18305766110623456</c:v>
                </c:pt>
                <c:pt idx="17" formatCode="0%">
                  <c:v>0.11731650765649293</c:v>
                </c:pt>
                <c:pt idx="19" formatCode="0%">
                  <c:v>0.1283400723966045</c:v>
                </c:pt>
                <c:pt idx="20" formatCode="0%">
                  <c:v>0.17650406960591158</c:v>
                </c:pt>
                <c:pt idx="22" formatCode="0%">
                  <c:v>0.21952942258031696</c:v>
                </c:pt>
                <c:pt idx="23" formatCode="0%">
                  <c:v>0.11792085538192892</c:v>
                </c:pt>
                <c:pt idx="24" formatCode="0%">
                  <c:v>0.26564983358114358</c:v>
                </c:pt>
                <c:pt idx="25" formatCode="0%">
                  <c:v>0.14578287974983095</c:v>
                </c:pt>
                <c:pt idx="27" formatCode="0%">
                  <c:v>0.13550981085516442</c:v>
                </c:pt>
                <c:pt idx="28" formatCode="0%">
                  <c:v>0.13252962738873997</c:v>
                </c:pt>
                <c:pt idx="29" formatCode="0%">
                  <c:v>0.24178172815343582</c:v>
                </c:pt>
                <c:pt idx="31" formatCode="0%">
                  <c:v>0.19592293861003904</c:v>
                </c:pt>
                <c:pt idx="32" formatCode="0%">
                  <c:v>1.7024615783933321E-2</c:v>
                </c:pt>
                <c:pt idx="33" formatCode="0%">
                  <c:v>2.5679790995687544E-2</c:v>
                </c:pt>
                <c:pt idx="34" formatCode="0%">
                  <c:v>0.45335977789383336</c:v>
                </c:pt>
                <c:pt idx="35" formatCode="0%">
                  <c:v>0.47823790437896441</c:v>
                </c:pt>
                <c:pt idx="36" formatCode="0%">
                  <c:v>7.3008427472334034E-2</c:v>
                </c:pt>
                <c:pt idx="38" formatCode="0%">
                  <c:v>0.18928337969497208</c:v>
                </c:pt>
                <c:pt idx="39" formatCode="0%">
                  <c:v>4.2799892534403715E-2</c:v>
                </c:pt>
                <c:pt idx="40" formatCode="0%">
                  <c:v>0.13772062108513028</c:v>
                </c:pt>
                <c:pt idx="41" formatCode="0%">
                  <c:v>0.35463217299750771</c:v>
                </c:pt>
                <c:pt idx="43" formatCode="0%">
                  <c:v>0.24762666490237797</c:v>
                </c:pt>
                <c:pt idx="44" formatCode="0%">
                  <c:v>6.1137567190403308E-2</c:v>
                </c:pt>
                <c:pt idx="46" formatCode="0%">
                  <c:v>0.16120359526726344</c:v>
                </c:pt>
                <c:pt idx="47" formatCode="0%">
                  <c:v>0.43178420626006953</c:v>
                </c:pt>
                <c:pt idx="48" formatCode="0%">
                  <c:v>2.4047371877622039E-2</c:v>
                </c:pt>
                <c:pt idx="49" formatCode="0%">
                  <c:v>8.9316039831122615E-3</c:v>
                </c:pt>
                <c:pt idx="51" formatCode="0%">
                  <c:v>9.3315269195125613E-3</c:v>
                </c:pt>
                <c:pt idx="52" formatCode="0%">
                  <c:v>1.5450020377054997E-2</c:v>
                </c:pt>
                <c:pt idx="53" formatCode="0%">
                  <c:v>0.15090573745186098</c:v>
                </c:pt>
                <c:pt idx="54" formatCode="0%">
                  <c:v>0.25009296764030536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Sheet1!$B$132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Sheet1!$C$129:$BE$129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Sheet1!$C$132:$BE$132</c:f>
              <c:numCache>
                <c:formatCode>General</c:formatCode>
                <c:ptCount val="55"/>
                <c:pt idx="0" formatCode="0%">
                  <c:v>6.3342601076729219E-2</c:v>
                </c:pt>
                <c:pt idx="2" formatCode="0%">
                  <c:v>5.4275407674993593E-2</c:v>
                </c:pt>
                <c:pt idx="3" formatCode="0%">
                  <c:v>7.2717913892195105E-2</c:v>
                </c:pt>
                <c:pt idx="5" formatCode="0%">
                  <c:v>0.12951508809832296</c:v>
                </c:pt>
                <c:pt idx="6" formatCode="0%">
                  <c:v>4.4532296983516108E-2</c:v>
                </c:pt>
                <c:pt idx="7" formatCode="0%">
                  <c:v>3.1302672869118864E-2</c:v>
                </c:pt>
                <c:pt idx="8" formatCode="0%">
                  <c:v>5.2007975521813236E-2</c:v>
                </c:pt>
                <c:pt idx="10" formatCode="0%">
                  <c:v>4.3000736789289229E-2</c:v>
                </c:pt>
                <c:pt idx="11" formatCode="0%">
                  <c:v>7.5761362356395009E-2</c:v>
                </c:pt>
                <c:pt idx="12" formatCode="0%">
                  <c:v>6.4569973928720603E-2</c:v>
                </c:pt>
                <c:pt idx="14" formatCode="0%">
                  <c:v>3.2896826330784563E-2</c:v>
                </c:pt>
                <c:pt idx="15" formatCode="0%">
                  <c:v>8.1401021698343429E-2</c:v>
                </c:pt>
                <c:pt idx="16" formatCode="0%">
                  <c:v>6.5677360428363085E-2</c:v>
                </c:pt>
                <c:pt idx="17" formatCode="0%">
                  <c:v>9.2904558215237446E-4</c:v>
                </c:pt>
                <c:pt idx="19" formatCode="0%">
                  <c:v>8.9218410447779964E-2</c:v>
                </c:pt>
                <c:pt idx="20" formatCode="0%">
                  <c:v>2.15666216627916E-2</c:v>
                </c:pt>
                <c:pt idx="22" formatCode="0%">
                  <c:v>0.15357081972313277</c:v>
                </c:pt>
                <c:pt idx="23" formatCode="0%">
                  <c:v>8.5650610184679288E-2</c:v>
                </c:pt>
                <c:pt idx="24" formatCode="0%">
                  <c:v>2.9146479417363632E-3</c:v>
                </c:pt>
                <c:pt idx="25" formatCode="0%">
                  <c:v>3.8550528825789777E-2</c:v>
                </c:pt>
                <c:pt idx="27" formatCode="0%">
                  <c:v>7.1240579952704067E-2</c:v>
                </c:pt>
                <c:pt idx="28" formatCode="0%">
                  <c:v>9.767474926582502E-2</c:v>
                </c:pt>
                <c:pt idx="29" formatCode="0%">
                  <c:v>3.2430862502083449E-2</c:v>
                </c:pt>
                <c:pt idx="31" formatCode="0%">
                  <c:v>0.1806564714513782</c:v>
                </c:pt>
                <c:pt idx="32" formatCode="0%">
                  <c:v>7.3568350379339007E-3</c:v>
                </c:pt>
                <c:pt idx="33" formatCode="0%">
                  <c:v>1.307562637627551E-3</c:v>
                </c:pt>
                <c:pt idx="34" formatCode="0%">
                  <c:v>4.5857927329691979E-4</c:v>
                </c:pt>
                <c:pt idx="35" formatCode="0%">
                  <c:v>1.365866370774771E-4</c:v>
                </c:pt>
                <c:pt idx="36" formatCode="0%">
                  <c:v>1.1443158325264838E-4</c:v>
                </c:pt>
                <c:pt idx="38" formatCode="0%">
                  <c:v>0.15246005921458569</c:v>
                </c:pt>
                <c:pt idx="39" formatCode="0%">
                  <c:v>3.3647919364397462E-2</c:v>
                </c:pt>
                <c:pt idx="40" formatCode="0%">
                  <c:v>9.7220998673761359E-3</c:v>
                </c:pt>
                <c:pt idx="41" formatCode="0%">
                  <c:v>1.2981919140452391E-2</c:v>
                </c:pt>
                <c:pt idx="43" formatCode="0%">
                  <c:v>3.3667943461555959E-2</c:v>
                </c:pt>
                <c:pt idx="44" formatCode="0%">
                  <c:v>3.8649979508116705E-3</c:v>
                </c:pt>
                <c:pt idx="46" formatCode="0%">
                  <c:v>6.8304951215577229E-3</c:v>
                </c:pt>
                <c:pt idx="47" formatCode="0%">
                  <c:v>0.10196513459915992</c:v>
                </c:pt>
                <c:pt idx="48" formatCode="0%">
                  <c:v>2.3885138660440241E-2</c:v>
                </c:pt>
                <c:pt idx="49" formatCode="0%">
                  <c:v>1.1484947532612144E-2</c:v>
                </c:pt>
                <c:pt idx="51" formatCode="0%">
                  <c:v>8.2192338809543514E-4</c:v>
                </c:pt>
                <c:pt idx="52" formatCode="0%">
                  <c:v>7.9032202838191252E-3</c:v>
                </c:pt>
                <c:pt idx="53" formatCode="0%">
                  <c:v>0.16541937121943293</c:v>
                </c:pt>
                <c:pt idx="54" formatCode="0%">
                  <c:v>5.9095124593906763E-2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Sheet1!$B$133</c:f>
              <c:strCache>
                <c:ptCount val="1"/>
                <c:pt idx="0">
                  <c:v>Poco probable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Sheet1!$C$129:$BE$129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Sheet1!$C$133:$BE$133</c:f>
              <c:numCache>
                <c:formatCode>General</c:formatCode>
                <c:ptCount val="55"/>
                <c:pt idx="0" formatCode="0%">
                  <c:v>9.6719285877346864E-2</c:v>
                </c:pt>
                <c:pt idx="2" formatCode="0%">
                  <c:v>0.11437664657482755</c:v>
                </c:pt>
                <c:pt idx="3" formatCode="0%">
                  <c:v>7.8502167774456066E-2</c:v>
                </c:pt>
                <c:pt idx="5" formatCode="0%">
                  <c:v>0.16032649493123161</c:v>
                </c:pt>
                <c:pt idx="6" formatCode="0%">
                  <c:v>9.061520863655817E-2</c:v>
                </c:pt>
                <c:pt idx="7" formatCode="0%">
                  <c:v>9.8629333277762771E-2</c:v>
                </c:pt>
                <c:pt idx="8" formatCode="0%">
                  <c:v>3.8531660897202863E-2</c:v>
                </c:pt>
                <c:pt idx="10" formatCode="0%">
                  <c:v>8.3502007629892544E-2</c:v>
                </c:pt>
                <c:pt idx="11" formatCode="0%">
                  <c:v>0.13628415915863157</c:v>
                </c:pt>
                <c:pt idx="12" formatCode="0%">
                  <c:v>6.0431338389272039E-2</c:v>
                </c:pt>
                <c:pt idx="14" formatCode="0%">
                  <c:v>9.5881607195478238E-2</c:v>
                </c:pt>
                <c:pt idx="15" formatCode="0%">
                  <c:v>0.10967408338206336</c:v>
                </c:pt>
                <c:pt idx="16" formatCode="0%">
                  <c:v>6.176957295088098E-2</c:v>
                </c:pt>
                <c:pt idx="17" formatCode="0%">
                  <c:v>0.22479656508235502</c:v>
                </c:pt>
                <c:pt idx="19" formatCode="0%">
                  <c:v>9.8405880838241921E-2</c:v>
                </c:pt>
                <c:pt idx="20" formatCode="0%">
                  <c:v>9.3996311868857194E-2</c:v>
                </c:pt>
                <c:pt idx="22" formatCode="0%">
                  <c:v>8.7526050975540601E-2</c:v>
                </c:pt>
                <c:pt idx="23" formatCode="0%">
                  <c:v>7.5871592303388982E-2</c:v>
                </c:pt>
                <c:pt idx="24" formatCode="0%">
                  <c:v>8.0340790524457105E-3</c:v>
                </c:pt>
                <c:pt idx="25" formatCode="0%">
                  <c:v>0.13981557550012289</c:v>
                </c:pt>
                <c:pt idx="27" formatCode="0%">
                  <c:v>6.8304454942472809E-2</c:v>
                </c:pt>
                <c:pt idx="28" formatCode="0%">
                  <c:v>6.5139780957838789E-2</c:v>
                </c:pt>
                <c:pt idx="29" formatCode="0%">
                  <c:v>0.15230954500539601</c:v>
                </c:pt>
                <c:pt idx="31" formatCode="0%">
                  <c:v>0.13999793637145688</c:v>
                </c:pt>
                <c:pt idx="32" formatCode="0%">
                  <c:v>0.11454827764619563</c:v>
                </c:pt>
                <c:pt idx="33" formatCode="0%">
                  <c:v>6.7640354890375953E-2</c:v>
                </c:pt>
                <c:pt idx="34" formatCode="0%">
                  <c:v>9.4752460380250578E-2</c:v>
                </c:pt>
                <c:pt idx="35" formatCode="0%">
                  <c:v>6.3273738293577542E-3</c:v>
                </c:pt>
                <c:pt idx="36" formatCode="0%">
                  <c:v>6.5496530203063563E-2</c:v>
                </c:pt>
                <c:pt idx="38" formatCode="0%">
                  <c:v>7.0167367031294517E-2</c:v>
                </c:pt>
                <c:pt idx="39" formatCode="0%">
                  <c:v>0.11136426717685259</c:v>
                </c:pt>
                <c:pt idx="40" formatCode="0%">
                  <c:v>0.10047345376766292</c:v>
                </c:pt>
                <c:pt idx="41" formatCode="0%">
                  <c:v>8.5018442243744496E-2</c:v>
                </c:pt>
                <c:pt idx="43" formatCode="0%">
                  <c:v>8.7193316386306355E-2</c:v>
                </c:pt>
                <c:pt idx="44" formatCode="0%">
                  <c:v>0.10847067489083471</c:v>
                </c:pt>
                <c:pt idx="46" formatCode="0%">
                  <c:v>8.1622414102172497E-3</c:v>
                </c:pt>
                <c:pt idx="47" formatCode="0%">
                  <c:v>7.7659350279760522E-2</c:v>
                </c:pt>
                <c:pt idx="48" formatCode="0%">
                  <c:v>0.34862259069970081</c:v>
                </c:pt>
                <c:pt idx="49" formatCode="0%">
                  <c:v>5.4187458408106286E-2</c:v>
                </c:pt>
                <c:pt idx="51" formatCode="0%">
                  <c:v>3.4743283363382359E-2</c:v>
                </c:pt>
                <c:pt idx="52" formatCode="0%">
                  <c:v>0.1793603102588294</c:v>
                </c:pt>
                <c:pt idx="53" formatCode="0%">
                  <c:v>0.22997581655244503</c:v>
                </c:pt>
                <c:pt idx="54" formatCode="0%">
                  <c:v>3.7931305170536188E-2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Sheet1!$B$134</c:f>
              <c:strCache>
                <c:ptCount val="1"/>
                <c:pt idx="0">
                  <c:v>Nunca lo votaría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Sheet1!$C$129:$BE$129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Sheet1!$C$134:$BE$134</c:f>
              <c:numCache>
                <c:formatCode>General</c:formatCode>
                <c:ptCount val="55"/>
                <c:pt idx="0" formatCode="0%">
                  <c:v>0.36681280469461824</c:v>
                </c:pt>
                <c:pt idx="2" formatCode="0%">
                  <c:v>0.36630483218554244</c:v>
                </c:pt>
                <c:pt idx="3" formatCode="0%">
                  <c:v>0.36740441329706158</c:v>
                </c:pt>
                <c:pt idx="5" formatCode="0%">
                  <c:v>0.27011364876185923</c:v>
                </c:pt>
                <c:pt idx="6" formatCode="0%">
                  <c:v>0.27972388993959635</c:v>
                </c:pt>
                <c:pt idx="7" formatCode="0%">
                  <c:v>0.39863667083592758</c:v>
                </c:pt>
                <c:pt idx="8" formatCode="0%">
                  <c:v>0.53035477171414569</c:v>
                </c:pt>
                <c:pt idx="10" formatCode="0%">
                  <c:v>0.44825093808951882</c:v>
                </c:pt>
                <c:pt idx="11" formatCode="0%">
                  <c:v>0.33840318113403567</c:v>
                </c:pt>
                <c:pt idx="12" formatCode="0%">
                  <c:v>0.3368087042765503</c:v>
                </c:pt>
                <c:pt idx="14" formatCode="0%">
                  <c:v>0.40281810998918632</c:v>
                </c:pt>
                <c:pt idx="15" formatCode="0%">
                  <c:v>0.38645236658648174</c:v>
                </c:pt>
                <c:pt idx="16" formatCode="0%">
                  <c:v>0.32431793662946473</c:v>
                </c:pt>
                <c:pt idx="17" formatCode="0%">
                  <c:v>0.26065078708804051</c:v>
                </c:pt>
                <c:pt idx="19" formatCode="0%">
                  <c:v>0.393911407974322</c:v>
                </c:pt>
                <c:pt idx="20" formatCode="0%">
                  <c:v>0.32306264884342051</c:v>
                </c:pt>
                <c:pt idx="22" formatCode="0%">
                  <c:v>0.38024569462046076</c:v>
                </c:pt>
                <c:pt idx="23" formatCode="0%">
                  <c:v>0.42032041991220337</c:v>
                </c:pt>
                <c:pt idx="24" formatCode="0%">
                  <c:v>0.26179623235529947</c:v>
                </c:pt>
                <c:pt idx="25" formatCode="0%">
                  <c:v>0.33330379331891608</c:v>
                </c:pt>
                <c:pt idx="27" formatCode="0%">
                  <c:v>0.4419564059564835</c:v>
                </c:pt>
                <c:pt idx="28" formatCode="0%">
                  <c:v>0.37404678644137795</c:v>
                </c:pt>
                <c:pt idx="29" formatCode="0%">
                  <c:v>0.24005833289222703</c:v>
                </c:pt>
                <c:pt idx="31" formatCode="0%">
                  <c:v>0.21563896458587423</c:v>
                </c:pt>
                <c:pt idx="32" formatCode="0%">
                  <c:v>0.8250122898614235</c:v>
                </c:pt>
                <c:pt idx="33" formatCode="0%">
                  <c:v>0.89107498419611741</c:v>
                </c:pt>
                <c:pt idx="34" formatCode="0%">
                  <c:v>6.5384662443707359E-2</c:v>
                </c:pt>
                <c:pt idx="35" formatCode="0%">
                  <c:v>0.43902133721272613</c:v>
                </c:pt>
                <c:pt idx="36" formatCode="0%">
                  <c:v>8.1431737506160618E-4</c:v>
                </c:pt>
                <c:pt idx="38" formatCode="0%">
                  <c:v>0.29442162558148771</c:v>
                </c:pt>
                <c:pt idx="39" formatCode="0%">
                  <c:v>0.73927414901144972</c:v>
                </c:pt>
                <c:pt idx="40" formatCode="0%">
                  <c:v>7.6570204316838239E-2</c:v>
                </c:pt>
                <c:pt idx="41" formatCode="0%">
                  <c:v>7.3116183442487728E-2</c:v>
                </c:pt>
                <c:pt idx="43" formatCode="0%">
                  <c:v>7.0201998946016322E-2</c:v>
                </c:pt>
                <c:pt idx="44" formatCode="0%">
                  <c:v>0.73365968674649262</c:v>
                </c:pt>
                <c:pt idx="46" formatCode="0%">
                  <c:v>6.4021968739186204E-3</c:v>
                </c:pt>
                <c:pt idx="47" formatCode="0%">
                  <c:v>2.0958693766006131E-2</c:v>
                </c:pt>
                <c:pt idx="48" formatCode="0%">
                  <c:v>0.44977904926993412</c:v>
                </c:pt>
                <c:pt idx="49" formatCode="0%">
                  <c:v>0.92364008487793536</c:v>
                </c:pt>
                <c:pt idx="51" formatCode="0%">
                  <c:v>0.86570989021124911</c:v>
                </c:pt>
                <c:pt idx="52" formatCode="0%">
                  <c:v>0.73468126132527767</c:v>
                </c:pt>
                <c:pt idx="53" formatCode="0%">
                  <c:v>0.27787032000098444</c:v>
                </c:pt>
                <c:pt idx="54" formatCode="0%">
                  <c:v>5.5384639596794738E-2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57928"/>
        <c:axId val="382748912"/>
      </c:barChart>
      <c:catAx>
        <c:axId val="382757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48912"/>
        <c:crosses val="autoZero"/>
        <c:auto val="1"/>
        <c:lblAlgn val="ctr"/>
        <c:lblOffset val="100"/>
        <c:noMultiLvlLbl val="0"/>
      </c:catAx>
      <c:valAx>
        <c:axId val="38274891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57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7.1816917040821271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Sheet1!$B$137</c:f>
              <c:strCache>
                <c:ptCount val="1"/>
                <c:pt idx="0">
                  <c:v>Muy probable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Sheet1!$C$136:$BE$136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Sheet1!$C$137:$BE$137</c:f>
              <c:numCache>
                <c:formatCode>General</c:formatCode>
                <c:ptCount val="55"/>
                <c:pt idx="0" formatCode="0%">
                  <c:v>0.12555499884390023</c:v>
                </c:pt>
                <c:pt idx="2" formatCode="0%">
                  <c:v>0.12088637183623542</c:v>
                </c:pt>
                <c:pt idx="3" formatCode="0%">
                  <c:v>0.13024391385393519</c:v>
                </c:pt>
                <c:pt idx="5" formatCode="0%">
                  <c:v>0.24764288031583567</c:v>
                </c:pt>
                <c:pt idx="6" formatCode="0%">
                  <c:v>8.4177032845442271E-2</c:v>
                </c:pt>
                <c:pt idx="7" formatCode="0%">
                  <c:v>7.0615257467268766E-2</c:v>
                </c:pt>
                <c:pt idx="8" formatCode="0%">
                  <c:v>0.11146043569447479</c:v>
                </c:pt>
                <c:pt idx="10" formatCode="0%">
                  <c:v>0.11406343218123056</c:v>
                </c:pt>
                <c:pt idx="11" formatCode="0%">
                  <c:v>0.15855471335868726</c:v>
                </c:pt>
                <c:pt idx="12" formatCode="0%">
                  <c:v>9.6452920248489699E-2</c:v>
                </c:pt>
                <c:pt idx="14" formatCode="0%">
                  <c:v>0.23676028668206445</c:v>
                </c:pt>
                <c:pt idx="15" formatCode="0%">
                  <c:v>7.6741737117487094E-2</c:v>
                </c:pt>
                <c:pt idx="16" formatCode="0%">
                  <c:v>8.667543427412934E-2</c:v>
                </c:pt>
                <c:pt idx="17" formatCode="0%">
                  <c:v>0.2006969429885426</c:v>
                </c:pt>
                <c:pt idx="19" formatCode="0%">
                  <c:v>0.12695059209972012</c:v>
                </c:pt>
                <c:pt idx="20" formatCode="0%">
                  <c:v>0.1233328713410696</c:v>
                </c:pt>
                <c:pt idx="22" formatCode="0%">
                  <c:v>6.9912567892455452E-2</c:v>
                </c:pt>
                <c:pt idx="23" formatCode="0%">
                  <c:v>0.16884478301618039</c:v>
                </c:pt>
                <c:pt idx="24" formatCode="0%">
                  <c:v>0.18053421929709931</c:v>
                </c:pt>
                <c:pt idx="25" formatCode="0%">
                  <c:v>0.11320047714445662</c:v>
                </c:pt>
                <c:pt idx="27" formatCode="0%">
                  <c:v>4.8273188578086407E-2</c:v>
                </c:pt>
                <c:pt idx="28" formatCode="0%">
                  <c:v>0.1979392360606379</c:v>
                </c:pt>
                <c:pt idx="29" formatCode="0%">
                  <c:v>0.16027868244482163</c:v>
                </c:pt>
                <c:pt idx="31" formatCode="0%">
                  <c:v>0.16446917234404393</c:v>
                </c:pt>
                <c:pt idx="32" formatCode="0%">
                  <c:v>7.2953627203731783E-4</c:v>
                </c:pt>
                <c:pt idx="33" formatCode="0%">
                  <c:v>3.6012799438881672E-2</c:v>
                </c:pt>
                <c:pt idx="34" formatCode="0%">
                  <c:v>0.67606364452402756</c:v>
                </c:pt>
                <c:pt idx="35" formatCode="0%">
                  <c:v>5.5033046684448771E-2</c:v>
                </c:pt>
                <c:pt idx="36" formatCode="0%">
                  <c:v>6.3898759024278953E-2</c:v>
                </c:pt>
                <c:pt idx="38" formatCode="0%">
                  <c:v>0.29406238611635743</c:v>
                </c:pt>
                <c:pt idx="39" formatCode="0%">
                  <c:v>3.5780837441005339E-2</c:v>
                </c:pt>
                <c:pt idx="40" formatCode="0%">
                  <c:v>0.12020434467785995</c:v>
                </c:pt>
                <c:pt idx="41" formatCode="0%">
                  <c:v>0.18428908413032308</c:v>
                </c:pt>
                <c:pt idx="43" formatCode="0%">
                  <c:v>0.16328692158917638</c:v>
                </c:pt>
                <c:pt idx="44" formatCode="0%">
                  <c:v>4.5721051733078291E-2</c:v>
                </c:pt>
                <c:pt idx="46" formatCode="0%">
                  <c:v>0.12803301353530269</c:v>
                </c:pt>
                <c:pt idx="47" formatCode="0%">
                  <c:v>0.25905516004281243</c:v>
                </c:pt>
                <c:pt idx="48" formatCode="0%">
                  <c:v>0.17191336306764193</c:v>
                </c:pt>
                <c:pt idx="49" formatCode="0%">
                  <c:v>1.5049324880925322E-2</c:v>
                </c:pt>
                <c:pt idx="51" formatCode="0%">
                  <c:v>7.1976037210905036E-2</c:v>
                </c:pt>
                <c:pt idx="52" formatCode="0%">
                  <c:v>2.641316907049757E-2</c:v>
                </c:pt>
                <c:pt idx="53" formatCode="0%">
                  <c:v>7.7011583376152021E-2</c:v>
                </c:pt>
                <c:pt idx="54" formatCode="0%">
                  <c:v>0.1950246585263492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Sheet1!$B$138</c:f>
              <c:strCache>
                <c:ptCount val="1"/>
                <c:pt idx="0">
                  <c:v>Bastante probable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Sheet1!$C$136:$BE$136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Sheet1!$C$138:$BE$138</c:f>
              <c:numCache>
                <c:formatCode>General</c:formatCode>
                <c:ptCount val="55"/>
                <c:pt idx="0" formatCode="0%">
                  <c:v>0.13090501413837111</c:v>
                </c:pt>
                <c:pt idx="2" formatCode="0%">
                  <c:v>0.11446314098329589</c:v>
                </c:pt>
                <c:pt idx="3" formatCode="0%">
                  <c:v>0.14730281714388746</c:v>
                </c:pt>
                <c:pt idx="5" formatCode="0%">
                  <c:v>2.9119292803429175E-2</c:v>
                </c:pt>
                <c:pt idx="6" formatCode="0%">
                  <c:v>0.23563312528383526</c:v>
                </c:pt>
                <c:pt idx="7" formatCode="0%">
                  <c:v>0.13717287015578092</c:v>
                </c:pt>
                <c:pt idx="8" formatCode="0%">
                  <c:v>0.10392635899910273</c:v>
                </c:pt>
                <c:pt idx="10" formatCode="0%">
                  <c:v>8.6289960162354365E-2</c:v>
                </c:pt>
                <c:pt idx="11" formatCode="0%">
                  <c:v>0.11741658854596798</c:v>
                </c:pt>
                <c:pt idx="12" formatCode="0%">
                  <c:v>0.1811909350803283</c:v>
                </c:pt>
                <c:pt idx="14" formatCode="0%">
                  <c:v>7.3432924667477292E-2</c:v>
                </c:pt>
                <c:pt idx="15" formatCode="0%">
                  <c:v>9.8066379734017717E-2</c:v>
                </c:pt>
                <c:pt idx="16" formatCode="0%">
                  <c:v>0.23967901317374177</c:v>
                </c:pt>
                <c:pt idx="17" formatCode="0%">
                  <c:v>8.1582012203133727E-2</c:v>
                </c:pt>
                <c:pt idx="19" formatCode="0%">
                  <c:v>0.12394742871681051</c:v>
                </c:pt>
                <c:pt idx="20" formatCode="0%">
                  <c:v>0.14198320031766615</c:v>
                </c:pt>
                <c:pt idx="22" formatCode="0%">
                  <c:v>0.22928845575533432</c:v>
                </c:pt>
                <c:pt idx="23" formatCode="0%">
                  <c:v>9.507552334711121E-2</c:v>
                </c:pt>
                <c:pt idx="24" formatCode="0%">
                  <c:v>0.15391122257378465</c:v>
                </c:pt>
                <c:pt idx="25" formatCode="0%">
                  <c:v>0.11737512471225274</c:v>
                </c:pt>
                <c:pt idx="27" formatCode="0%">
                  <c:v>0.17875412646978797</c:v>
                </c:pt>
                <c:pt idx="28" formatCode="0%">
                  <c:v>8.313452367467819E-2</c:v>
                </c:pt>
                <c:pt idx="29" formatCode="0%">
                  <c:v>0.14143603295239493</c:v>
                </c:pt>
                <c:pt idx="31" formatCode="0%">
                  <c:v>0.15705549719888071</c:v>
                </c:pt>
                <c:pt idx="32" formatCode="0%">
                  <c:v>1.0678401740424594E-2</c:v>
                </c:pt>
                <c:pt idx="33" formatCode="0%">
                  <c:v>2.2555525059208725E-2</c:v>
                </c:pt>
                <c:pt idx="34" formatCode="0%">
                  <c:v>0.15975393714538488</c:v>
                </c:pt>
                <c:pt idx="35" formatCode="0%">
                  <c:v>0.43911771036126251</c:v>
                </c:pt>
                <c:pt idx="36" formatCode="0%">
                  <c:v>0.20731819800737811</c:v>
                </c:pt>
                <c:pt idx="38" formatCode="0%">
                  <c:v>2.1729351413916197E-2</c:v>
                </c:pt>
                <c:pt idx="39" formatCode="0%">
                  <c:v>9.5040480843871268E-3</c:v>
                </c:pt>
                <c:pt idx="40" formatCode="0%">
                  <c:v>0.13347776263949029</c:v>
                </c:pt>
                <c:pt idx="41" formatCode="0%">
                  <c:v>0.5185840209554492</c:v>
                </c:pt>
                <c:pt idx="43" formatCode="0%">
                  <c:v>0.26477736162894155</c:v>
                </c:pt>
                <c:pt idx="44" formatCode="0%">
                  <c:v>2.6586474068839117E-2</c:v>
                </c:pt>
                <c:pt idx="46" formatCode="0%">
                  <c:v>0.27880300148670284</c:v>
                </c:pt>
                <c:pt idx="47" formatCode="0%">
                  <c:v>0.25275904269578847</c:v>
                </c:pt>
                <c:pt idx="48" formatCode="0%">
                  <c:v>7.0821570517562004E-3</c:v>
                </c:pt>
                <c:pt idx="49" formatCode="0%">
                  <c:v>2.5914906141394438E-3</c:v>
                </c:pt>
                <c:pt idx="51" formatCode="0%">
                  <c:v>5.8750201731567579E-3</c:v>
                </c:pt>
                <c:pt idx="52" formatCode="0%">
                  <c:v>1.2915152308283688E-2</c:v>
                </c:pt>
                <c:pt idx="53" formatCode="0%">
                  <c:v>9.5666882602333747E-2</c:v>
                </c:pt>
                <c:pt idx="54" formatCode="0%">
                  <c:v>0.24853604134253268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Sheet1!$B$139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Sheet1!$C$136:$BE$136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Sheet1!$C$139:$BE$139</c:f>
              <c:numCache>
                <c:formatCode>General</c:formatCode>
                <c:ptCount val="55"/>
                <c:pt idx="0" formatCode="0%">
                  <c:v>7.1510547633849855E-2</c:v>
                </c:pt>
                <c:pt idx="2" formatCode="0%">
                  <c:v>6.9170112699054112E-2</c:v>
                </c:pt>
                <c:pt idx="3" formatCode="0%">
                  <c:v>7.386272357136961E-2</c:v>
                </c:pt>
                <c:pt idx="5" formatCode="0%">
                  <c:v>0.12281565500590945</c:v>
                </c:pt>
                <c:pt idx="6" formatCode="0%">
                  <c:v>7.0281282474045706E-2</c:v>
                </c:pt>
                <c:pt idx="7" formatCode="0%">
                  <c:v>3.4194996611508634E-2</c:v>
                </c:pt>
                <c:pt idx="8" formatCode="0%">
                  <c:v>6.1934017994224169E-2</c:v>
                </c:pt>
                <c:pt idx="10" formatCode="0%">
                  <c:v>8.3450874772065545E-2</c:v>
                </c:pt>
                <c:pt idx="11" formatCode="0%">
                  <c:v>7.4699050258899946E-2</c:v>
                </c:pt>
                <c:pt idx="12" formatCode="0%">
                  <c:v>5.8538404169240686E-2</c:v>
                </c:pt>
                <c:pt idx="14" formatCode="0%">
                  <c:v>2.752956478670145E-2</c:v>
                </c:pt>
                <c:pt idx="15" formatCode="0%">
                  <c:v>0.10706648135207217</c:v>
                </c:pt>
                <c:pt idx="16" formatCode="0%">
                  <c:v>5.7710496489441224E-2</c:v>
                </c:pt>
                <c:pt idx="17" formatCode="0%">
                  <c:v>2.5814730922974718E-2</c:v>
                </c:pt>
                <c:pt idx="19" formatCode="0%">
                  <c:v>9.5819136834220942E-2</c:v>
                </c:pt>
                <c:pt idx="20" formatCode="0%">
                  <c:v>3.2805298527857921E-2</c:v>
                </c:pt>
                <c:pt idx="22" formatCode="0%">
                  <c:v>0.14755626797478147</c:v>
                </c:pt>
                <c:pt idx="23" formatCode="0%">
                  <c:v>9.574772810693212E-2</c:v>
                </c:pt>
                <c:pt idx="24" formatCode="0%">
                  <c:v>1.0904215986214293E-2</c:v>
                </c:pt>
                <c:pt idx="25" formatCode="0%">
                  <c:v>5.4655334260038789E-2</c:v>
                </c:pt>
                <c:pt idx="27" formatCode="0%">
                  <c:v>8.5472874532905696E-2</c:v>
                </c:pt>
                <c:pt idx="28" formatCode="0%">
                  <c:v>0.10438956672332962</c:v>
                </c:pt>
                <c:pt idx="29" formatCode="0%">
                  <c:v>3.9876108334344684E-2</c:v>
                </c:pt>
                <c:pt idx="31" formatCode="0%">
                  <c:v>0.1868545948769379</c:v>
                </c:pt>
                <c:pt idx="32" formatCode="0%">
                  <c:v>1.7519632733778531E-2</c:v>
                </c:pt>
                <c:pt idx="33" formatCode="0%">
                  <c:v>4.132872012610911E-4</c:v>
                </c:pt>
                <c:pt idx="34" formatCode="0%">
                  <c:v>6.8840075216624686E-4</c:v>
                </c:pt>
                <c:pt idx="35" formatCode="0%">
                  <c:v>2.5260574559742217E-4</c:v>
                </c:pt>
                <c:pt idx="36" formatCode="0%">
                  <c:v>1.3510859802462492E-2</c:v>
                </c:pt>
                <c:pt idx="38" formatCode="0%">
                  <c:v>0.14458880111916908</c:v>
                </c:pt>
                <c:pt idx="39" formatCode="0%">
                  <c:v>3.7142413494724948E-2</c:v>
                </c:pt>
                <c:pt idx="40" formatCode="0%">
                  <c:v>4.5751986501108365E-2</c:v>
                </c:pt>
                <c:pt idx="41" formatCode="0%">
                  <c:v>1.3032900132392783E-2</c:v>
                </c:pt>
                <c:pt idx="43" formatCode="0%">
                  <c:v>5.6916913847389686E-2</c:v>
                </c:pt>
                <c:pt idx="44" formatCode="0%">
                  <c:v>5.8591618525498552E-3</c:v>
                </c:pt>
                <c:pt idx="46" formatCode="0%">
                  <c:v>3.8121874673404339E-2</c:v>
                </c:pt>
                <c:pt idx="47" formatCode="0%">
                  <c:v>0.10195674587479588</c:v>
                </c:pt>
                <c:pt idx="48" formatCode="0%">
                  <c:v>1.1358321380450384E-2</c:v>
                </c:pt>
                <c:pt idx="49" formatCode="0%">
                  <c:v>1.1200859472060518E-2</c:v>
                </c:pt>
                <c:pt idx="51" formatCode="0%">
                  <c:v>6.4970947960347643E-3</c:v>
                </c:pt>
                <c:pt idx="52" formatCode="0%">
                  <c:v>1.4493874838964041E-2</c:v>
                </c:pt>
                <c:pt idx="53" formatCode="0%">
                  <c:v>0.1860569282220299</c:v>
                </c:pt>
                <c:pt idx="54" formatCode="0%">
                  <c:v>7.30039411412957E-2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Sheet1!$B$140</c:f>
              <c:strCache>
                <c:ptCount val="1"/>
                <c:pt idx="0">
                  <c:v>Poco probable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Sheet1!$C$136:$BE$136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Sheet1!$C$140:$BE$140</c:f>
              <c:numCache>
                <c:formatCode>General</c:formatCode>
                <c:ptCount val="55"/>
                <c:pt idx="0" formatCode="0%">
                  <c:v>0.25161442853348359</c:v>
                </c:pt>
                <c:pt idx="2" formatCode="0%">
                  <c:v>0.28344922044639798</c:v>
                </c:pt>
                <c:pt idx="3" formatCode="0%">
                  <c:v>0.219844086135043</c:v>
                </c:pt>
                <c:pt idx="5" formatCode="0%">
                  <c:v>0.30158834561821074</c:v>
                </c:pt>
                <c:pt idx="6" formatCode="0%">
                  <c:v>0.24934367891805947</c:v>
                </c:pt>
                <c:pt idx="7" formatCode="0%">
                  <c:v>0.30455601445150399</c:v>
                </c:pt>
                <c:pt idx="8" formatCode="0%">
                  <c:v>0.15201803696458396</c:v>
                </c:pt>
                <c:pt idx="10" formatCode="0%">
                  <c:v>0.23652855922556792</c:v>
                </c:pt>
                <c:pt idx="11" formatCode="0%">
                  <c:v>0.26742108020712307</c:v>
                </c:pt>
                <c:pt idx="12" formatCode="0%">
                  <c:v>0.24513411996453477</c:v>
                </c:pt>
                <c:pt idx="14" formatCode="0%">
                  <c:v>0.17465502433883492</c:v>
                </c:pt>
                <c:pt idx="15" formatCode="0%">
                  <c:v>0.27865534451066537</c:v>
                </c:pt>
                <c:pt idx="16" formatCode="0%">
                  <c:v>0.25280234901440551</c:v>
                </c:pt>
                <c:pt idx="17" formatCode="0%">
                  <c:v>0.4764911671595915</c:v>
                </c:pt>
                <c:pt idx="19" formatCode="0%">
                  <c:v>0.21711109582732729</c:v>
                </c:pt>
                <c:pt idx="20" formatCode="0%">
                  <c:v>0.30655221518867515</c:v>
                </c:pt>
                <c:pt idx="22" formatCode="0%">
                  <c:v>0.12784045359607776</c:v>
                </c:pt>
                <c:pt idx="23" formatCode="0%">
                  <c:v>0.2007425852944808</c:v>
                </c:pt>
                <c:pt idx="24" formatCode="0%">
                  <c:v>0.30288921240333239</c:v>
                </c:pt>
                <c:pt idx="25" formatCode="0%">
                  <c:v>0.34223097885194209</c:v>
                </c:pt>
                <c:pt idx="27" formatCode="0%">
                  <c:v>0.23022268002235624</c:v>
                </c:pt>
                <c:pt idx="28" formatCode="0%">
                  <c:v>0.18557268422241421</c:v>
                </c:pt>
                <c:pt idx="29" formatCode="0%">
                  <c:v>0.35952268246082381</c:v>
                </c:pt>
                <c:pt idx="31" formatCode="0%">
                  <c:v>0.23385427688509691</c:v>
                </c:pt>
                <c:pt idx="32" formatCode="0%">
                  <c:v>0.11861897480734546</c:v>
                </c:pt>
                <c:pt idx="33" formatCode="0%">
                  <c:v>4.7770035662547346E-2</c:v>
                </c:pt>
                <c:pt idx="34" formatCode="0%">
                  <c:v>0.1279637528319206</c:v>
                </c:pt>
                <c:pt idx="35" formatCode="0%">
                  <c:v>9.696811800561371E-2</c:v>
                </c:pt>
                <c:pt idx="36" formatCode="0%">
                  <c:v>0.59276194431434992</c:v>
                </c:pt>
                <c:pt idx="38" formatCode="0%">
                  <c:v>0.26316674234375415</c:v>
                </c:pt>
                <c:pt idx="39" formatCode="0%">
                  <c:v>0.13362075046510052</c:v>
                </c:pt>
                <c:pt idx="40" formatCode="0%">
                  <c:v>0.50509371609217812</c:v>
                </c:pt>
                <c:pt idx="41" formatCode="0%">
                  <c:v>0.25927495260462091</c:v>
                </c:pt>
                <c:pt idx="43" formatCode="0%">
                  <c:v>0.36453458385266602</c:v>
                </c:pt>
                <c:pt idx="44" formatCode="0%">
                  <c:v>0.15697094803691655</c:v>
                </c:pt>
                <c:pt idx="46" formatCode="0%">
                  <c:v>0.42164751839826003</c:v>
                </c:pt>
                <c:pt idx="47" formatCode="0%">
                  <c:v>0.27899554079393107</c:v>
                </c:pt>
                <c:pt idx="48" formatCode="0%">
                  <c:v>0.33412853178683721</c:v>
                </c:pt>
                <c:pt idx="49" formatCode="0%">
                  <c:v>7.1950758186126965E-2</c:v>
                </c:pt>
                <c:pt idx="51" formatCode="0%">
                  <c:v>1.7732281331673049E-2</c:v>
                </c:pt>
                <c:pt idx="52" formatCode="0%">
                  <c:v>0.1827322637195081</c:v>
                </c:pt>
                <c:pt idx="53" formatCode="0%">
                  <c:v>0.33540558465837733</c:v>
                </c:pt>
                <c:pt idx="54" formatCode="0%">
                  <c:v>0.34901836084320254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Sheet1!$B$141</c:f>
              <c:strCache>
                <c:ptCount val="1"/>
                <c:pt idx="0">
                  <c:v>Nunca lo votaría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Sheet1!$C$136:$BE$136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Sheet1!$C$141:$BE$141</c:f>
              <c:numCache>
                <c:formatCode>General</c:formatCode>
                <c:ptCount val="55"/>
                <c:pt idx="0" formatCode="0%">
                  <c:v>0.42041501085039651</c:v>
                </c:pt>
                <c:pt idx="2" formatCode="0%">
                  <c:v>0.41203115403501867</c:v>
                </c:pt>
                <c:pt idx="3" formatCode="0%">
                  <c:v>0.42874645929576327</c:v>
                </c:pt>
                <c:pt idx="5" formatCode="0%">
                  <c:v>0.29883382625661487</c:v>
                </c:pt>
                <c:pt idx="6" formatCode="0%">
                  <c:v>0.36056488047861718</c:v>
                </c:pt>
                <c:pt idx="7" formatCode="0%">
                  <c:v>0.45346086131393648</c:v>
                </c:pt>
                <c:pt idx="8" formatCode="0%">
                  <c:v>0.57066115034761355</c:v>
                </c:pt>
                <c:pt idx="10" formatCode="0%">
                  <c:v>0.47966717365878048</c:v>
                </c:pt>
                <c:pt idx="11" formatCode="0%">
                  <c:v>0.38190856762932135</c:v>
                </c:pt>
                <c:pt idx="12" formatCode="0%">
                  <c:v>0.41868362053740604</c:v>
                </c:pt>
                <c:pt idx="14" formatCode="0%">
                  <c:v>0.48762219952492108</c:v>
                </c:pt>
                <c:pt idx="15" formatCode="0%">
                  <c:v>0.43947005728575694</c:v>
                </c:pt>
                <c:pt idx="16" formatCode="0%">
                  <c:v>0.36313270704828216</c:v>
                </c:pt>
                <c:pt idx="17" formatCode="0%">
                  <c:v>0.21541514672575757</c:v>
                </c:pt>
                <c:pt idx="19" formatCode="0%">
                  <c:v>0.43617174652192325</c:v>
                </c:pt>
                <c:pt idx="20" formatCode="0%">
                  <c:v>0.39532641462473078</c:v>
                </c:pt>
                <c:pt idx="22" formatCode="0%">
                  <c:v>0.42540225478135091</c:v>
                </c:pt>
                <c:pt idx="23" formatCode="0%">
                  <c:v>0.43958938023529548</c:v>
                </c:pt>
                <c:pt idx="24" formatCode="0%">
                  <c:v>0.35176112973956919</c:v>
                </c:pt>
                <c:pt idx="25" formatCode="0%">
                  <c:v>0.37253808503131014</c:v>
                </c:pt>
                <c:pt idx="27" formatCode="0%">
                  <c:v>0.45727713039686324</c:v>
                </c:pt>
                <c:pt idx="28" formatCode="0%">
                  <c:v>0.42896398931893942</c:v>
                </c:pt>
                <c:pt idx="29" formatCode="0%">
                  <c:v>0.29888649380761462</c:v>
                </c:pt>
                <c:pt idx="31" formatCode="0%">
                  <c:v>0.25776645869504022</c:v>
                </c:pt>
                <c:pt idx="32" formatCode="0%">
                  <c:v>0.85245345444641418</c:v>
                </c:pt>
                <c:pt idx="33" formatCode="0%">
                  <c:v>0.89324835263810121</c:v>
                </c:pt>
                <c:pt idx="34" formatCode="0%">
                  <c:v>3.5530264746500131E-2</c:v>
                </c:pt>
                <c:pt idx="35" formatCode="0%">
                  <c:v>0.40862851920307747</c:v>
                </c:pt>
                <c:pt idx="36" formatCode="0%">
                  <c:v>0.12251023885153066</c:v>
                </c:pt>
                <c:pt idx="38" formatCode="0%">
                  <c:v>0.27645271900680352</c:v>
                </c:pt>
                <c:pt idx="39" formatCode="0%">
                  <c:v>0.78395195051478206</c:v>
                </c:pt>
                <c:pt idx="40" formatCode="0%">
                  <c:v>0.19547219008936279</c:v>
                </c:pt>
                <c:pt idx="41" formatCode="0%">
                  <c:v>2.4819042177214333E-2</c:v>
                </c:pt>
                <c:pt idx="43" formatCode="0%">
                  <c:v>0.1504842190818263</c:v>
                </c:pt>
                <c:pt idx="44" formatCode="0%">
                  <c:v>0.76486236430861676</c:v>
                </c:pt>
                <c:pt idx="46" formatCode="0%">
                  <c:v>0.1333945919063298</c:v>
                </c:pt>
                <c:pt idx="47" formatCode="0%">
                  <c:v>0.10723351059267168</c:v>
                </c:pt>
                <c:pt idx="48" formatCode="0%">
                  <c:v>0.47551762671331393</c:v>
                </c:pt>
                <c:pt idx="49" formatCode="0%">
                  <c:v>0.8992075668467483</c:v>
                </c:pt>
                <c:pt idx="51" formatCode="0%">
                  <c:v>0.89791956648823057</c:v>
                </c:pt>
                <c:pt idx="52" formatCode="0%">
                  <c:v>0.76344554006274701</c:v>
                </c:pt>
                <c:pt idx="53" formatCode="0%">
                  <c:v>0.3058590211411068</c:v>
                </c:pt>
                <c:pt idx="54" formatCode="0%">
                  <c:v>0.13441699814661962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59496"/>
        <c:axId val="382749304"/>
      </c:barChart>
      <c:catAx>
        <c:axId val="382759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49304"/>
        <c:crosses val="autoZero"/>
        <c:auto val="1"/>
        <c:lblAlgn val="ctr"/>
        <c:lblOffset val="100"/>
        <c:noMultiLvlLbl val="0"/>
      </c:catAx>
      <c:valAx>
        <c:axId val="38274930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59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7.1816917040821271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Sheet1!$B$144</c:f>
              <c:strCache>
                <c:ptCount val="1"/>
                <c:pt idx="0">
                  <c:v>Muy probable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Sheet1!$C$143:$BE$143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Sheet1!$C$144:$BE$144</c:f>
              <c:numCache>
                <c:formatCode>General</c:formatCode>
                <c:ptCount val="55"/>
                <c:pt idx="0" formatCode="0%">
                  <c:v>0.27798393891286755</c:v>
                </c:pt>
                <c:pt idx="2" formatCode="0%">
                  <c:v>0.25473343934225345</c:v>
                </c:pt>
                <c:pt idx="3" formatCode="0%">
                  <c:v>0.30161380493055662</c:v>
                </c:pt>
                <c:pt idx="5" formatCode="0%">
                  <c:v>0.39940140993359807</c:v>
                </c:pt>
                <c:pt idx="6" formatCode="0%">
                  <c:v>0.22508198241289365</c:v>
                </c:pt>
                <c:pt idx="7" formatCode="0%">
                  <c:v>0.26086118813588061</c:v>
                </c:pt>
                <c:pt idx="8" formatCode="0%">
                  <c:v>0.24205556451908949</c:v>
                </c:pt>
                <c:pt idx="10" formatCode="0%">
                  <c:v>0.22161997297508942</c:v>
                </c:pt>
                <c:pt idx="11" formatCode="0%">
                  <c:v>0.30364770605222025</c:v>
                </c:pt>
                <c:pt idx="12" formatCode="0%">
                  <c:v>0.29257552043120055</c:v>
                </c:pt>
                <c:pt idx="14" formatCode="0%">
                  <c:v>0.32041059735492461</c:v>
                </c:pt>
                <c:pt idx="15" formatCode="0%">
                  <c:v>0.31900306637452913</c:v>
                </c:pt>
                <c:pt idx="16" formatCode="0%">
                  <c:v>0.21441945738573423</c:v>
                </c:pt>
                <c:pt idx="17" formatCode="0%">
                  <c:v>8.2350856988464116E-2</c:v>
                </c:pt>
                <c:pt idx="19" formatCode="0%">
                  <c:v>0.31668947684912646</c:v>
                </c:pt>
                <c:pt idx="20" formatCode="0%">
                  <c:v>0.21688690895071988</c:v>
                </c:pt>
                <c:pt idx="22" formatCode="0%">
                  <c:v>0.25045802093850295</c:v>
                </c:pt>
                <c:pt idx="23" formatCode="0%">
                  <c:v>0.30582528112162799</c:v>
                </c:pt>
                <c:pt idx="24" formatCode="0%">
                  <c:v>0.14914148815882347</c:v>
                </c:pt>
                <c:pt idx="25" formatCode="0%">
                  <c:v>0.26064090290272679</c:v>
                </c:pt>
                <c:pt idx="27" formatCode="0%">
                  <c:v>0.25857431034078893</c:v>
                </c:pt>
                <c:pt idx="28" formatCode="0%">
                  <c:v>0.28754017322964825</c:v>
                </c:pt>
                <c:pt idx="29" formatCode="0%">
                  <c:v>0.22172708534787014</c:v>
                </c:pt>
                <c:pt idx="31" formatCode="0%">
                  <c:v>0.14462043083648132</c:v>
                </c:pt>
                <c:pt idx="32" formatCode="0%">
                  <c:v>0.77541947714670389</c:v>
                </c:pt>
                <c:pt idx="33" formatCode="0%">
                  <c:v>0.52416179354062997</c:v>
                </c:pt>
                <c:pt idx="34" formatCode="0%">
                  <c:v>1.9863721869426712E-2</c:v>
                </c:pt>
                <c:pt idx="35" formatCode="0%">
                  <c:v>0.33978943357066671</c:v>
                </c:pt>
                <c:pt idx="36" formatCode="0%">
                  <c:v>0</c:v>
                </c:pt>
                <c:pt idx="38" formatCode="0%">
                  <c:v>0.24255592142496291</c:v>
                </c:pt>
                <c:pt idx="39" formatCode="0%">
                  <c:v>0.58704462474404973</c:v>
                </c:pt>
                <c:pt idx="40" formatCode="0%">
                  <c:v>5.7267427625987202E-2</c:v>
                </c:pt>
                <c:pt idx="41" formatCode="0%">
                  <c:v>3.7154948429602239E-3</c:v>
                </c:pt>
                <c:pt idx="43" formatCode="0%">
                  <c:v>4.2103591853617811E-2</c:v>
                </c:pt>
                <c:pt idx="44" formatCode="0%">
                  <c:v>0.59670076482629586</c:v>
                </c:pt>
                <c:pt idx="46" formatCode="0%">
                  <c:v>6.1855710460583619E-4</c:v>
                </c:pt>
                <c:pt idx="47" formatCode="0%">
                  <c:v>6.2687512071108011E-3</c:v>
                </c:pt>
                <c:pt idx="48" formatCode="0%">
                  <c:v>0.55158245550476603</c:v>
                </c:pt>
                <c:pt idx="49" formatCode="0%">
                  <c:v>0.59071648228706053</c:v>
                </c:pt>
                <c:pt idx="51" formatCode="0%">
                  <c:v>0.80219831211373627</c:v>
                </c:pt>
                <c:pt idx="52" formatCode="0%">
                  <c:v>0.54726895399614039</c:v>
                </c:pt>
                <c:pt idx="53" formatCode="0%">
                  <c:v>0.1273958127770197</c:v>
                </c:pt>
                <c:pt idx="54" formatCode="0%">
                  <c:v>2.6004655688486797E-2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Sheet1!$B$145</c:f>
              <c:strCache>
                <c:ptCount val="1"/>
                <c:pt idx="0">
                  <c:v>Bastante probable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Sheet1!$C$143:$BE$143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Sheet1!$C$145:$BE$145</c:f>
              <c:numCache>
                <c:formatCode>General</c:formatCode>
                <c:ptCount val="55"/>
                <c:pt idx="0" formatCode="0%">
                  <c:v>9.3148899805476762E-2</c:v>
                </c:pt>
                <c:pt idx="2" formatCode="0%">
                  <c:v>0.10828116242994223</c:v>
                </c:pt>
                <c:pt idx="3" formatCode="0%">
                  <c:v>7.7821017416934146E-2</c:v>
                </c:pt>
                <c:pt idx="5" formatCode="0%">
                  <c:v>1.6068549245555879E-2</c:v>
                </c:pt>
                <c:pt idx="6" formatCode="0%">
                  <c:v>3.4021019654690232E-2</c:v>
                </c:pt>
                <c:pt idx="7" formatCode="0%">
                  <c:v>0.11919546540000818</c:v>
                </c:pt>
                <c:pt idx="8" formatCode="0%">
                  <c:v>0.20476338782143308</c:v>
                </c:pt>
                <c:pt idx="10" formatCode="0%">
                  <c:v>0.18964369042280618</c:v>
                </c:pt>
                <c:pt idx="11" formatCode="0%">
                  <c:v>7.624578239559214E-2</c:v>
                </c:pt>
                <c:pt idx="12" formatCode="0%">
                  <c:v>3.7311150362096951E-2</c:v>
                </c:pt>
                <c:pt idx="14" formatCode="0%">
                  <c:v>0.11674271322408285</c:v>
                </c:pt>
                <c:pt idx="15" formatCode="0%">
                  <c:v>9.270722865312471E-2</c:v>
                </c:pt>
                <c:pt idx="16" formatCode="0%">
                  <c:v>8.4534758948399361E-2</c:v>
                </c:pt>
                <c:pt idx="17" formatCode="0%">
                  <c:v>3.1242229490828513E-2</c:v>
                </c:pt>
                <c:pt idx="19" formatCode="0%">
                  <c:v>0.10706984640212369</c:v>
                </c:pt>
                <c:pt idx="20" formatCode="0%">
                  <c:v>7.1174563918001019E-2</c:v>
                </c:pt>
                <c:pt idx="22" formatCode="0%">
                  <c:v>0.12215876134561926</c:v>
                </c:pt>
                <c:pt idx="23" formatCode="0%">
                  <c:v>7.494114160713207E-2</c:v>
                </c:pt>
                <c:pt idx="24" formatCode="0%">
                  <c:v>6.7482853225874898E-2</c:v>
                </c:pt>
                <c:pt idx="25" formatCode="0%">
                  <c:v>0.11005868844871496</c:v>
                </c:pt>
                <c:pt idx="27" formatCode="0%">
                  <c:v>9.9561245366749027E-2</c:v>
                </c:pt>
                <c:pt idx="28" formatCode="0%">
                  <c:v>0.11190542640046935</c:v>
                </c:pt>
                <c:pt idx="29" formatCode="0%">
                  <c:v>7.4388200241973734E-2</c:v>
                </c:pt>
                <c:pt idx="31" formatCode="0%">
                  <c:v>8.2672186398072403E-2</c:v>
                </c:pt>
                <c:pt idx="32" formatCode="0%">
                  <c:v>0.18177980677425773</c:v>
                </c:pt>
                <c:pt idx="33" formatCode="0%">
                  <c:v>0.20726132920628207</c:v>
                </c:pt>
                <c:pt idx="34" formatCode="0%">
                  <c:v>0</c:v>
                </c:pt>
                <c:pt idx="35" formatCode="0%">
                  <c:v>3.0280686876699933E-2</c:v>
                </c:pt>
                <c:pt idx="36" formatCode="0%">
                  <c:v>0</c:v>
                </c:pt>
                <c:pt idx="38" formatCode="0%">
                  <c:v>0.10337430702450406</c:v>
                </c:pt>
                <c:pt idx="39" formatCode="0%">
                  <c:v>0.18435185994438952</c:v>
                </c:pt>
                <c:pt idx="40" formatCode="0%">
                  <c:v>1.9059931644694647E-2</c:v>
                </c:pt>
                <c:pt idx="41" formatCode="0%">
                  <c:v>1.7655606457360198E-3</c:v>
                </c:pt>
                <c:pt idx="43" formatCode="0%">
                  <c:v>3.3481331387569271E-2</c:v>
                </c:pt>
                <c:pt idx="44" formatCode="0%">
                  <c:v>0.15783017162539231</c:v>
                </c:pt>
                <c:pt idx="46" formatCode="0%">
                  <c:v>6.1510800979910733E-3</c:v>
                </c:pt>
                <c:pt idx="47" formatCode="0%">
                  <c:v>1.5708103519219002E-2</c:v>
                </c:pt>
                <c:pt idx="48" formatCode="0%">
                  <c:v>9.4519855705089112E-2</c:v>
                </c:pt>
                <c:pt idx="49" formatCode="0%">
                  <c:v>0.22559648373563085</c:v>
                </c:pt>
                <c:pt idx="51" formatCode="0%">
                  <c:v>0.15568711159273207</c:v>
                </c:pt>
                <c:pt idx="52" formatCode="0%">
                  <c:v>0.2770340455396198</c:v>
                </c:pt>
                <c:pt idx="53" formatCode="0%">
                  <c:v>4.5747961306387669E-2</c:v>
                </c:pt>
                <c:pt idx="54" formatCode="0%">
                  <c:v>6.8069122857927376E-3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Sheet1!$B$146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Sheet1!$C$143:$BE$143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Sheet1!$C$146:$BE$146</c:f>
              <c:numCache>
                <c:formatCode>General</c:formatCode>
                <c:ptCount val="55"/>
                <c:pt idx="0" formatCode="0%">
                  <c:v>3.8709300050343697E-2</c:v>
                </c:pt>
                <c:pt idx="2" formatCode="0%">
                  <c:v>2.2911891375626939E-2</c:v>
                </c:pt>
                <c:pt idx="3" formatCode="0%">
                  <c:v>5.4676473845963171E-2</c:v>
                </c:pt>
                <c:pt idx="5" formatCode="0%">
                  <c:v>3.5179709250589476E-2</c:v>
                </c:pt>
                <c:pt idx="6" formatCode="0%">
                  <c:v>2.5133410268522702E-2</c:v>
                </c:pt>
                <c:pt idx="7" formatCode="0%">
                  <c:v>4.5679497298934238E-2</c:v>
                </c:pt>
                <c:pt idx="8" formatCode="0%">
                  <c:v>5.0127817830506391E-2</c:v>
                </c:pt>
                <c:pt idx="10" formatCode="0%">
                  <c:v>3.9411002060496331E-2</c:v>
                </c:pt>
                <c:pt idx="11" formatCode="0%">
                  <c:v>5.7694649312232983E-2</c:v>
                </c:pt>
                <c:pt idx="12" formatCode="0%">
                  <c:v>1.6492046760438861E-2</c:v>
                </c:pt>
                <c:pt idx="14" formatCode="0%">
                  <c:v>2.3965009314561581E-2</c:v>
                </c:pt>
                <c:pt idx="15" formatCode="0%">
                  <c:v>3.637575757059143E-2</c:v>
                </c:pt>
                <c:pt idx="16" formatCode="0%">
                  <c:v>5.0630407932264324E-2</c:v>
                </c:pt>
                <c:pt idx="17" formatCode="0%">
                  <c:v>4.4516453100073107E-2</c:v>
                </c:pt>
                <c:pt idx="19" formatCode="0%">
                  <c:v>3.6178642786415464E-2</c:v>
                </c:pt>
                <c:pt idx="20" formatCode="0%">
                  <c:v>4.2703964662233827E-2</c:v>
                </c:pt>
                <c:pt idx="22" formatCode="0%">
                  <c:v>2.4308362642600754E-2</c:v>
                </c:pt>
                <c:pt idx="23" formatCode="0%">
                  <c:v>5.1554352299939453E-2</c:v>
                </c:pt>
                <c:pt idx="24" formatCode="0%">
                  <c:v>1.3799760502115601E-4</c:v>
                </c:pt>
                <c:pt idx="25" formatCode="0%">
                  <c:v>2.1604484289559453E-2</c:v>
                </c:pt>
                <c:pt idx="27" formatCode="0%">
                  <c:v>1.9853616127321307E-2</c:v>
                </c:pt>
                <c:pt idx="28" formatCode="0%">
                  <c:v>4.488132192966255E-2</c:v>
                </c:pt>
                <c:pt idx="29" formatCode="0%">
                  <c:v>2.0254223367940378E-2</c:v>
                </c:pt>
                <c:pt idx="31" formatCode="0%">
                  <c:v>9.8603488442429943E-2</c:v>
                </c:pt>
                <c:pt idx="32" formatCode="0%">
                  <c:v>6.8948231599097135E-3</c:v>
                </c:pt>
                <c:pt idx="33" formatCode="0%">
                  <c:v>4.3262108098538268E-3</c:v>
                </c:pt>
                <c:pt idx="34" formatCode="0%">
                  <c:v>1.9922251751908447E-2</c:v>
                </c:pt>
                <c:pt idx="35" formatCode="0%">
                  <c:v>1.7388502247438805E-3</c:v>
                </c:pt>
                <c:pt idx="36" formatCode="0%">
                  <c:v>1.1991003307097332E-2</c:v>
                </c:pt>
                <c:pt idx="38" formatCode="0%">
                  <c:v>6.1668095575465702E-2</c:v>
                </c:pt>
                <c:pt idx="39" formatCode="0%">
                  <c:v>3.7602810703018096E-2</c:v>
                </c:pt>
                <c:pt idx="40" formatCode="0%">
                  <c:v>1.51532888649639E-2</c:v>
                </c:pt>
                <c:pt idx="41" formatCode="0%">
                  <c:v>5.7826562443614451E-4</c:v>
                </c:pt>
                <c:pt idx="43" formatCode="0%">
                  <c:v>3.8664666818156342E-2</c:v>
                </c:pt>
                <c:pt idx="44" formatCode="0%">
                  <c:v>1.6748113288943808E-2</c:v>
                </c:pt>
                <c:pt idx="46" formatCode="0%">
                  <c:v>1.5103831749491823E-2</c:v>
                </c:pt>
                <c:pt idx="47" formatCode="0%">
                  <c:v>5.3809425023347998E-2</c:v>
                </c:pt>
                <c:pt idx="48" formatCode="0%">
                  <c:v>1.3083424771668422E-2</c:v>
                </c:pt>
                <c:pt idx="49" formatCode="0%">
                  <c:v>3.2919337912492568E-2</c:v>
                </c:pt>
                <c:pt idx="51" formatCode="0%">
                  <c:v>3.6230646195630411E-3</c:v>
                </c:pt>
                <c:pt idx="52" formatCode="0%">
                  <c:v>4.0047988805671814E-2</c:v>
                </c:pt>
                <c:pt idx="53" formatCode="0%">
                  <c:v>8.5968604132803855E-2</c:v>
                </c:pt>
                <c:pt idx="54" formatCode="0%">
                  <c:v>1.3932889443178696E-2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Sheet1!$B$147</c:f>
              <c:strCache>
                <c:ptCount val="1"/>
                <c:pt idx="0">
                  <c:v>Poco probable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Sheet1!$C$143:$BE$143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Sheet1!$C$147:$BE$147</c:f>
              <c:numCache>
                <c:formatCode>General</c:formatCode>
                <c:ptCount val="55"/>
                <c:pt idx="0" formatCode="0%">
                  <c:v>9.2170046438048173E-2</c:v>
                </c:pt>
                <c:pt idx="2" formatCode="0%">
                  <c:v>0.14449623232817965</c:v>
                </c:pt>
                <c:pt idx="3" formatCode="0%">
                  <c:v>3.912439194674925E-2</c:v>
                </c:pt>
                <c:pt idx="5" formatCode="0%">
                  <c:v>0.19095587731588692</c:v>
                </c:pt>
                <c:pt idx="6" formatCode="0%">
                  <c:v>0.10432631755377823</c:v>
                </c:pt>
                <c:pt idx="7" formatCode="0%">
                  <c:v>4.2752080460526108E-2</c:v>
                </c:pt>
                <c:pt idx="8" formatCode="0%">
                  <c:v>3.7209001707723191E-2</c:v>
                </c:pt>
                <c:pt idx="10" formatCode="0%">
                  <c:v>4.8183479181056893E-2</c:v>
                </c:pt>
                <c:pt idx="11" formatCode="0%">
                  <c:v>0.12151639596428929</c:v>
                </c:pt>
                <c:pt idx="12" formatCode="0%">
                  <c:v>9.2920954703004058E-2</c:v>
                </c:pt>
                <c:pt idx="14" formatCode="0%">
                  <c:v>9.56704228980821E-2</c:v>
                </c:pt>
                <c:pt idx="15" formatCode="0%">
                  <c:v>8.597737309719744E-2</c:v>
                </c:pt>
                <c:pt idx="16" formatCode="0%">
                  <c:v>6.7202477554225107E-2</c:v>
                </c:pt>
                <c:pt idx="17" formatCode="0%">
                  <c:v>0.30698462265025717</c:v>
                </c:pt>
                <c:pt idx="19" formatCode="0%">
                  <c:v>9.7589387344794304E-2</c:v>
                </c:pt>
                <c:pt idx="20" formatCode="0%">
                  <c:v>8.3615569445638555E-2</c:v>
                </c:pt>
                <c:pt idx="22" formatCode="0%">
                  <c:v>5.5119758585331968E-2</c:v>
                </c:pt>
                <c:pt idx="23" formatCode="0%">
                  <c:v>0.14833976655479944</c:v>
                </c:pt>
                <c:pt idx="24" formatCode="0%">
                  <c:v>0.14568281179288511</c:v>
                </c:pt>
                <c:pt idx="25" formatCode="0%">
                  <c:v>7.0828907113635833E-2</c:v>
                </c:pt>
                <c:pt idx="27" formatCode="0%">
                  <c:v>0.16278367618894307</c:v>
                </c:pt>
                <c:pt idx="28" formatCode="0%">
                  <c:v>7.690692197970983E-2</c:v>
                </c:pt>
                <c:pt idx="29" formatCode="0%">
                  <c:v>5.3933437940686321E-2</c:v>
                </c:pt>
                <c:pt idx="31" formatCode="0%">
                  <c:v>7.33672289323586E-2</c:v>
                </c:pt>
                <c:pt idx="32" formatCode="0%">
                  <c:v>8.9909664730609029E-4</c:v>
                </c:pt>
                <c:pt idx="33" formatCode="0%">
                  <c:v>0.22218753972762342</c:v>
                </c:pt>
                <c:pt idx="34" formatCode="0%">
                  <c:v>0.13810010459384556</c:v>
                </c:pt>
                <c:pt idx="35" formatCode="0%">
                  <c:v>9.5699842596354306E-2</c:v>
                </c:pt>
                <c:pt idx="36" formatCode="0%">
                  <c:v>7.3963366033607106E-2</c:v>
                </c:pt>
                <c:pt idx="38" formatCode="0%">
                  <c:v>0.15086773670588138</c:v>
                </c:pt>
                <c:pt idx="39" formatCode="0%">
                  <c:v>8.2515778179352239E-2</c:v>
                </c:pt>
                <c:pt idx="40" formatCode="0%">
                  <c:v>0.12602156069027542</c:v>
                </c:pt>
                <c:pt idx="41" formatCode="0%">
                  <c:v>4.3880046951302848E-2</c:v>
                </c:pt>
                <c:pt idx="43" formatCode="0%">
                  <c:v>4.0541123671412521E-2</c:v>
                </c:pt>
                <c:pt idx="44" formatCode="0%">
                  <c:v>0.1115270429921376</c:v>
                </c:pt>
                <c:pt idx="46" formatCode="0%">
                  <c:v>4.769980772910383E-2</c:v>
                </c:pt>
                <c:pt idx="47" formatCode="0%">
                  <c:v>8.6137999134940524E-2</c:v>
                </c:pt>
                <c:pt idx="48" formatCode="0%">
                  <c:v>0.18503634898920807</c:v>
                </c:pt>
                <c:pt idx="49" formatCode="0%">
                  <c:v>9.3729141541713398E-2</c:v>
                </c:pt>
                <c:pt idx="51" formatCode="0%">
                  <c:v>7.1197812742637024E-3</c:v>
                </c:pt>
                <c:pt idx="52" formatCode="0%">
                  <c:v>5.8399352714667882E-2</c:v>
                </c:pt>
                <c:pt idx="53" formatCode="0%">
                  <c:v>0.31685865396872681</c:v>
                </c:pt>
                <c:pt idx="54" formatCode="0%">
                  <c:v>6.2076740160846224E-2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Sheet1!$B$148</c:f>
              <c:strCache>
                <c:ptCount val="1"/>
                <c:pt idx="0">
                  <c:v>Nunca lo votaría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Sheet1!$C$143:$BE$143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Sheet1!$C$148:$BE$148</c:f>
              <c:numCache>
                <c:formatCode>General</c:formatCode>
                <c:ptCount val="55"/>
                <c:pt idx="0" formatCode="0%">
                  <c:v>0.49798781479326543</c:v>
                </c:pt>
                <c:pt idx="2" formatCode="0%">
                  <c:v>0.46957727452399989</c:v>
                </c:pt>
                <c:pt idx="3" formatCode="0%">
                  <c:v>0.52676431185979478</c:v>
                </c:pt>
                <c:pt idx="5" formatCode="0%">
                  <c:v>0.35839445425436961</c:v>
                </c:pt>
                <c:pt idx="6" formatCode="0%">
                  <c:v>0.61143727011011506</c:v>
                </c:pt>
                <c:pt idx="7" formatCode="0%">
                  <c:v>0.53151176870465022</c:v>
                </c:pt>
                <c:pt idx="8" formatCode="0%">
                  <c:v>0.46584422812124671</c:v>
                </c:pt>
                <c:pt idx="10" formatCode="0%">
                  <c:v>0.50114185536055023</c:v>
                </c:pt>
                <c:pt idx="11" formatCode="0%">
                  <c:v>0.44089546627566506</c:v>
                </c:pt>
                <c:pt idx="12" formatCode="0%">
                  <c:v>0.56070032774325929</c:v>
                </c:pt>
                <c:pt idx="14" formatCode="0%">
                  <c:v>0.44321125720834814</c:v>
                </c:pt>
                <c:pt idx="15" formatCode="0%">
                  <c:v>0.46593657430455648</c:v>
                </c:pt>
                <c:pt idx="16" formatCode="0%">
                  <c:v>0.58321289817937716</c:v>
                </c:pt>
                <c:pt idx="17" formatCode="0%">
                  <c:v>0.53490583777037737</c:v>
                </c:pt>
                <c:pt idx="19" formatCode="0%">
                  <c:v>0.44247264661754132</c:v>
                </c:pt>
                <c:pt idx="20" formatCode="0%">
                  <c:v>0.58561899302340603</c:v>
                </c:pt>
                <c:pt idx="22" formatCode="0%">
                  <c:v>0.54795509648794516</c:v>
                </c:pt>
                <c:pt idx="23" formatCode="0%">
                  <c:v>0.41933945841650067</c:v>
                </c:pt>
                <c:pt idx="24" formatCode="0%">
                  <c:v>0.63755484921739525</c:v>
                </c:pt>
                <c:pt idx="25" formatCode="0%">
                  <c:v>0.53686701724536301</c:v>
                </c:pt>
                <c:pt idx="27" formatCode="0%">
                  <c:v>0.4592271519761974</c:v>
                </c:pt>
                <c:pt idx="28" formatCode="0%">
                  <c:v>0.47876615646050924</c:v>
                </c:pt>
                <c:pt idx="29" formatCode="0%">
                  <c:v>0.62969705310152946</c:v>
                </c:pt>
                <c:pt idx="31" formatCode="0%">
                  <c:v>0.60073666539065773</c:v>
                </c:pt>
                <c:pt idx="32" formatCode="0%">
                  <c:v>3.500679627182253E-2</c:v>
                </c:pt>
                <c:pt idx="33" formatCode="0%">
                  <c:v>4.2063126715610591E-2</c:v>
                </c:pt>
                <c:pt idx="34" formatCode="0%">
                  <c:v>0.8221139217848189</c:v>
                </c:pt>
                <c:pt idx="35" formatCode="0%">
                  <c:v>0.53249118673153517</c:v>
                </c:pt>
                <c:pt idx="36" formatCode="0%">
                  <c:v>0.91404563065929578</c:v>
                </c:pt>
                <c:pt idx="38" formatCode="0%">
                  <c:v>0.44153393926918583</c:v>
                </c:pt>
                <c:pt idx="39" formatCode="0%">
                  <c:v>0.10848492642919004</c:v>
                </c:pt>
                <c:pt idx="40" formatCode="0%">
                  <c:v>0.78249779117407892</c:v>
                </c:pt>
                <c:pt idx="41" formatCode="0%">
                  <c:v>0.95006063193556467</c:v>
                </c:pt>
                <c:pt idx="43" formatCode="0%">
                  <c:v>0.84520928626924396</c:v>
                </c:pt>
                <c:pt idx="44" formatCode="0%">
                  <c:v>0.11719390726723054</c:v>
                </c:pt>
                <c:pt idx="46" formatCode="0%">
                  <c:v>0.93042672331880738</c:v>
                </c:pt>
                <c:pt idx="47" formatCode="0%">
                  <c:v>0.83807572111538198</c:v>
                </c:pt>
                <c:pt idx="48" formatCode="0%">
                  <c:v>0.15577791502926824</c:v>
                </c:pt>
                <c:pt idx="49" formatCode="0%">
                  <c:v>5.7038554523102601E-2</c:v>
                </c:pt>
                <c:pt idx="51" formatCode="0%">
                  <c:v>3.1371730399704603E-2</c:v>
                </c:pt>
                <c:pt idx="52" formatCode="0%">
                  <c:v>7.7249658943900276E-2</c:v>
                </c:pt>
                <c:pt idx="53" formatCode="0%">
                  <c:v>0.42402896781506205</c:v>
                </c:pt>
                <c:pt idx="54" formatCode="0%">
                  <c:v>0.89117880242169545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52440"/>
        <c:axId val="382750872"/>
      </c:barChart>
      <c:catAx>
        <c:axId val="382752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50872"/>
        <c:crosses val="autoZero"/>
        <c:auto val="1"/>
        <c:lblAlgn val="ctr"/>
        <c:lblOffset val="100"/>
        <c:noMultiLvlLbl val="0"/>
      </c:catAx>
      <c:valAx>
        <c:axId val="38275087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52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7.1816917040821271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Sheet1!$B$151</c:f>
              <c:strCache>
                <c:ptCount val="1"/>
                <c:pt idx="0">
                  <c:v>Muy probable</c:v>
                </c:pt>
              </c:strCache>
            </c:strRef>
          </c:tx>
          <c:spPr>
            <a:solidFill>
              <a:srgbClr val="023D9B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Sheet1!$C$150:$BE$150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Sheet1!$C$151:$BE$151</c:f>
              <c:numCache>
                <c:formatCode>General</c:formatCode>
                <c:ptCount val="55"/>
                <c:pt idx="0" formatCode="0%">
                  <c:v>0.29989656816032312</c:v>
                </c:pt>
                <c:pt idx="2" formatCode="0%">
                  <c:v>0.24540269735488271</c:v>
                </c:pt>
                <c:pt idx="3" formatCode="0%">
                  <c:v>0.35501849738014424</c:v>
                </c:pt>
                <c:pt idx="5" formatCode="0%">
                  <c:v>0.35993335671171678</c:v>
                </c:pt>
                <c:pt idx="6" formatCode="0%">
                  <c:v>0.35123853913728281</c:v>
                </c:pt>
                <c:pt idx="7" formatCode="0%">
                  <c:v>0.27259388433840631</c:v>
                </c:pt>
                <c:pt idx="8" formatCode="0%">
                  <c:v>0.21427952750756288</c:v>
                </c:pt>
                <c:pt idx="10" formatCode="0%">
                  <c:v>0.25272230605973928</c:v>
                </c:pt>
                <c:pt idx="11" formatCode="0%">
                  <c:v>0.33704182436085078</c:v>
                </c:pt>
                <c:pt idx="12" formatCode="0%">
                  <c:v>0.29491465010827461</c:v>
                </c:pt>
                <c:pt idx="14" formatCode="0%">
                  <c:v>0.36409430862390657</c:v>
                </c:pt>
                <c:pt idx="15" formatCode="0%">
                  <c:v>0.2661940020639747</c:v>
                </c:pt>
                <c:pt idx="16" formatCode="0%">
                  <c:v>0.2901801025872589</c:v>
                </c:pt>
                <c:pt idx="17" formatCode="0%">
                  <c:v>0.31524085004118096</c:v>
                </c:pt>
                <c:pt idx="19" formatCode="0%">
                  <c:v>0.26727324824982845</c:v>
                </c:pt>
                <c:pt idx="20" formatCode="0%">
                  <c:v>0.35107537970146507</c:v>
                </c:pt>
                <c:pt idx="22" formatCode="0%">
                  <c:v>0.16053414020488932</c:v>
                </c:pt>
                <c:pt idx="23" formatCode="0%">
                  <c:v>0.31368710774414593</c:v>
                </c:pt>
                <c:pt idx="24" formatCode="0%">
                  <c:v>0.45715317637772496</c:v>
                </c:pt>
                <c:pt idx="25" formatCode="0%">
                  <c:v>0.2639498032587822</c:v>
                </c:pt>
                <c:pt idx="27" formatCode="0%">
                  <c:v>0.20357574966087877</c:v>
                </c:pt>
                <c:pt idx="28" formatCode="0%">
                  <c:v>0.3089530276125082</c:v>
                </c:pt>
                <c:pt idx="29" formatCode="0%">
                  <c:v>0.36712928858991556</c:v>
                </c:pt>
                <c:pt idx="31" formatCode="0%">
                  <c:v>0.31578932853525127</c:v>
                </c:pt>
                <c:pt idx="32" formatCode="0%">
                  <c:v>5.1656333018266831E-2</c:v>
                </c:pt>
                <c:pt idx="33" formatCode="0%">
                  <c:v>3.7282252471110992E-2</c:v>
                </c:pt>
                <c:pt idx="34" formatCode="0%">
                  <c:v>0.62638550728600084</c:v>
                </c:pt>
                <c:pt idx="35" formatCode="0%">
                  <c:v>0.10858367098950113</c:v>
                </c:pt>
                <c:pt idx="36" formatCode="0%">
                  <c:v>0.57246532589366472</c:v>
                </c:pt>
                <c:pt idx="38" formatCode="0%">
                  <c:v>0.44196709865071088</c:v>
                </c:pt>
                <c:pt idx="39" formatCode="0%">
                  <c:v>0.11416300193733794</c:v>
                </c:pt>
                <c:pt idx="40" formatCode="0%">
                  <c:v>0.36678322762596616</c:v>
                </c:pt>
                <c:pt idx="41" formatCode="0%">
                  <c:v>0.55000120960919974</c:v>
                </c:pt>
                <c:pt idx="43" formatCode="0%">
                  <c:v>0.47221826254237592</c:v>
                </c:pt>
                <c:pt idx="44" formatCode="0%">
                  <c:v>0.11240423064270716</c:v>
                </c:pt>
                <c:pt idx="46" formatCode="0%">
                  <c:v>0.63238817031941563</c:v>
                </c:pt>
                <c:pt idx="47" formatCode="0%">
                  <c:v>0.43637803388727808</c:v>
                </c:pt>
                <c:pt idx="48" formatCode="0%">
                  <c:v>0.19569117552068366</c:v>
                </c:pt>
                <c:pt idx="49" formatCode="0%">
                  <c:v>1.3425466833994471E-2</c:v>
                </c:pt>
                <c:pt idx="51" formatCode="0%">
                  <c:v>5.7244155412718239E-2</c:v>
                </c:pt>
                <c:pt idx="52" formatCode="0%">
                  <c:v>5.9370408042223266E-2</c:v>
                </c:pt>
                <c:pt idx="53" formatCode="0%">
                  <c:v>0.18642658436407131</c:v>
                </c:pt>
                <c:pt idx="54" formatCode="0%">
                  <c:v>0.52914971842391645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Sheet1!$B$152</c:f>
              <c:strCache>
                <c:ptCount val="1"/>
                <c:pt idx="0">
                  <c:v>Bastante probable</c:v>
                </c:pt>
              </c:strCache>
            </c:strRef>
          </c:tx>
          <c:spPr>
            <a:solidFill>
              <a:srgbClr val="1D73FC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Sheet1!$C$150:$BE$150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Sheet1!$C$152:$BE$152</c:f>
              <c:numCache>
                <c:formatCode>General</c:formatCode>
                <c:ptCount val="55"/>
                <c:pt idx="0" formatCode="0%">
                  <c:v>0.14871461397293784</c:v>
                </c:pt>
                <c:pt idx="2" formatCode="0%">
                  <c:v>0.12248706847052544</c:v>
                </c:pt>
                <c:pt idx="3" formatCode="0%">
                  <c:v>0.17518503940702043</c:v>
                </c:pt>
                <c:pt idx="5" formatCode="0%">
                  <c:v>0.10574378237554599</c:v>
                </c:pt>
                <c:pt idx="6" formatCode="0%">
                  <c:v>0.197067551726547</c:v>
                </c:pt>
                <c:pt idx="7" formatCode="0%">
                  <c:v>0.18594175331713292</c:v>
                </c:pt>
                <c:pt idx="8" formatCode="0%">
                  <c:v>9.5623523433583102E-2</c:v>
                </c:pt>
                <c:pt idx="10" formatCode="0%">
                  <c:v>0.12378164957599992</c:v>
                </c:pt>
                <c:pt idx="11" formatCode="0%">
                  <c:v>0.10387530627251298</c:v>
                </c:pt>
                <c:pt idx="12" formatCode="0%">
                  <c:v>0.21862971591406299</c:v>
                </c:pt>
                <c:pt idx="14" formatCode="0%">
                  <c:v>7.6087047657640364E-2</c:v>
                </c:pt>
                <c:pt idx="15" formatCode="0%">
                  <c:v>0.13588361918472028</c:v>
                </c:pt>
                <c:pt idx="16" formatCode="0%">
                  <c:v>0.22567590187273731</c:v>
                </c:pt>
                <c:pt idx="17" formatCode="0%">
                  <c:v>0.20616780089908637</c:v>
                </c:pt>
                <c:pt idx="19" formatCode="0%">
                  <c:v>0.13798643607459507</c:v>
                </c:pt>
                <c:pt idx="20" formatCode="0%">
                  <c:v>0.16554476480815355</c:v>
                </c:pt>
                <c:pt idx="22" formatCode="0%">
                  <c:v>0.19941746204564934</c:v>
                </c:pt>
                <c:pt idx="23" formatCode="0%">
                  <c:v>0.10482013156850856</c:v>
                </c:pt>
                <c:pt idx="24" formatCode="0%">
                  <c:v>0.24394446827683042</c:v>
                </c:pt>
                <c:pt idx="25" formatCode="0%">
                  <c:v>0.17248515696448535</c:v>
                </c:pt>
                <c:pt idx="27" formatCode="0%">
                  <c:v>0.18298619885260295</c:v>
                </c:pt>
                <c:pt idx="28" formatCode="0%">
                  <c:v>0.15372385496886451</c:v>
                </c:pt>
                <c:pt idx="29" formatCode="0%">
                  <c:v>0.16182647445142229</c:v>
                </c:pt>
                <c:pt idx="31" formatCode="0%">
                  <c:v>0.15724912324378543</c:v>
                </c:pt>
                <c:pt idx="32" formatCode="0%">
                  <c:v>1.102922052070212E-2</c:v>
                </c:pt>
                <c:pt idx="33" formatCode="0%">
                  <c:v>1.0334217997861626E-2</c:v>
                </c:pt>
                <c:pt idx="34" formatCode="0%">
                  <c:v>0.2497086011185817</c:v>
                </c:pt>
                <c:pt idx="35" formatCode="0%">
                  <c:v>0.40814510486265315</c:v>
                </c:pt>
                <c:pt idx="36" formatCode="0%">
                  <c:v>0.27593514759481602</c:v>
                </c:pt>
                <c:pt idx="38" formatCode="0%">
                  <c:v>3.1526670852827933E-2</c:v>
                </c:pt>
                <c:pt idx="39" formatCode="0%">
                  <c:v>1.7723013491764E-2</c:v>
                </c:pt>
                <c:pt idx="40" formatCode="0%">
                  <c:v>0.35244950983253159</c:v>
                </c:pt>
                <c:pt idx="41" formatCode="0%">
                  <c:v>0.28446676755945921</c:v>
                </c:pt>
                <c:pt idx="43" formatCode="0%">
                  <c:v>0.29276166804149206</c:v>
                </c:pt>
                <c:pt idx="44" formatCode="0%">
                  <c:v>3.071051563642941E-2</c:v>
                </c:pt>
                <c:pt idx="46" formatCode="0%">
                  <c:v>0.25049479494553029</c:v>
                </c:pt>
                <c:pt idx="47" formatCode="0%">
                  <c:v>0.32620024328195441</c:v>
                </c:pt>
                <c:pt idx="48" formatCode="0%">
                  <c:v>2.2103220584851611E-2</c:v>
                </c:pt>
                <c:pt idx="49" formatCode="0%">
                  <c:v>7.495570044241366E-4</c:v>
                </c:pt>
                <c:pt idx="51" formatCode="0%">
                  <c:v>4.2574319736102279E-3</c:v>
                </c:pt>
                <c:pt idx="52" formatCode="0%">
                  <c:v>1.4248352094056021E-2</c:v>
                </c:pt>
                <c:pt idx="53" formatCode="0%">
                  <c:v>9.4405275632130331E-2</c:v>
                </c:pt>
                <c:pt idx="54" formatCode="0%">
                  <c:v>0.28173123495546992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Sheet1!$B$153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Sheet1!$C$150:$BE$150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Sheet1!$C$153:$BE$153</c:f>
              <c:numCache>
                <c:formatCode>General</c:formatCode>
                <c:ptCount val="55"/>
                <c:pt idx="0" formatCode="0%">
                  <c:v>5.1787972144961801E-2</c:v>
                </c:pt>
                <c:pt idx="2" formatCode="0%">
                  <c:v>5.7408742980205228E-2</c:v>
                </c:pt>
                <c:pt idx="3" formatCode="0%">
                  <c:v>4.6117999929720342E-2</c:v>
                </c:pt>
                <c:pt idx="5" formatCode="0%">
                  <c:v>7.4992701332333933E-2</c:v>
                </c:pt>
                <c:pt idx="6" formatCode="0%">
                  <c:v>4.6084552751872405E-2</c:v>
                </c:pt>
                <c:pt idx="7" formatCode="0%">
                  <c:v>2.598359991674597E-2</c:v>
                </c:pt>
                <c:pt idx="8" formatCode="0%">
                  <c:v>6.3347468063722198E-2</c:v>
                </c:pt>
                <c:pt idx="10" formatCode="0%">
                  <c:v>5.7336374556381194E-2</c:v>
                </c:pt>
                <c:pt idx="11" formatCode="0%">
                  <c:v>3.749087468490326E-2</c:v>
                </c:pt>
                <c:pt idx="12" formatCode="0%">
                  <c:v>6.3545917094068344E-2</c:v>
                </c:pt>
                <c:pt idx="14" formatCode="0%">
                  <c:v>3.138890856346311E-2</c:v>
                </c:pt>
                <c:pt idx="15" formatCode="0%">
                  <c:v>7.0612352783910939E-2</c:v>
                </c:pt>
                <c:pt idx="16" formatCode="0%">
                  <c:v>4.4625688336077426E-2</c:v>
                </c:pt>
                <c:pt idx="17" formatCode="0%">
                  <c:v>2.4638591612172481E-2</c:v>
                </c:pt>
                <c:pt idx="19" formatCode="0%">
                  <c:v>7.0686613497418865E-2</c:v>
                </c:pt>
                <c:pt idx="20" formatCode="0%">
                  <c:v>2.21401617193316E-2</c:v>
                </c:pt>
                <c:pt idx="22" formatCode="0%">
                  <c:v>0.12071363546439465</c:v>
                </c:pt>
                <c:pt idx="23" formatCode="0%">
                  <c:v>6.4901771894571816E-2</c:v>
                </c:pt>
                <c:pt idx="24" formatCode="0%">
                  <c:v>3.7163578742763505E-3</c:v>
                </c:pt>
                <c:pt idx="25" formatCode="0%">
                  <c:v>3.6516423188521066E-2</c:v>
                </c:pt>
                <c:pt idx="27" formatCode="0%">
                  <c:v>7.896277636727482E-2</c:v>
                </c:pt>
                <c:pt idx="28" formatCode="0%">
                  <c:v>4.9823603875567272E-2</c:v>
                </c:pt>
                <c:pt idx="29" formatCode="0%">
                  <c:v>3.2249984718161935E-2</c:v>
                </c:pt>
                <c:pt idx="31" formatCode="0%">
                  <c:v>0.13543940937023743</c:v>
                </c:pt>
                <c:pt idx="32" formatCode="0%">
                  <c:v>6.9963820307394663E-3</c:v>
                </c:pt>
                <c:pt idx="33" formatCode="0%">
                  <c:v>6.9426234442015872E-5</c:v>
                </c:pt>
                <c:pt idx="34" formatCode="0%">
                  <c:v>1.5037326693046195E-2</c:v>
                </c:pt>
                <c:pt idx="35" formatCode="0%">
                  <c:v>1.2203143769945112E-5</c:v>
                </c:pt>
                <c:pt idx="36" formatCode="0%">
                  <c:v>8.86301736920065E-3</c:v>
                </c:pt>
                <c:pt idx="38" formatCode="0%">
                  <c:v>9.7824414496639769E-2</c:v>
                </c:pt>
                <c:pt idx="39" formatCode="0%">
                  <c:v>1.1582171406572054E-2</c:v>
                </c:pt>
                <c:pt idx="40" formatCode="0%">
                  <c:v>2.8711183604056258E-2</c:v>
                </c:pt>
                <c:pt idx="41" formatCode="0%">
                  <c:v>1.3168048163934359E-2</c:v>
                </c:pt>
                <c:pt idx="43" formatCode="0%">
                  <c:v>2.4418125564546408E-2</c:v>
                </c:pt>
                <c:pt idx="44" formatCode="0%">
                  <c:v>2.1026336417377939E-5</c:v>
                </c:pt>
                <c:pt idx="46" formatCode="0%">
                  <c:v>1.6397231212187877E-2</c:v>
                </c:pt>
                <c:pt idx="47" formatCode="0%">
                  <c:v>7.6083656179389988E-2</c:v>
                </c:pt>
                <c:pt idx="48" formatCode="0%">
                  <c:v>2.9938218645533129E-3</c:v>
                </c:pt>
                <c:pt idx="49" formatCode="0%">
                  <c:v>1.4205344791119788E-2</c:v>
                </c:pt>
                <c:pt idx="51" formatCode="0%">
                  <c:v>0</c:v>
                </c:pt>
                <c:pt idx="52" formatCode="0%">
                  <c:v>1.082237461498377E-2</c:v>
                </c:pt>
                <c:pt idx="53" formatCode="0%">
                  <c:v>0.10895146550530162</c:v>
                </c:pt>
                <c:pt idx="54" formatCode="0%">
                  <c:v>5.7911698407696957E-2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Sheet1!$B$154</c:f>
              <c:strCache>
                <c:ptCount val="1"/>
                <c:pt idx="0">
                  <c:v>Poco probable</c:v>
                </c:pt>
              </c:strCache>
            </c:strRef>
          </c:tx>
          <c:spPr>
            <a:solidFill>
              <a:srgbClr val="FF008E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Sheet1!$C$150:$BE$150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Sheet1!$C$154:$BE$154</c:f>
              <c:numCache>
                <c:formatCode>General</c:formatCode>
                <c:ptCount val="55"/>
                <c:pt idx="0" formatCode="0%">
                  <c:v>0.11399853603215657</c:v>
                </c:pt>
                <c:pt idx="2" formatCode="0%">
                  <c:v>0.16473757658567723</c:v>
                </c:pt>
                <c:pt idx="3" formatCode="0%">
                  <c:v>6.274877553979559E-2</c:v>
                </c:pt>
                <c:pt idx="5" formatCode="0%">
                  <c:v>0.17462304918761754</c:v>
                </c:pt>
                <c:pt idx="6" formatCode="0%">
                  <c:v>0.12810963170494885</c:v>
                </c:pt>
                <c:pt idx="7" formatCode="0%">
                  <c:v>7.9126068768600011E-2</c:v>
                </c:pt>
                <c:pt idx="8" formatCode="0%">
                  <c:v>7.7695726640718887E-2</c:v>
                </c:pt>
                <c:pt idx="10" formatCode="0%">
                  <c:v>8.2506913561819953E-2</c:v>
                </c:pt>
                <c:pt idx="11" formatCode="0%">
                  <c:v>0.16342794330365046</c:v>
                </c:pt>
                <c:pt idx="12" formatCode="0%">
                  <c:v>8.2954257551170821E-2</c:v>
                </c:pt>
                <c:pt idx="14" formatCode="0%">
                  <c:v>6.9868325059391626E-2</c:v>
                </c:pt>
                <c:pt idx="15" formatCode="0%">
                  <c:v>0.15305824187620479</c:v>
                </c:pt>
                <c:pt idx="16" formatCode="0%">
                  <c:v>8.5063505722275459E-2</c:v>
                </c:pt>
                <c:pt idx="17" formatCode="0%">
                  <c:v>0.22066604179156657</c:v>
                </c:pt>
                <c:pt idx="19" formatCode="0%">
                  <c:v>0.11094415752847327</c:v>
                </c:pt>
                <c:pt idx="20" formatCode="0%">
                  <c:v>0.11879018391606895</c:v>
                </c:pt>
                <c:pt idx="22" formatCode="0%">
                  <c:v>6.354022348619548E-2</c:v>
                </c:pt>
                <c:pt idx="23" formatCode="0%">
                  <c:v>5.828952225791148E-2</c:v>
                </c:pt>
                <c:pt idx="24" formatCode="0%">
                  <c:v>2.7038981043943023E-2</c:v>
                </c:pt>
                <c:pt idx="25" formatCode="0%">
                  <c:v>0.1774167902680843</c:v>
                </c:pt>
                <c:pt idx="27" formatCode="0%">
                  <c:v>6.830152147807067E-2</c:v>
                </c:pt>
                <c:pt idx="28" formatCode="0%">
                  <c:v>5.1386480811256074E-2</c:v>
                </c:pt>
                <c:pt idx="29" formatCode="0%">
                  <c:v>0.18836270323680909</c:v>
                </c:pt>
                <c:pt idx="31" formatCode="0%">
                  <c:v>0.13431575311743874</c:v>
                </c:pt>
                <c:pt idx="32" formatCode="0%">
                  <c:v>0.14546197774745295</c:v>
                </c:pt>
                <c:pt idx="33" formatCode="0%">
                  <c:v>4.1274608509090968E-2</c:v>
                </c:pt>
                <c:pt idx="34" formatCode="0%">
                  <c:v>4.7706926548260052E-2</c:v>
                </c:pt>
                <c:pt idx="35" formatCode="0%">
                  <c:v>7.0472654825522677E-3</c:v>
                </c:pt>
                <c:pt idx="36" formatCode="0%">
                  <c:v>0.12706723770387895</c:v>
                </c:pt>
                <c:pt idx="38" formatCode="0%">
                  <c:v>6.90012875530822E-2</c:v>
                </c:pt>
                <c:pt idx="39" formatCode="0%">
                  <c:v>0.14182314228638529</c:v>
                </c:pt>
                <c:pt idx="40" formatCode="0%">
                  <c:v>0.14186540485981941</c:v>
                </c:pt>
                <c:pt idx="41" formatCode="0%">
                  <c:v>9.5627381758246865E-2</c:v>
                </c:pt>
                <c:pt idx="43" formatCode="0%">
                  <c:v>0.10936916747877921</c:v>
                </c:pt>
                <c:pt idx="44" formatCode="0%">
                  <c:v>0.13491152985151705</c:v>
                </c:pt>
                <c:pt idx="46" formatCode="0%">
                  <c:v>6.6982050880431451E-2</c:v>
                </c:pt>
                <c:pt idx="47" formatCode="0%">
                  <c:v>0.12379016804279176</c:v>
                </c:pt>
                <c:pt idx="48" formatCode="0%">
                  <c:v>0.33295246231665276</c:v>
                </c:pt>
                <c:pt idx="49" formatCode="0%">
                  <c:v>3.7608714214104375E-2</c:v>
                </c:pt>
                <c:pt idx="51" formatCode="0%">
                  <c:v>1.5244671233149931E-2</c:v>
                </c:pt>
                <c:pt idx="52" formatCode="0%">
                  <c:v>0.19599150616842123</c:v>
                </c:pt>
                <c:pt idx="53" formatCode="0%">
                  <c:v>0.25180537828666566</c:v>
                </c:pt>
                <c:pt idx="54" formatCode="0%">
                  <c:v>6.7914398772963958E-2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Sheet1!$B$155</c:f>
              <c:strCache>
                <c:ptCount val="1"/>
                <c:pt idx="0">
                  <c:v>Nunca lo votaría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Sheet1!$C$150:$BE$150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Sheet1!$C$155:$BE$155</c:f>
              <c:numCache>
                <c:formatCode>General</c:formatCode>
                <c:ptCount val="55"/>
                <c:pt idx="0" formatCode="0%">
                  <c:v>0.3856023096896215</c:v>
                </c:pt>
                <c:pt idx="2" formatCode="0%">
                  <c:v>0.4099639146087119</c:v>
                </c:pt>
                <c:pt idx="3" formatCode="0%">
                  <c:v>0.36092968774331796</c:v>
                </c:pt>
                <c:pt idx="5" formatCode="0%">
                  <c:v>0.28470711039278535</c:v>
                </c:pt>
                <c:pt idx="6" formatCode="0%">
                  <c:v>0.27749972467934897</c:v>
                </c:pt>
                <c:pt idx="7" formatCode="0%">
                  <c:v>0.43635469365911378</c:v>
                </c:pt>
                <c:pt idx="8" formatCode="0%">
                  <c:v>0.54905375435441139</c:v>
                </c:pt>
                <c:pt idx="10" formatCode="0%">
                  <c:v>0.48365275624605836</c:v>
                </c:pt>
                <c:pt idx="11" formatCode="0%">
                  <c:v>0.35816405137808205</c:v>
                </c:pt>
                <c:pt idx="12" formatCode="0%">
                  <c:v>0.33995545933242283</c:v>
                </c:pt>
                <c:pt idx="14" formatCode="0%">
                  <c:v>0.45856141009559742</c:v>
                </c:pt>
                <c:pt idx="15" formatCode="0%">
                  <c:v>0.37425178409118859</c:v>
                </c:pt>
                <c:pt idx="16" formatCode="0%">
                  <c:v>0.35445480148165098</c:v>
                </c:pt>
                <c:pt idx="17" formatCode="0%">
                  <c:v>0.23328671565599396</c:v>
                </c:pt>
                <c:pt idx="19" formatCode="0%">
                  <c:v>0.41310954464968647</c:v>
                </c:pt>
                <c:pt idx="20" formatCode="0%">
                  <c:v>0.34244950985498052</c:v>
                </c:pt>
                <c:pt idx="22" formatCode="0%">
                  <c:v>0.45579453879887105</c:v>
                </c:pt>
                <c:pt idx="23" formatCode="0%">
                  <c:v>0.45830146653486215</c:v>
                </c:pt>
                <c:pt idx="24" formatCode="0%">
                  <c:v>0.2681470164272251</c:v>
                </c:pt>
                <c:pt idx="25" formatCode="0%">
                  <c:v>0.34963182632012696</c:v>
                </c:pt>
                <c:pt idx="27" formatCode="0%">
                  <c:v>0.46617375364117242</c:v>
                </c:pt>
                <c:pt idx="28" formatCode="0%">
                  <c:v>0.43611303273180302</c:v>
                </c:pt>
                <c:pt idx="29" formatCode="0%">
                  <c:v>0.25043154900369141</c:v>
                </c:pt>
                <c:pt idx="31" formatCode="0%">
                  <c:v>0.25720638573328697</c:v>
                </c:pt>
                <c:pt idx="32" formatCode="0%">
                  <c:v>0.78485608668283868</c:v>
                </c:pt>
                <c:pt idx="33" formatCode="0%">
                  <c:v>0.91103949478749446</c:v>
                </c:pt>
                <c:pt idx="34" formatCode="0%">
                  <c:v>6.1161638354110738E-2</c:v>
                </c:pt>
                <c:pt idx="35" formatCode="0%">
                  <c:v>0.47621175552152339</c:v>
                </c:pt>
                <c:pt idx="36" formatCode="0%">
                  <c:v>1.5669271438439613E-2</c:v>
                </c:pt>
                <c:pt idx="38" formatCode="0%">
                  <c:v>0.35968052844673953</c:v>
                </c:pt>
                <c:pt idx="39" formatCode="0%">
                  <c:v>0.7147086708779411</c:v>
                </c:pt>
                <c:pt idx="40" formatCode="0%">
                  <c:v>0.11019067407762599</c:v>
                </c:pt>
                <c:pt idx="41" formatCode="0%">
                  <c:v>5.6736592909159528E-2</c:v>
                </c:pt>
                <c:pt idx="43" formatCode="0%">
                  <c:v>0.10123277637280592</c:v>
                </c:pt>
                <c:pt idx="44" formatCode="0%">
                  <c:v>0.7219526975329299</c:v>
                </c:pt>
                <c:pt idx="46" formatCode="0%">
                  <c:v>3.3737752642434275E-2</c:v>
                </c:pt>
                <c:pt idx="47" formatCode="0%">
                  <c:v>3.7547898608585574E-2</c:v>
                </c:pt>
                <c:pt idx="48" formatCode="0%">
                  <c:v>0.44625931971325838</c:v>
                </c:pt>
                <c:pt idx="49" formatCode="0%">
                  <c:v>0.93401091715635776</c:v>
                </c:pt>
                <c:pt idx="51" formatCode="0%">
                  <c:v>0.92325374138052196</c:v>
                </c:pt>
                <c:pt idx="52" formatCode="0%">
                  <c:v>0.71956735908031588</c:v>
                </c:pt>
                <c:pt idx="53" formatCode="0%">
                  <c:v>0.35841129621183093</c:v>
                </c:pt>
                <c:pt idx="54" formatCode="0%">
                  <c:v>6.3292949439952007E-2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56752"/>
        <c:axId val="382768512"/>
      </c:barChart>
      <c:catAx>
        <c:axId val="382756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68512"/>
        <c:crosses val="autoZero"/>
        <c:auto val="1"/>
        <c:lblAlgn val="ctr"/>
        <c:lblOffset val="100"/>
        <c:noMultiLvlLbl val="0"/>
      </c:catAx>
      <c:valAx>
        <c:axId val="38276851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56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7.1816917040821271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10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Sheet1!$B$340</c:f>
              <c:strCache>
                <c:ptCount val="1"/>
                <c:pt idx="0">
                  <c:v>Muy bien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Sheet1!$C$339:$BE$339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Sheet1!$C$340:$BE$340</c:f>
              <c:numCache>
                <c:formatCode>General</c:formatCode>
                <c:ptCount val="55"/>
                <c:pt idx="0" formatCode="0%">
                  <c:v>0.11761796855896382</c:v>
                </c:pt>
                <c:pt idx="2" formatCode="0%">
                  <c:v>8.4757775191505957E-2</c:v>
                </c:pt>
                <c:pt idx="3" formatCode="0%">
                  <c:v>0.15012695917011831</c:v>
                </c:pt>
                <c:pt idx="5" formatCode="0%">
                  <c:v>0.1290512124357133</c:v>
                </c:pt>
                <c:pt idx="6" formatCode="0%">
                  <c:v>0.15636789895507119</c:v>
                </c:pt>
                <c:pt idx="7" formatCode="0%">
                  <c:v>0.12457580741395642</c:v>
                </c:pt>
                <c:pt idx="8" formatCode="0%">
                  <c:v>5.6694916960413497E-2</c:v>
                </c:pt>
                <c:pt idx="10" formatCode="0%">
                  <c:v>9.9648417933416375E-2</c:v>
                </c:pt>
                <c:pt idx="11" formatCode="0%">
                  <c:v>8.3737732471588111E-2</c:v>
                </c:pt>
                <c:pt idx="12" formatCode="0%">
                  <c:v>0.17040060461865611</c:v>
                </c:pt>
                <c:pt idx="14" formatCode="0%">
                  <c:v>9.487721350636337E-2</c:v>
                </c:pt>
                <c:pt idx="15" formatCode="0%">
                  <c:v>0.12325803793658836</c:v>
                </c:pt>
                <c:pt idx="16" formatCode="0%">
                  <c:v>0.13862849217515796</c:v>
                </c:pt>
                <c:pt idx="17" formatCode="0%">
                  <c:v>5.6124933355379533E-2</c:v>
                </c:pt>
                <c:pt idx="19" formatCode="0%">
                  <c:v>9.729042374323274E-2</c:v>
                </c:pt>
                <c:pt idx="20" formatCode="0%">
                  <c:v>0.1486832056409543</c:v>
                </c:pt>
                <c:pt idx="22" formatCode="0%">
                  <c:v>2.3087358281009829E-2</c:v>
                </c:pt>
                <c:pt idx="23" formatCode="0%">
                  <c:v>8.7773602663326553E-2</c:v>
                </c:pt>
                <c:pt idx="24" formatCode="0%">
                  <c:v>0.16183682717834658</c:v>
                </c:pt>
                <c:pt idx="25" formatCode="0%">
                  <c:v>0.10857870864791364</c:v>
                </c:pt>
                <c:pt idx="27" formatCode="0%">
                  <c:v>8.3482002122810511E-2</c:v>
                </c:pt>
                <c:pt idx="28" formatCode="0%">
                  <c:v>7.6975598017191435E-2</c:v>
                </c:pt>
                <c:pt idx="29" formatCode="0%">
                  <c:v>0.12631088767139942</c:v>
                </c:pt>
                <c:pt idx="31" formatCode="0%">
                  <c:v>5.5604405166450724E-2</c:v>
                </c:pt>
                <c:pt idx="32" formatCode="0%">
                  <c:v>3.5636715395471905E-4</c:v>
                </c:pt>
                <c:pt idx="33" formatCode="0%">
                  <c:v>7.8289509342352459E-4</c:v>
                </c:pt>
                <c:pt idx="34" formatCode="0%">
                  <c:v>0.20377779781098163</c:v>
                </c:pt>
                <c:pt idx="35" formatCode="0%">
                  <c:v>0</c:v>
                </c:pt>
                <c:pt idx="36" formatCode="0%">
                  <c:v>0.32734485501800942</c:v>
                </c:pt>
                <c:pt idx="38" formatCode="0%">
                  <c:v>0.1343377138782354</c:v>
                </c:pt>
                <c:pt idx="39" formatCode="0%">
                  <c:v>4.1247288099230131E-2</c:v>
                </c:pt>
                <c:pt idx="40" formatCode="0%">
                  <c:v>0.25085043097381327</c:v>
                </c:pt>
                <c:pt idx="41" formatCode="0%">
                  <c:v>0.10779094167041445</c:v>
                </c:pt>
                <c:pt idx="43" formatCode="0%">
                  <c:v>0.17346736973103416</c:v>
                </c:pt>
                <c:pt idx="44" formatCode="0%">
                  <c:v>6.7196358006734735E-2</c:v>
                </c:pt>
                <c:pt idx="46" formatCode="0%">
                  <c:v>0.35702418227546495</c:v>
                </c:pt>
                <c:pt idx="47" formatCode="0%">
                  <c:v>4.2578858440229739E-2</c:v>
                </c:pt>
                <c:pt idx="48" formatCode="0%">
                  <c:v>6.7503828290782858E-2</c:v>
                </c:pt>
                <c:pt idx="49" formatCode="0%">
                  <c:v>1.5769397130422922E-4</c:v>
                </c:pt>
                <c:pt idx="51" formatCode="0%">
                  <c:v>5.9914073244706448E-2</c:v>
                </c:pt>
                <c:pt idx="52" formatCode="0%">
                  <c:v>1.0396211420355598E-2</c:v>
                </c:pt>
                <c:pt idx="53" formatCode="0%">
                  <c:v>3.822514289018681E-2</c:v>
                </c:pt>
                <c:pt idx="54" formatCode="0%">
                  <c:v>0.20765277612712402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Sheet1!$B$341</c:f>
              <c:strCache>
                <c:ptCount val="1"/>
                <c:pt idx="0">
                  <c:v>Bien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Sheet1!$C$339:$BE$339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Sheet1!$C$341:$BE$341</c:f>
              <c:numCache>
                <c:formatCode>General</c:formatCode>
                <c:ptCount val="55"/>
                <c:pt idx="0" formatCode="0%">
                  <c:v>0.16646628341166006</c:v>
                </c:pt>
                <c:pt idx="2" formatCode="0%">
                  <c:v>0.13897189428759946</c:v>
                </c:pt>
                <c:pt idx="3" formatCode="0%">
                  <c:v>0.19366684443230389</c:v>
                </c:pt>
                <c:pt idx="5" formatCode="0%">
                  <c:v>0.1082336568971743</c:v>
                </c:pt>
                <c:pt idx="6" formatCode="0%">
                  <c:v>0.23710514360354615</c:v>
                </c:pt>
                <c:pt idx="7" formatCode="0%">
                  <c:v>0.16437830487492422</c:v>
                </c:pt>
                <c:pt idx="8" formatCode="0%">
                  <c:v>0.14333124289947577</c:v>
                </c:pt>
                <c:pt idx="10" formatCode="0%">
                  <c:v>0.23424127843871217</c:v>
                </c:pt>
                <c:pt idx="11" formatCode="0%">
                  <c:v>9.1648756409133919E-2</c:v>
                </c:pt>
                <c:pt idx="12" formatCode="0%">
                  <c:v>0.19934025755381174</c:v>
                </c:pt>
                <c:pt idx="14" formatCode="0%">
                  <c:v>0.14137625315475044</c:v>
                </c:pt>
                <c:pt idx="15" formatCode="0%">
                  <c:v>0.15792358069593243</c:v>
                </c:pt>
                <c:pt idx="16" formatCode="0%">
                  <c:v>0.19916042072724477</c:v>
                </c:pt>
                <c:pt idx="17" formatCode="0%">
                  <c:v>0.17459717839429231</c:v>
                </c:pt>
                <c:pt idx="19" formatCode="0%">
                  <c:v>0.14974474390921272</c:v>
                </c:pt>
                <c:pt idx="20" formatCode="0%">
                  <c:v>0.19202070199630866</c:v>
                </c:pt>
                <c:pt idx="22" formatCode="0%">
                  <c:v>0.22041905452374069</c:v>
                </c:pt>
                <c:pt idx="23" formatCode="0%">
                  <c:v>9.9841891993822068E-2</c:v>
                </c:pt>
                <c:pt idx="24" formatCode="0%">
                  <c:v>0.23105960167134365</c:v>
                </c:pt>
                <c:pt idx="25" formatCode="0%">
                  <c:v>0.19367834680474388</c:v>
                </c:pt>
                <c:pt idx="27" formatCode="0%">
                  <c:v>0.14745734942390945</c:v>
                </c:pt>
                <c:pt idx="28" formatCode="0%">
                  <c:v>0.19164158087243247</c:v>
                </c:pt>
                <c:pt idx="29" formatCode="0%">
                  <c:v>0.20332250887027206</c:v>
                </c:pt>
                <c:pt idx="31" formatCode="0%">
                  <c:v>0.18138224329843314</c:v>
                </c:pt>
                <c:pt idx="32" formatCode="0%">
                  <c:v>8.3189737338844841E-2</c:v>
                </c:pt>
                <c:pt idx="33" formatCode="0%">
                  <c:v>1.4117264032986555E-2</c:v>
                </c:pt>
                <c:pt idx="34" formatCode="0%">
                  <c:v>8.6659104274392704E-2</c:v>
                </c:pt>
                <c:pt idx="35" formatCode="0%">
                  <c:v>0.44074815487906316</c:v>
                </c:pt>
                <c:pt idx="36" formatCode="0%">
                  <c:v>0.31953872672315531</c:v>
                </c:pt>
                <c:pt idx="38" formatCode="0%">
                  <c:v>2.7446370125988981E-2</c:v>
                </c:pt>
                <c:pt idx="39" formatCode="0%">
                  <c:v>7.9753565505222321E-2</c:v>
                </c:pt>
                <c:pt idx="40" formatCode="0%">
                  <c:v>0.29716514259412263</c:v>
                </c:pt>
                <c:pt idx="41" formatCode="0%">
                  <c:v>0.35113538535008115</c:v>
                </c:pt>
                <c:pt idx="43" formatCode="0%">
                  <c:v>0.27924816297514182</c:v>
                </c:pt>
                <c:pt idx="44" formatCode="0%">
                  <c:v>9.1061593362819271E-2</c:v>
                </c:pt>
                <c:pt idx="46" formatCode="0%">
                  <c:v>0.35490368563677571</c:v>
                </c:pt>
                <c:pt idx="47" formatCode="0%">
                  <c:v>0.21132029955799625</c:v>
                </c:pt>
                <c:pt idx="48" formatCode="0%">
                  <c:v>9.110642667499827E-2</c:v>
                </c:pt>
                <c:pt idx="49" formatCode="0%">
                  <c:v>1.5005076384094908E-2</c:v>
                </c:pt>
                <c:pt idx="51" formatCode="0%">
                  <c:v>3.377362462119033E-2</c:v>
                </c:pt>
                <c:pt idx="52" formatCode="0%">
                  <c:v>6.3626675865503413E-2</c:v>
                </c:pt>
                <c:pt idx="53" formatCode="0%">
                  <c:v>7.3259067941491091E-2</c:v>
                </c:pt>
                <c:pt idx="54" formatCode="0%">
                  <c:v>0.28760837619737722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Sheet1!$B$342</c:f>
              <c:strCache>
                <c:ptCount val="1"/>
                <c:pt idx="0">
                  <c:v>Mal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Sheet1!$C$339:$BE$339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Sheet1!$C$342:$BE$342</c:f>
              <c:numCache>
                <c:formatCode>General</c:formatCode>
                <c:ptCount val="55"/>
                <c:pt idx="0" formatCode="0%">
                  <c:v>0.14133337770031837</c:v>
                </c:pt>
                <c:pt idx="2" formatCode="0%">
                  <c:v>0.14324487875724712</c:v>
                </c:pt>
                <c:pt idx="3" formatCode="0%">
                  <c:v>0.13944232715422442</c:v>
                </c:pt>
                <c:pt idx="5" formatCode="0%">
                  <c:v>7.7954322621903605E-2</c:v>
                </c:pt>
                <c:pt idx="6" formatCode="0%">
                  <c:v>0.17177613940377212</c:v>
                </c:pt>
                <c:pt idx="7" formatCode="0%">
                  <c:v>0.16645225146424911</c:v>
                </c:pt>
                <c:pt idx="8" formatCode="0%">
                  <c:v>0.13883871561036018</c:v>
                </c:pt>
                <c:pt idx="10" formatCode="0%">
                  <c:v>0.11193112555379155</c:v>
                </c:pt>
                <c:pt idx="11" formatCode="0%">
                  <c:v>0.16827163209982415</c:v>
                </c:pt>
                <c:pt idx="12" formatCode="0%">
                  <c:v>0.13339067485191772</c:v>
                </c:pt>
                <c:pt idx="14" formatCode="0%">
                  <c:v>0.14561896726191395</c:v>
                </c:pt>
                <c:pt idx="15" formatCode="0%">
                  <c:v>0.12593975649332578</c:v>
                </c:pt>
                <c:pt idx="16" formatCode="0%">
                  <c:v>0.16351164839237925</c:v>
                </c:pt>
                <c:pt idx="17" formatCode="0%">
                  <c:v>0.11542390550684317</c:v>
                </c:pt>
                <c:pt idx="19" formatCode="0%">
                  <c:v>0.15618350053402913</c:v>
                </c:pt>
                <c:pt idx="20" formatCode="0%">
                  <c:v>0.11863892095663463</c:v>
                </c:pt>
                <c:pt idx="22" formatCode="0%">
                  <c:v>0.11214454458536327</c:v>
                </c:pt>
                <c:pt idx="23" formatCode="0%">
                  <c:v>0.18857896230837329</c:v>
                </c:pt>
                <c:pt idx="24" formatCode="0%">
                  <c:v>8.9984695052332725E-2</c:v>
                </c:pt>
                <c:pt idx="25" formatCode="0%">
                  <c:v>0.13551074391804327</c:v>
                </c:pt>
                <c:pt idx="27" formatCode="0%">
                  <c:v>0.16702996326938677</c:v>
                </c:pt>
                <c:pt idx="28" formatCode="0%">
                  <c:v>0.12017497463475887</c:v>
                </c:pt>
                <c:pt idx="29" formatCode="0%">
                  <c:v>0.12270668579758004</c:v>
                </c:pt>
                <c:pt idx="31" formatCode="0%">
                  <c:v>0.22767787746236301</c:v>
                </c:pt>
                <c:pt idx="32" formatCode="0%">
                  <c:v>4.6676210257431558E-2</c:v>
                </c:pt>
                <c:pt idx="33" formatCode="0%">
                  <c:v>5.3490238217703573E-2</c:v>
                </c:pt>
                <c:pt idx="34" formatCode="0%">
                  <c:v>0.22892881583628316</c:v>
                </c:pt>
                <c:pt idx="35" formatCode="0%">
                  <c:v>5.411268765941004E-2</c:v>
                </c:pt>
                <c:pt idx="36" formatCode="0%">
                  <c:v>0.16476401588471914</c:v>
                </c:pt>
                <c:pt idx="38" formatCode="0%">
                  <c:v>9.6909097147196158E-2</c:v>
                </c:pt>
                <c:pt idx="39" formatCode="0%">
                  <c:v>8.9452167683348432E-2</c:v>
                </c:pt>
                <c:pt idx="40" formatCode="0%">
                  <c:v>0.13951221850645229</c:v>
                </c:pt>
                <c:pt idx="41" formatCode="0%">
                  <c:v>0.32591379111359553</c:v>
                </c:pt>
                <c:pt idx="43" formatCode="0%">
                  <c:v>0.21519007201600396</c:v>
                </c:pt>
                <c:pt idx="44" formatCode="0%">
                  <c:v>7.720808914192169E-2</c:v>
                </c:pt>
                <c:pt idx="46" formatCode="0%">
                  <c:v>0.17161931577867343</c:v>
                </c:pt>
                <c:pt idx="47" formatCode="0%">
                  <c:v>0.24225809991683991</c:v>
                </c:pt>
                <c:pt idx="48" formatCode="0%">
                  <c:v>0.16095833784768182</c:v>
                </c:pt>
                <c:pt idx="49" formatCode="0%">
                  <c:v>4.5748303070155226E-2</c:v>
                </c:pt>
                <c:pt idx="51" formatCode="0%">
                  <c:v>2.6700741997169795E-2</c:v>
                </c:pt>
                <c:pt idx="52" formatCode="0%">
                  <c:v>7.9571031278138526E-2</c:v>
                </c:pt>
                <c:pt idx="53" formatCode="0%">
                  <c:v>0.28847051780989624</c:v>
                </c:pt>
                <c:pt idx="54" formatCode="0%">
                  <c:v>0.1750821595906186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Sheet1!$B$343</c:f>
              <c:strCache>
                <c:ptCount val="1"/>
                <c:pt idx="0">
                  <c:v>Muy mal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Sheet1!$C$339:$BE$339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Sheet1!$C$343:$BE$343</c:f>
              <c:numCache>
                <c:formatCode>General</c:formatCode>
                <c:ptCount val="55"/>
                <c:pt idx="0" formatCode="0%">
                  <c:v>0.43986136659886094</c:v>
                </c:pt>
                <c:pt idx="2" formatCode="0%">
                  <c:v>0.48613097880085687</c:v>
                </c:pt>
                <c:pt idx="3" formatCode="0%">
                  <c:v>0.39408622218035094</c:v>
                </c:pt>
                <c:pt idx="5" formatCode="0%">
                  <c:v>0.54187350316000005</c:v>
                </c:pt>
                <c:pt idx="6" formatCode="0%">
                  <c:v>0.29234989550693852</c:v>
                </c:pt>
                <c:pt idx="7" formatCode="0%">
                  <c:v>0.42779807318151652</c:v>
                </c:pt>
                <c:pt idx="8" formatCode="0%">
                  <c:v>0.52346056161189813</c:v>
                </c:pt>
                <c:pt idx="10" formatCode="0%">
                  <c:v>0.445122225073872</c:v>
                </c:pt>
                <c:pt idx="11" formatCode="0%">
                  <c:v>0.48713112331644109</c:v>
                </c:pt>
                <c:pt idx="12" formatCode="0%">
                  <c:v>0.38164684621901812</c:v>
                </c:pt>
                <c:pt idx="14" formatCode="0%">
                  <c:v>0.51255623355857882</c:v>
                </c:pt>
                <c:pt idx="15" formatCode="0%">
                  <c:v>0.42036233315998395</c:v>
                </c:pt>
                <c:pt idx="16" formatCode="0%">
                  <c:v>0.38590524023242767</c:v>
                </c:pt>
                <c:pt idx="17" formatCode="0%">
                  <c:v>0.5589087281927525</c:v>
                </c:pt>
                <c:pt idx="19" formatCode="0%">
                  <c:v>0.44177075448253594</c:v>
                </c:pt>
                <c:pt idx="20" formatCode="0%">
                  <c:v>0.43694337587122972</c:v>
                </c:pt>
                <c:pt idx="22" formatCode="0%">
                  <c:v>0.45466141884365358</c:v>
                </c:pt>
                <c:pt idx="23" formatCode="0%">
                  <c:v>0.43052498118852028</c:v>
                </c:pt>
                <c:pt idx="24" formatCode="0%">
                  <c:v>0.43028988890064407</c:v>
                </c:pt>
                <c:pt idx="25" formatCode="0%">
                  <c:v>0.46023497237304184</c:v>
                </c:pt>
                <c:pt idx="27" formatCode="0%">
                  <c:v>0.44543502120492273</c:v>
                </c:pt>
                <c:pt idx="28" formatCode="0%">
                  <c:v>0.42343407060953081</c:v>
                </c:pt>
                <c:pt idx="29" formatCode="0%">
                  <c:v>0.46945300406741647</c:v>
                </c:pt>
                <c:pt idx="31" formatCode="0%">
                  <c:v>0.24248141051536576</c:v>
                </c:pt>
                <c:pt idx="32" formatCode="0%">
                  <c:v>0.86139327287448464</c:v>
                </c:pt>
                <c:pt idx="33" formatCode="0%">
                  <c:v>0.90891816620075416</c:v>
                </c:pt>
                <c:pt idx="34" formatCode="0%">
                  <c:v>0.43116523391707562</c:v>
                </c:pt>
                <c:pt idx="35" formatCode="0%">
                  <c:v>0.44452433359169896</c:v>
                </c:pt>
                <c:pt idx="36" formatCode="0%">
                  <c:v>9.9004617316514207E-2</c:v>
                </c:pt>
                <c:pt idx="38" formatCode="0%">
                  <c:v>0.58326736580865657</c:v>
                </c:pt>
                <c:pt idx="39" formatCode="0%">
                  <c:v>0.74260151216840131</c:v>
                </c:pt>
                <c:pt idx="40" formatCode="0%">
                  <c:v>0.18913217886561459</c:v>
                </c:pt>
                <c:pt idx="41" formatCode="0%">
                  <c:v>0.12317773565373664</c:v>
                </c:pt>
                <c:pt idx="43" formatCode="0%">
                  <c:v>0.191974001734076</c:v>
                </c:pt>
                <c:pt idx="44" formatCode="0%">
                  <c:v>0.73504956520220144</c:v>
                </c:pt>
                <c:pt idx="46" formatCode="0%">
                  <c:v>1.1707962773834079E-2</c:v>
                </c:pt>
                <c:pt idx="47" formatCode="0%">
                  <c:v>0.21744670339061817</c:v>
                </c:pt>
                <c:pt idx="48" formatCode="0%">
                  <c:v>0.58404116129163564</c:v>
                </c:pt>
                <c:pt idx="49" formatCode="0%">
                  <c:v>0.92065169717532347</c:v>
                </c:pt>
                <c:pt idx="51" formatCode="0%">
                  <c:v>0.86977120123717822</c:v>
                </c:pt>
                <c:pt idx="52" formatCode="0%">
                  <c:v>0.80540204082987832</c:v>
                </c:pt>
                <c:pt idx="53" formatCode="0%">
                  <c:v>0.39713497072519066</c:v>
                </c:pt>
                <c:pt idx="54" formatCode="0%">
                  <c:v>0.13211561662893628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Sheet1!$B$344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Sheet1!$C$339:$BE$339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Sheet1!$C$344:$BE$344</c:f>
              <c:numCache>
                <c:formatCode>General</c:formatCode>
                <c:ptCount val="55"/>
                <c:pt idx="0" formatCode="0%">
                  <c:v>0.13472100373019719</c:v>
                </c:pt>
                <c:pt idx="2" formatCode="0%">
                  <c:v>0.14689447296279165</c:v>
                </c:pt>
                <c:pt idx="3" formatCode="0%">
                  <c:v>0.12267764706300134</c:v>
                </c:pt>
                <c:pt idx="5" formatCode="0%">
                  <c:v>0.14288730488520893</c:v>
                </c:pt>
                <c:pt idx="6" formatCode="0%">
                  <c:v>0.14240092253067174</c:v>
                </c:pt>
                <c:pt idx="7" formatCode="0%">
                  <c:v>0.11679556306535271</c:v>
                </c:pt>
                <c:pt idx="8" formatCode="0%">
                  <c:v>0.13767456291785155</c:v>
                </c:pt>
                <c:pt idx="10" formatCode="0%">
                  <c:v>0.10905695300020712</c:v>
                </c:pt>
                <c:pt idx="11" formatCode="0%">
                  <c:v>0.16921075570301206</c:v>
                </c:pt>
                <c:pt idx="12" formatCode="0%">
                  <c:v>0.11522161675659573</c:v>
                </c:pt>
                <c:pt idx="14" formatCode="0%">
                  <c:v>0.10557133251839267</c:v>
                </c:pt>
                <c:pt idx="15" formatCode="0%">
                  <c:v>0.17251629171416866</c:v>
                </c:pt>
                <c:pt idx="16" formatCode="0%">
                  <c:v>0.11279419847279008</c:v>
                </c:pt>
                <c:pt idx="17" formatCode="0%">
                  <c:v>9.494525455073273E-2</c:v>
                </c:pt>
                <c:pt idx="19" formatCode="0%">
                  <c:v>0.15501057733099133</c:v>
                </c:pt>
                <c:pt idx="20" formatCode="0%">
                  <c:v>0.10371379553487264</c:v>
                </c:pt>
                <c:pt idx="22" formatCode="0%">
                  <c:v>0.18968762376623244</c:v>
                </c:pt>
                <c:pt idx="23" formatCode="0%">
                  <c:v>0.19328056184595746</c:v>
                </c:pt>
                <c:pt idx="24" formatCode="0%">
                  <c:v>8.6828987197332619E-2</c:v>
                </c:pt>
                <c:pt idx="25" formatCode="0%">
                  <c:v>0.1019972282562573</c:v>
                </c:pt>
                <c:pt idx="27" formatCode="0%">
                  <c:v>0.15659566397897021</c:v>
                </c:pt>
                <c:pt idx="28" formatCode="0%">
                  <c:v>0.18777377586608593</c:v>
                </c:pt>
                <c:pt idx="29" formatCode="0%">
                  <c:v>7.8206913593331789E-2</c:v>
                </c:pt>
                <c:pt idx="31" formatCode="0%">
                  <c:v>0.2928540635573873</c:v>
                </c:pt>
                <c:pt idx="32" formatCode="0%">
                  <c:v>8.3844123752842854E-3</c:v>
                </c:pt>
                <c:pt idx="33" formatCode="0%">
                  <c:v>2.2691436455132032E-2</c:v>
                </c:pt>
                <c:pt idx="34" formatCode="0%">
                  <c:v>4.9469048161266252E-2</c:v>
                </c:pt>
                <c:pt idx="35" formatCode="0%">
                  <c:v>6.0614823869827722E-2</c:v>
                </c:pt>
                <c:pt idx="36" formatCode="0%">
                  <c:v>8.9347785057601659E-2</c:v>
                </c:pt>
                <c:pt idx="38" formatCode="0%">
                  <c:v>0.15803945303992253</c:v>
                </c:pt>
                <c:pt idx="39" formatCode="0%">
                  <c:v>4.694546654379754E-2</c:v>
                </c:pt>
                <c:pt idx="40" formatCode="0%">
                  <c:v>0.12334002905999615</c:v>
                </c:pt>
                <c:pt idx="41" formatCode="0%">
                  <c:v>9.1982146212172308E-2</c:v>
                </c:pt>
                <c:pt idx="43" formatCode="0%">
                  <c:v>0.14012039354374375</c:v>
                </c:pt>
                <c:pt idx="44" formatCode="0%">
                  <c:v>2.9484394286323403E-2</c:v>
                </c:pt>
                <c:pt idx="46" formatCode="0%">
                  <c:v>0.10474485353525134</c:v>
                </c:pt>
                <c:pt idx="47" formatCode="0%">
                  <c:v>0.28639603869431546</c:v>
                </c:pt>
                <c:pt idx="48" formatCode="0%">
                  <c:v>9.6390245894901541E-2</c:v>
                </c:pt>
                <c:pt idx="49" formatCode="0%">
                  <c:v>1.8437229399121985E-2</c:v>
                </c:pt>
                <c:pt idx="51" formatCode="0%">
                  <c:v>9.8403588997557009E-3</c:v>
                </c:pt>
                <c:pt idx="52" formatCode="0%">
                  <c:v>4.1004040606124219E-2</c:v>
                </c:pt>
                <c:pt idx="53" formatCode="0%">
                  <c:v>0.20291030063323526</c:v>
                </c:pt>
                <c:pt idx="54" formatCode="0%">
                  <c:v>0.19754107145594307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64592"/>
        <c:axId val="382766552"/>
      </c:barChart>
      <c:catAx>
        <c:axId val="382764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66552"/>
        <c:crosses val="autoZero"/>
        <c:auto val="1"/>
        <c:lblAlgn val="ctr"/>
        <c:lblOffset val="100"/>
        <c:noMultiLvlLbl val="0"/>
      </c:catAx>
      <c:valAx>
        <c:axId val="38276655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64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1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Sheet1!$B$347</c:f>
              <c:strCache>
                <c:ptCount val="1"/>
                <c:pt idx="0">
                  <c:v>Muy bien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Sheet1!$C$346:$BE$346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Sheet1!$C$347:$BE$347</c:f>
              <c:numCache>
                <c:formatCode>General</c:formatCode>
                <c:ptCount val="55"/>
                <c:pt idx="0" formatCode="0%">
                  <c:v>0.11374611081871774</c:v>
                </c:pt>
                <c:pt idx="2" formatCode="0%">
                  <c:v>0.12673147603035981</c:v>
                </c:pt>
                <c:pt idx="3" formatCode="0%">
                  <c:v>0.10034152620453686</c:v>
                </c:pt>
                <c:pt idx="5" formatCode="0%">
                  <c:v>8.4039438699764962E-2</c:v>
                </c:pt>
                <c:pt idx="6" formatCode="0%">
                  <c:v>0.23851082297457066</c:v>
                </c:pt>
                <c:pt idx="7" formatCode="0%">
                  <c:v>5.5436024663813956E-2</c:v>
                </c:pt>
                <c:pt idx="8" formatCode="0%">
                  <c:v>6.7895068732687511E-2</c:v>
                </c:pt>
                <c:pt idx="10" formatCode="0%">
                  <c:v>0.14428170777734897</c:v>
                </c:pt>
                <c:pt idx="11" formatCode="0%">
                  <c:v>7.2491437473068507E-2</c:v>
                </c:pt>
                <c:pt idx="12" formatCode="0%">
                  <c:v>0.13531273614525696</c:v>
                </c:pt>
                <c:pt idx="14" formatCode="0%">
                  <c:v>0.19305189901680517</c:v>
                </c:pt>
                <c:pt idx="15" formatCode="0%">
                  <c:v>0.10490192376590821</c:v>
                </c:pt>
                <c:pt idx="16" formatCode="0%">
                  <c:v>8.0019948754326525E-2</c:v>
                </c:pt>
                <c:pt idx="17" formatCode="0%">
                  <c:v>2.9108740962973771E-3</c:v>
                </c:pt>
                <c:pt idx="19" formatCode="0%">
                  <c:v>7.8939414334805114E-2</c:v>
                </c:pt>
                <c:pt idx="20" formatCode="0%">
                  <c:v>0.16452107638169508</c:v>
                </c:pt>
                <c:pt idx="22" formatCode="0%">
                  <c:v>1.4463983024136316E-2</c:v>
                </c:pt>
                <c:pt idx="23" formatCode="0%">
                  <c:v>0.11775347874524483</c:v>
                </c:pt>
                <c:pt idx="24" formatCode="0%">
                  <c:v>0.16057512032154458</c:v>
                </c:pt>
                <c:pt idx="25" formatCode="0%">
                  <c:v>0.10398181217530889</c:v>
                </c:pt>
                <c:pt idx="27" formatCode="0%">
                  <c:v>5.201495950320343E-2</c:v>
                </c:pt>
                <c:pt idx="28" formatCode="0%">
                  <c:v>0.11613848605597113</c:v>
                </c:pt>
                <c:pt idx="29" formatCode="0%">
                  <c:v>0.14025344614438154</c:v>
                </c:pt>
                <c:pt idx="31" formatCode="0%">
                  <c:v>0.10785545450587004</c:v>
                </c:pt>
                <c:pt idx="32" formatCode="0%">
                  <c:v>6.2928262929954661E-3</c:v>
                </c:pt>
                <c:pt idx="33" formatCode="0%">
                  <c:v>7.8289509342352459E-4</c:v>
                </c:pt>
                <c:pt idx="34" formatCode="0%">
                  <c:v>3.7585238023275708E-2</c:v>
                </c:pt>
                <c:pt idx="35" formatCode="0%">
                  <c:v>0</c:v>
                </c:pt>
                <c:pt idx="36" formatCode="0%">
                  <c:v>0.2958284288971148</c:v>
                </c:pt>
                <c:pt idx="38" formatCode="0%">
                  <c:v>6.6531132278680417E-3</c:v>
                </c:pt>
                <c:pt idx="39" formatCode="0%">
                  <c:v>6.6573655097532713E-2</c:v>
                </c:pt>
                <c:pt idx="40" formatCode="0%">
                  <c:v>0.23348055367901716</c:v>
                </c:pt>
                <c:pt idx="41" formatCode="0%">
                  <c:v>0.13872640890460269</c:v>
                </c:pt>
                <c:pt idx="43" formatCode="0%">
                  <c:v>0.16489963253739601</c:v>
                </c:pt>
                <c:pt idx="44" formatCode="0%">
                  <c:v>8.6770614525063752E-2</c:v>
                </c:pt>
                <c:pt idx="46" formatCode="0%">
                  <c:v>0.31648118483007631</c:v>
                </c:pt>
                <c:pt idx="47" formatCode="0%">
                  <c:v>8.8272668903193963E-2</c:v>
                </c:pt>
                <c:pt idx="48" formatCode="0%">
                  <c:v>0</c:v>
                </c:pt>
                <c:pt idx="49" formatCode="0%">
                  <c:v>3.8408206230179536E-3</c:v>
                </c:pt>
                <c:pt idx="51" formatCode="0%">
                  <c:v>4.8288015571918324E-3</c:v>
                </c:pt>
                <c:pt idx="52" formatCode="0%">
                  <c:v>5.9524084045809757E-3</c:v>
                </c:pt>
                <c:pt idx="53" formatCode="0%">
                  <c:v>5.5013722758933702E-2</c:v>
                </c:pt>
                <c:pt idx="54" formatCode="0%">
                  <c:v>0.21722867122544623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Sheet1!$B$348</c:f>
              <c:strCache>
                <c:ptCount val="1"/>
                <c:pt idx="0">
                  <c:v>Bien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Sheet1!$C$346:$BE$346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Sheet1!$C$348:$BE$348</c:f>
              <c:numCache>
                <c:formatCode>General</c:formatCode>
                <c:ptCount val="55"/>
                <c:pt idx="0" formatCode="0%">
                  <c:v>0.19240881458057005</c:v>
                </c:pt>
                <c:pt idx="2" formatCode="0%">
                  <c:v>0.15780643905573694</c:v>
                </c:pt>
                <c:pt idx="3" formatCode="0%">
                  <c:v>0.22812830145312696</c:v>
                </c:pt>
                <c:pt idx="5" formatCode="0%">
                  <c:v>8.1531472023568252E-2</c:v>
                </c:pt>
                <c:pt idx="6" formatCode="0%">
                  <c:v>0.23265130729059727</c:v>
                </c:pt>
                <c:pt idx="7" formatCode="0%">
                  <c:v>0.28338982795402784</c:v>
                </c:pt>
                <c:pt idx="8" formatCode="0%">
                  <c:v>0.15072298199529652</c:v>
                </c:pt>
                <c:pt idx="10" formatCode="0%">
                  <c:v>0.2090985284158329</c:v>
                </c:pt>
                <c:pt idx="11" formatCode="0%">
                  <c:v>0.15772107729977733</c:v>
                </c:pt>
                <c:pt idx="12" formatCode="0%">
                  <c:v>0.21756947319081416</c:v>
                </c:pt>
                <c:pt idx="14" formatCode="0%">
                  <c:v>7.8944523461541238E-2</c:v>
                </c:pt>
                <c:pt idx="15" formatCode="0%">
                  <c:v>0.167872766559479</c:v>
                </c:pt>
                <c:pt idx="16" formatCode="0%">
                  <c:v>0.31683356712204463</c:v>
                </c:pt>
                <c:pt idx="17" formatCode="0%">
                  <c:v>0.18553287326475662</c:v>
                </c:pt>
                <c:pt idx="19" formatCode="0%">
                  <c:v>0.16843116802202832</c:v>
                </c:pt>
                <c:pt idx="20" formatCode="0%">
                  <c:v>0.22738668669359552</c:v>
                </c:pt>
                <c:pt idx="22" formatCode="0%">
                  <c:v>0.26363815622028869</c:v>
                </c:pt>
                <c:pt idx="23" formatCode="0%">
                  <c:v>0.13028460727862962</c:v>
                </c:pt>
                <c:pt idx="24" formatCode="0%">
                  <c:v>0.20853996831059926</c:v>
                </c:pt>
                <c:pt idx="25" formatCode="0%">
                  <c:v>0.24243223345173526</c:v>
                </c:pt>
                <c:pt idx="27" formatCode="0%">
                  <c:v>0.20216583335504978</c:v>
                </c:pt>
                <c:pt idx="28" formatCode="0%">
                  <c:v>0.19703780050884553</c:v>
                </c:pt>
                <c:pt idx="29" formatCode="0%">
                  <c:v>0.2338933218884886</c:v>
                </c:pt>
                <c:pt idx="31" formatCode="0%">
                  <c:v>0.23488768810434479</c:v>
                </c:pt>
                <c:pt idx="32" formatCode="0%">
                  <c:v>1.8449566926085096E-3</c:v>
                </c:pt>
                <c:pt idx="33" formatCode="0%">
                  <c:v>2.7107347005393766E-2</c:v>
                </c:pt>
                <c:pt idx="34" formatCode="0%">
                  <c:v>0.13059959479571273</c:v>
                </c:pt>
                <c:pt idx="35" formatCode="0%">
                  <c:v>0.42122213782988505</c:v>
                </c:pt>
                <c:pt idx="36" formatCode="0%">
                  <c:v>0.43833314672904095</c:v>
                </c:pt>
                <c:pt idx="38" formatCode="0%">
                  <c:v>3.7066336122047301E-2</c:v>
                </c:pt>
                <c:pt idx="39" formatCode="0%">
                  <c:v>3.5419743578537471E-2</c:v>
                </c:pt>
                <c:pt idx="40" formatCode="0%">
                  <c:v>0.38703188003756894</c:v>
                </c:pt>
                <c:pt idx="41" formatCode="0%">
                  <c:v>0.42220104271497033</c:v>
                </c:pt>
                <c:pt idx="43" formatCode="0%">
                  <c:v>0.39835027516769989</c:v>
                </c:pt>
                <c:pt idx="44" formatCode="0%">
                  <c:v>8.0446172755924313E-3</c:v>
                </c:pt>
                <c:pt idx="46" formatCode="0%">
                  <c:v>0.42973273453457955</c:v>
                </c:pt>
                <c:pt idx="47" formatCode="0%">
                  <c:v>0.2934584495694077</c:v>
                </c:pt>
                <c:pt idx="48" formatCode="0%">
                  <c:v>3.2590648534226309E-2</c:v>
                </c:pt>
                <c:pt idx="49" formatCode="0%">
                  <c:v>2.0941031135502438E-4</c:v>
                </c:pt>
                <c:pt idx="51" formatCode="0%">
                  <c:v>1.3995559361594507E-2</c:v>
                </c:pt>
                <c:pt idx="52" formatCode="0%">
                  <c:v>5.6911283125864551E-3</c:v>
                </c:pt>
                <c:pt idx="53" formatCode="0%">
                  <c:v>0.19230649748105905</c:v>
                </c:pt>
                <c:pt idx="54" formatCode="0%">
                  <c:v>0.33345128538219876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Sheet1!$B$349</c:f>
              <c:strCache>
                <c:ptCount val="1"/>
                <c:pt idx="0">
                  <c:v>Mal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Sheet1!$C$346:$BE$346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Sheet1!$C$349:$BE$349</c:f>
              <c:numCache>
                <c:formatCode>General</c:formatCode>
                <c:ptCount val="55"/>
                <c:pt idx="0" formatCode="0%">
                  <c:v>0.14609028485522993</c:v>
                </c:pt>
                <c:pt idx="2" formatCode="0%">
                  <c:v>0.17536726043419054</c:v>
                </c:pt>
                <c:pt idx="3" formatCode="0%">
                  <c:v>0.11586815577433349</c:v>
                </c:pt>
                <c:pt idx="5" formatCode="0%">
                  <c:v>0.15719586961838103</c:v>
                </c:pt>
                <c:pt idx="6" formatCode="0%">
                  <c:v>0.1353340877368393</c:v>
                </c:pt>
                <c:pt idx="7" formatCode="0%">
                  <c:v>0.1332227637579507</c:v>
                </c:pt>
                <c:pt idx="8" formatCode="0%">
                  <c:v>0.16132798990737135</c:v>
                </c:pt>
                <c:pt idx="10" formatCode="0%">
                  <c:v>0.11821330219141485</c:v>
                </c:pt>
                <c:pt idx="11" formatCode="0%">
                  <c:v>0.20271157246098603</c:v>
                </c:pt>
                <c:pt idx="12" formatCode="0%">
                  <c:v>0.10551611020600368</c:v>
                </c:pt>
                <c:pt idx="14" formatCode="0%">
                  <c:v>0.10184053994381977</c:v>
                </c:pt>
                <c:pt idx="15" formatCode="0%">
                  <c:v>0.19022026248868634</c:v>
                </c:pt>
                <c:pt idx="16" formatCode="0%">
                  <c:v>0.12671122307277544</c:v>
                </c:pt>
                <c:pt idx="17" formatCode="0%">
                  <c:v>0.12225236013340894</c:v>
                </c:pt>
                <c:pt idx="19" formatCode="0%">
                  <c:v>0.17784737842890613</c:v>
                </c:pt>
                <c:pt idx="20" formatCode="0%">
                  <c:v>9.9763988611375642E-2</c:v>
                </c:pt>
                <c:pt idx="22" formatCode="0%">
                  <c:v>0.16707082644936913</c:v>
                </c:pt>
                <c:pt idx="23" formatCode="0%">
                  <c:v>0.16653801475413318</c:v>
                </c:pt>
                <c:pt idx="24" formatCode="0%">
                  <c:v>2.2412081135720855E-2</c:v>
                </c:pt>
                <c:pt idx="25" formatCode="0%">
                  <c:v>0.18484891074221974</c:v>
                </c:pt>
                <c:pt idx="27" formatCode="0%">
                  <c:v>0.11335628409586676</c:v>
                </c:pt>
                <c:pt idx="28" formatCode="0%">
                  <c:v>0.15182947620262896</c:v>
                </c:pt>
                <c:pt idx="29" formatCode="0%">
                  <c:v>0.19553400693025619</c:v>
                </c:pt>
                <c:pt idx="31" formatCode="0%">
                  <c:v>0.21306600922055705</c:v>
                </c:pt>
                <c:pt idx="32" formatCode="0%">
                  <c:v>0.14913785407155936</c:v>
                </c:pt>
                <c:pt idx="33" formatCode="0%">
                  <c:v>7.2758914711459427E-2</c:v>
                </c:pt>
                <c:pt idx="34" formatCode="0%">
                  <c:v>0.24142583122878822</c:v>
                </c:pt>
                <c:pt idx="35" formatCode="0%">
                  <c:v>7.9198815515273677E-2</c:v>
                </c:pt>
                <c:pt idx="36" formatCode="0%">
                  <c:v>8.6777944490754461E-2</c:v>
                </c:pt>
                <c:pt idx="38" formatCode="0%">
                  <c:v>4.5548623890764882E-2</c:v>
                </c:pt>
                <c:pt idx="39" formatCode="0%">
                  <c:v>0.13711644232930834</c:v>
                </c:pt>
                <c:pt idx="40" formatCode="0%">
                  <c:v>0.11347928948075152</c:v>
                </c:pt>
                <c:pt idx="41" formatCode="0%">
                  <c:v>0.22920477069314901</c:v>
                </c:pt>
                <c:pt idx="43" formatCode="0%">
                  <c:v>0.15798540425097971</c:v>
                </c:pt>
                <c:pt idx="44" formatCode="0%">
                  <c:v>0.13285622171054123</c:v>
                </c:pt>
                <c:pt idx="46" formatCode="0%">
                  <c:v>8.0861883424818468E-2</c:v>
                </c:pt>
                <c:pt idx="47" formatCode="0%">
                  <c:v>0.27690907971138118</c:v>
                </c:pt>
                <c:pt idx="48" formatCode="0%">
                  <c:v>0.37427364986598077</c:v>
                </c:pt>
                <c:pt idx="49" formatCode="0%">
                  <c:v>2.9073695951486664E-2</c:v>
                </c:pt>
                <c:pt idx="51" formatCode="0%">
                  <c:v>5.0814830914166394E-2</c:v>
                </c:pt>
                <c:pt idx="52" formatCode="0%">
                  <c:v>0.20735651867093235</c:v>
                </c:pt>
                <c:pt idx="53" formatCode="0%">
                  <c:v>0.15702765301733645</c:v>
                </c:pt>
                <c:pt idx="54" formatCode="0%">
                  <c:v>0.15158698216374167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Sheet1!$B$350</c:f>
              <c:strCache>
                <c:ptCount val="1"/>
                <c:pt idx="0">
                  <c:v>Muy mal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Sheet1!$C$346:$BE$346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Sheet1!$C$350:$BE$350</c:f>
              <c:numCache>
                <c:formatCode>General</c:formatCode>
                <c:ptCount val="55"/>
                <c:pt idx="0" formatCode="0%">
                  <c:v>0.42723949401444061</c:v>
                </c:pt>
                <c:pt idx="2" formatCode="0%">
                  <c:v>0.4181695490995444</c:v>
                </c:pt>
                <c:pt idx="3" formatCode="0%">
                  <c:v>0.4366022014866372</c:v>
                </c:pt>
                <c:pt idx="5" formatCode="0%">
                  <c:v>0.4727334338632152</c:v>
                </c:pt>
                <c:pt idx="6" formatCode="0%">
                  <c:v>0.28172218440563207</c:v>
                </c:pt>
                <c:pt idx="7" formatCode="0%">
                  <c:v>0.45873813586767476</c:v>
                </c:pt>
                <c:pt idx="8" formatCode="0%">
                  <c:v>0.50944842977565385</c:v>
                </c:pt>
                <c:pt idx="10" formatCode="0%">
                  <c:v>0.40670911133179338</c:v>
                </c:pt>
                <c:pt idx="11" formatCode="0%">
                  <c:v>0.44998270962936737</c:v>
                </c:pt>
                <c:pt idx="12" formatCode="0%">
                  <c:v>0.41824094385183691</c:v>
                </c:pt>
                <c:pt idx="14" formatCode="0%">
                  <c:v>0.52377904196236647</c:v>
                </c:pt>
                <c:pt idx="15" formatCode="0%">
                  <c:v>0.41548296957309605</c:v>
                </c:pt>
                <c:pt idx="16" formatCode="0%">
                  <c:v>0.3681076250957675</c:v>
                </c:pt>
                <c:pt idx="17" formatCode="0%">
                  <c:v>0.40282520120112897</c:v>
                </c:pt>
                <c:pt idx="19" formatCode="0%">
                  <c:v>0.41875264375994237</c:v>
                </c:pt>
                <c:pt idx="20" formatCode="0%">
                  <c:v>0.43961985678772275</c:v>
                </c:pt>
                <c:pt idx="22" formatCode="0%">
                  <c:v>0.41307616112356965</c:v>
                </c:pt>
                <c:pt idx="23" formatCode="0%">
                  <c:v>0.43793458549270342</c:v>
                </c:pt>
                <c:pt idx="24" formatCode="0%">
                  <c:v>0.43942110034239185</c:v>
                </c:pt>
                <c:pt idx="25" formatCode="0%">
                  <c:v>0.37440061691589394</c:v>
                </c:pt>
                <c:pt idx="27" formatCode="0%">
                  <c:v>0.45340741258244593</c:v>
                </c:pt>
                <c:pt idx="28" formatCode="0%">
                  <c:v>0.38931580303157098</c:v>
                </c:pt>
                <c:pt idx="29" formatCode="0%">
                  <c:v>0.37528045270033977</c:v>
                </c:pt>
                <c:pt idx="31" formatCode="0%">
                  <c:v>0.24929238165972983</c:v>
                </c:pt>
                <c:pt idx="32" formatCode="0%">
                  <c:v>0.82685428588401311</c:v>
                </c:pt>
                <c:pt idx="33" formatCode="0%">
                  <c:v>0.85931417090176065</c:v>
                </c:pt>
                <c:pt idx="34" formatCode="0%">
                  <c:v>0.41830097435078806</c:v>
                </c:pt>
                <c:pt idx="35" formatCode="0%">
                  <c:v>0.44067554212699661</c:v>
                </c:pt>
                <c:pt idx="36" formatCode="0%">
                  <c:v>6.9316198580438457E-2</c:v>
                </c:pt>
                <c:pt idx="38" formatCode="0%">
                  <c:v>0.64793597397318048</c:v>
                </c:pt>
                <c:pt idx="39" formatCode="0%">
                  <c:v>0.72519545244437511</c:v>
                </c:pt>
                <c:pt idx="40" formatCode="0%">
                  <c:v>0.1496229977164375</c:v>
                </c:pt>
                <c:pt idx="41" formatCode="0%">
                  <c:v>0.11941405871950343</c:v>
                </c:pt>
                <c:pt idx="43" formatCode="0%">
                  <c:v>0.18336611531757507</c:v>
                </c:pt>
                <c:pt idx="44" formatCode="0%">
                  <c:v>0.70842807992947754</c:v>
                </c:pt>
                <c:pt idx="46" formatCode="0%">
                  <c:v>1.2017806270813973E-2</c:v>
                </c:pt>
                <c:pt idx="47" formatCode="0%">
                  <c:v>0.15637142527945017</c:v>
                </c:pt>
                <c:pt idx="48" formatCode="0%">
                  <c:v>0.56309309833503363</c:v>
                </c:pt>
                <c:pt idx="49" formatCode="0%">
                  <c:v>0.93645195181078444</c:v>
                </c:pt>
                <c:pt idx="51" formatCode="0%">
                  <c:v>0.9284597783185522</c:v>
                </c:pt>
                <c:pt idx="52" formatCode="0%">
                  <c:v>0.75255599737306755</c:v>
                </c:pt>
                <c:pt idx="53" formatCode="0%">
                  <c:v>0.41341614813451566</c:v>
                </c:pt>
                <c:pt idx="54" formatCode="0%">
                  <c:v>0.12501077121556328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Sheet1!$B$351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Sheet1!$C$346:$BE$346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Sheet1!$C$351:$BE$351</c:f>
              <c:numCache>
                <c:formatCode>General</c:formatCode>
                <c:ptCount val="55"/>
                <c:pt idx="0" formatCode="0%">
                  <c:v>0.12051529573104199</c:v>
                </c:pt>
                <c:pt idx="2" formatCode="0%">
                  <c:v>0.12192527538016927</c:v>
                </c:pt>
                <c:pt idx="3" formatCode="0%">
                  <c:v>0.1190598150813646</c:v>
                </c:pt>
                <c:pt idx="5" formatCode="0%">
                  <c:v>0.20449978579507067</c:v>
                </c:pt>
                <c:pt idx="6" formatCode="0%">
                  <c:v>0.11178159759236043</c:v>
                </c:pt>
                <c:pt idx="7" formatCode="0%">
                  <c:v>6.9213247756531857E-2</c:v>
                </c:pt>
                <c:pt idx="8" formatCode="0%">
                  <c:v>0.11060552958898966</c:v>
                </c:pt>
                <c:pt idx="10" formatCode="0%">
                  <c:v>0.12169735028360927</c:v>
                </c:pt>
                <c:pt idx="11" formatCode="0%">
                  <c:v>0.11709320313680011</c:v>
                </c:pt>
                <c:pt idx="12" formatCode="0%">
                  <c:v>0.1233607366060879</c:v>
                </c:pt>
                <c:pt idx="14" formatCode="0%">
                  <c:v>0.1023839956154665</c:v>
                </c:pt>
                <c:pt idx="15" formatCode="0%">
                  <c:v>0.12152207761282979</c:v>
                </c:pt>
                <c:pt idx="16" formatCode="0%">
                  <c:v>0.10832763595508586</c:v>
                </c:pt>
                <c:pt idx="17" formatCode="0%">
                  <c:v>0.28647869130440817</c:v>
                </c:pt>
                <c:pt idx="19" formatCode="0%">
                  <c:v>0.15602939545431985</c:v>
                </c:pt>
                <c:pt idx="20" formatCode="0%">
                  <c:v>6.8708391525611021E-2</c:v>
                </c:pt>
                <c:pt idx="22" formatCode="0%">
                  <c:v>0.14175087318263577</c:v>
                </c:pt>
                <c:pt idx="23" formatCode="0%">
                  <c:v>0.1474893137292887</c:v>
                </c:pt>
                <c:pt idx="24" formatCode="0%">
                  <c:v>0.16905172988974301</c:v>
                </c:pt>
                <c:pt idx="25" formatCode="0%">
                  <c:v>9.4336426714842367E-2</c:v>
                </c:pt>
                <c:pt idx="27" formatCode="0%">
                  <c:v>0.17905551046343351</c:v>
                </c:pt>
                <c:pt idx="28" formatCode="0%">
                  <c:v>0.1456784342009832</c:v>
                </c:pt>
                <c:pt idx="29" formatCode="0%">
                  <c:v>5.5038772336533891E-2</c:v>
                </c:pt>
                <c:pt idx="31" formatCode="0%">
                  <c:v>0.19489846650949819</c:v>
                </c:pt>
                <c:pt idx="32" formatCode="0%">
                  <c:v>1.587007705882371E-2</c:v>
                </c:pt>
                <c:pt idx="33" formatCode="0%">
                  <c:v>4.0036672287962594E-2</c:v>
                </c:pt>
                <c:pt idx="34" formatCode="0%">
                  <c:v>0.17208836160143481</c:v>
                </c:pt>
                <c:pt idx="35" formatCode="0%">
                  <c:v>5.89035045278445E-2</c:v>
                </c:pt>
                <c:pt idx="36" formatCode="0%">
                  <c:v>0.10974428130265132</c:v>
                </c:pt>
                <c:pt idx="38" formatCode="0%">
                  <c:v>0.26279595278613921</c:v>
                </c:pt>
                <c:pt idx="39" formatCode="0%">
                  <c:v>3.5694706550245973E-2</c:v>
                </c:pt>
                <c:pt idx="40" formatCode="0%">
                  <c:v>0.11638527908622384</c:v>
                </c:pt>
                <c:pt idx="41" formatCode="0%">
                  <c:v>9.0453718967774502E-2</c:v>
                </c:pt>
                <c:pt idx="43" formatCode="0%">
                  <c:v>9.5398572726349024E-2</c:v>
                </c:pt>
                <c:pt idx="44" formatCode="0%">
                  <c:v>6.3900466559325519E-2</c:v>
                </c:pt>
                <c:pt idx="46" formatCode="0%">
                  <c:v>0.16090639093971093</c:v>
                </c:pt>
                <c:pt idx="47" formatCode="0%">
                  <c:v>0.18498837653656636</c:v>
                </c:pt>
                <c:pt idx="48" formatCode="0%">
                  <c:v>3.0042603264759118E-2</c:v>
                </c:pt>
                <c:pt idx="49" formatCode="0%">
                  <c:v>3.042412130335579E-2</c:v>
                </c:pt>
                <c:pt idx="51" formatCode="0%">
                  <c:v>1.9010298484950646E-3</c:v>
                </c:pt>
                <c:pt idx="52" formatCode="0%">
                  <c:v>2.8443947238832742E-2</c:v>
                </c:pt>
                <c:pt idx="53" formatCode="0%">
                  <c:v>0.1822359786081553</c:v>
                </c:pt>
                <c:pt idx="54" formatCode="0%">
                  <c:v>0.17272229001304923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66160"/>
        <c:axId val="382766944"/>
      </c:barChart>
      <c:catAx>
        <c:axId val="382766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66944"/>
        <c:crosses val="autoZero"/>
        <c:auto val="1"/>
        <c:lblAlgn val="ctr"/>
        <c:lblOffset val="100"/>
        <c:noMultiLvlLbl val="0"/>
      </c:catAx>
      <c:valAx>
        <c:axId val="38276694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66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10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Sheet1!$B$354</c:f>
              <c:strCache>
                <c:ptCount val="1"/>
                <c:pt idx="0">
                  <c:v>Muy bien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Sheet1!$C$353:$BE$353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Sheet1!$C$354:$BE$354</c:f>
              <c:numCache>
                <c:formatCode>General</c:formatCode>
                <c:ptCount val="55"/>
                <c:pt idx="0" formatCode="0%">
                  <c:v>0.24128688232021769</c:v>
                </c:pt>
                <c:pt idx="2" formatCode="0%">
                  <c:v>0.21496015994748949</c:v>
                </c:pt>
                <c:pt idx="3" formatCode="0%">
                  <c:v>0.26841954649066085</c:v>
                </c:pt>
                <c:pt idx="5" formatCode="0%">
                  <c:v>0.18677180766386881</c:v>
                </c:pt>
                <c:pt idx="6" formatCode="0%">
                  <c:v>0.2947872028867482</c:v>
                </c:pt>
                <c:pt idx="7" formatCode="0%">
                  <c:v>0.31178595848863516</c:v>
                </c:pt>
                <c:pt idx="8" formatCode="0%">
                  <c:v>0.1573656105340662</c:v>
                </c:pt>
                <c:pt idx="10" formatCode="0%">
                  <c:v>0.2718856388522094</c:v>
                </c:pt>
                <c:pt idx="11" formatCode="0%">
                  <c:v>0.17178793179119942</c:v>
                </c:pt>
                <c:pt idx="12" formatCode="0%">
                  <c:v>0.2942838418613154</c:v>
                </c:pt>
                <c:pt idx="14" formatCode="0%">
                  <c:v>0.23734184070110628</c:v>
                </c:pt>
                <c:pt idx="15" formatCode="0%">
                  <c:v>0.20529384265610048</c:v>
                </c:pt>
                <c:pt idx="16" formatCode="0%">
                  <c:v>0.28507573877175568</c:v>
                </c:pt>
                <c:pt idx="17" formatCode="0%">
                  <c:v>0.29484569847764142</c:v>
                </c:pt>
                <c:pt idx="19" formatCode="0%">
                  <c:v>0.2032189656077584</c:v>
                </c:pt>
                <c:pt idx="20" formatCode="0%">
                  <c:v>0.29692970945986291</c:v>
                </c:pt>
                <c:pt idx="22" formatCode="0%">
                  <c:v>0.17548857031909634</c:v>
                </c:pt>
                <c:pt idx="23" formatCode="0%">
                  <c:v>0.25093590492181622</c:v>
                </c:pt>
                <c:pt idx="24" formatCode="0%">
                  <c:v>0.25344240835546372</c:v>
                </c:pt>
                <c:pt idx="25" formatCode="0%">
                  <c:v>0.25641424899869419</c:v>
                </c:pt>
                <c:pt idx="27" formatCode="0%">
                  <c:v>0.19013228976937813</c:v>
                </c:pt>
                <c:pt idx="28" formatCode="0%">
                  <c:v>0.26891987149172092</c:v>
                </c:pt>
                <c:pt idx="29" formatCode="0%">
                  <c:v>0.26922630845945306</c:v>
                </c:pt>
                <c:pt idx="31" formatCode="0%">
                  <c:v>0.19047804617522876</c:v>
                </c:pt>
                <c:pt idx="32" formatCode="0%">
                  <c:v>1.7557967447833797E-3</c:v>
                </c:pt>
                <c:pt idx="33" formatCode="0%">
                  <c:v>5.6439306871144707E-2</c:v>
                </c:pt>
                <c:pt idx="34" formatCode="0%">
                  <c:v>9.8239058491955647E-2</c:v>
                </c:pt>
                <c:pt idx="35" formatCode="0%">
                  <c:v>7.1571004429639741E-3</c:v>
                </c:pt>
                <c:pt idx="36" formatCode="0%">
                  <c:v>0.76112229605514659</c:v>
                </c:pt>
                <c:pt idx="38" formatCode="0%">
                  <c:v>0.11717924831012566</c:v>
                </c:pt>
                <c:pt idx="39" formatCode="0%">
                  <c:v>7.5373672629309052E-2</c:v>
                </c:pt>
                <c:pt idx="40" formatCode="0%">
                  <c:v>0.51698755572163868</c:v>
                </c:pt>
                <c:pt idx="41" formatCode="0%">
                  <c:v>0.37853183655242539</c:v>
                </c:pt>
                <c:pt idx="43" formatCode="0%">
                  <c:v>0.44533251490796905</c:v>
                </c:pt>
                <c:pt idx="44" formatCode="0%">
                  <c:v>6.8540824888368934E-2</c:v>
                </c:pt>
                <c:pt idx="46" formatCode="0%">
                  <c:v>0.69501733502824137</c:v>
                </c:pt>
                <c:pt idx="47" formatCode="0%">
                  <c:v>0.15199710692143539</c:v>
                </c:pt>
                <c:pt idx="48" formatCode="0%">
                  <c:v>2.0075082620773527E-2</c:v>
                </c:pt>
                <c:pt idx="49" formatCode="0%">
                  <c:v>1.3512021150940013E-2</c:v>
                </c:pt>
                <c:pt idx="51" formatCode="0%">
                  <c:v>3.8221585259345207E-2</c:v>
                </c:pt>
                <c:pt idx="52" formatCode="0%">
                  <c:v>2.5224663532259894E-3</c:v>
                </c:pt>
                <c:pt idx="53" formatCode="0%">
                  <c:v>8.7871145209583806E-2</c:v>
                </c:pt>
                <c:pt idx="54" formatCode="0%">
                  <c:v>0.46318274177053081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Sheet1!$B$355</c:f>
              <c:strCache>
                <c:ptCount val="1"/>
                <c:pt idx="0">
                  <c:v>Bien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Sheet1!$C$353:$BE$353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Sheet1!$C$355:$BE$355</c:f>
              <c:numCache>
                <c:formatCode>General</c:formatCode>
                <c:ptCount val="55"/>
                <c:pt idx="0" formatCode="0%">
                  <c:v>0.174489822805452</c:v>
                </c:pt>
                <c:pt idx="2" formatCode="0%">
                  <c:v>0.15630109921554003</c:v>
                </c:pt>
                <c:pt idx="3" formatCode="0%">
                  <c:v>0.19323535951086634</c:v>
                </c:pt>
                <c:pt idx="5" formatCode="0%">
                  <c:v>0.13170208728209251</c:v>
                </c:pt>
                <c:pt idx="6" formatCode="0%">
                  <c:v>0.27767472025398482</c:v>
                </c:pt>
                <c:pt idx="7" formatCode="0%">
                  <c:v>0.13563469788777252</c:v>
                </c:pt>
                <c:pt idx="8" formatCode="0%">
                  <c:v>0.14227517787538568</c:v>
                </c:pt>
                <c:pt idx="10" formatCode="0%">
                  <c:v>0.13803763328872806</c:v>
                </c:pt>
                <c:pt idx="11" formatCode="0%">
                  <c:v>0.21350305373119177</c:v>
                </c:pt>
                <c:pt idx="12" formatCode="0%">
                  <c:v>0.15993164005521202</c:v>
                </c:pt>
                <c:pt idx="14" formatCode="0%">
                  <c:v>0.19397297730426033</c:v>
                </c:pt>
                <c:pt idx="15" formatCode="0%">
                  <c:v>0.16849829686569467</c:v>
                </c:pt>
                <c:pt idx="16" formatCode="0%">
                  <c:v>0.17338281679703368</c:v>
                </c:pt>
                <c:pt idx="17" formatCode="0%">
                  <c:v>0.13756624599207143</c:v>
                </c:pt>
                <c:pt idx="19" formatCode="0%">
                  <c:v>0.15099414344677067</c:v>
                </c:pt>
                <c:pt idx="20" formatCode="0%">
                  <c:v>0.20883281128466527</c:v>
                </c:pt>
                <c:pt idx="22" formatCode="0%">
                  <c:v>0.19974289612066684</c:v>
                </c:pt>
                <c:pt idx="23" formatCode="0%">
                  <c:v>0.16792530523572874</c:v>
                </c:pt>
                <c:pt idx="24" formatCode="0%">
                  <c:v>0.29075106895410902</c:v>
                </c:pt>
                <c:pt idx="25" formatCode="0%">
                  <c:v>0.15513486676311103</c:v>
                </c:pt>
                <c:pt idx="27" formatCode="0%">
                  <c:v>0.16848461458927566</c:v>
                </c:pt>
                <c:pt idx="28" formatCode="0%">
                  <c:v>0.13439856422764712</c:v>
                </c:pt>
                <c:pt idx="29" formatCode="0%">
                  <c:v>0.26171717408231709</c:v>
                </c:pt>
                <c:pt idx="31" formatCode="0%">
                  <c:v>0.27863073503279528</c:v>
                </c:pt>
                <c:pt idx="32" formatCode="0%">
                  <c:v>8.7734124983028183E-5</c:v>
                </c:pt>
                <c:pt idx="33" formatCode="0%">
                  <c:v>4.0111515105251249E-3</c:v>
                </c:pt>
                <c:pt idx="34" formatCode="0%">
                  <c:v>0.49862514291810961</c:v>
                </c:pt>
                <c:pt idx="35" formatCode="0%">
                  <c:v>0.46956520522622852</c:v>
                </c:pt>
                <c:pt idx="36" formatCode="0%">
                  <c:v>0.10836305074622109</c:v>
                </c:pt>
                <c:pt idx="38" formatCode="0%">
                  <c:v>0.29997823068268714</c:v>
                </c:pt>
                <c:pt idx="39" formatCode="0%">
                  <c:v>4.6729533484107079E-3</c:v>
                </c:pt>
                <c:pt idx="40" formatCode="0%">
                  <c:v>0.20196593750194236</c:v>
                </c:pt>
                <c:pt idx="41" formatCode="0%">
                  <c:v>0.38006692212289012</c:v>
                </c:pt>
                <c:pt idx="43" formatCode="0%">
                  <c:v>0.30422404568845179</c:v>
                </c:pt>
                <c:pt idx="44" formatCode="0%">
                  <c:v>3.4276021514881239E-2</c:v>
                </c:pt>
                <c:pt idx="46" formatCode="0%">
                  <c:v>0.20244671550208138</c:v>
                </c:pt>
                <c:pt idx="47" formatCode="0%">
                  <c:v>0.48487474368453543</c:v>
                </c:pt>
                <c:pt idx="48" formatCode="0%">
                  <c:v>4.1963006162725615E-2</c:v>
                </c:pt>
                <c:pt idx="49" formatCode="0%">
                  <c:v>6.9324773776838287E-5</c:v>
                </c:pt>
                <c:pt idx="51" formatCode="0%">
                  <c:v>6.8313617112489601E-3</c:v>
                </c:pt>
                <c:pt idx="52" formatCode="0%">
                  <c:v>2.9753707437337267E-3</c:v>
                </c:pt>
                <c:pt idx="53" formatCode="0%">
                  <c:v>0.19193555122876554</c:v>
                </c:pt>
                <c:pt idx="54" formatCode="0%">
                  <c:v>0.30479014978528746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Sheet1!$B$356</c:f>
              <c:strCache>
                <c:ptCount val="1"/>
                <c:pt idx="0">
                  <c:v>Mal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Sheet1!$C$353:$BE$353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Sheet1!$C$356:$BE$356</c:f>
              <c:numCache>
                <c:formatCode>General</c:formatCode>
                <c:ptCount val="55"/>
                <c:pt idx="0" formatCode="0%">
                  <c:v>0.10201016374602989</c:v>
                </c:pt>
                <c:pt idx="2" formatCode="0%">
                  <c:v>0.13728440995463781</c:v>
                </c:pt>
                <c:pt idx="3" formatCode="0%">
                  <c:v>6.5656101249588608E-2</c:v>
                </c:pt>
                <c:pt idx="5" formatCode="0%">
                  <c:v>0.1480878156279842</c:v>
                </c:pt>
                <c:pt idx="6" formatCode="0%">
                  <c:v>7.7290687914877712E-2</c:v>
                </c:pt>
                <c:pt idx="7" formatCode="0%">
                  <c:v>9.9841182742284207E-2</c:v>
                </c:pt>
                <c:pt idx="8" formatCode="0%">
                  <c:v>9.0695954265079676E-2</c:v>
                </c:pt>
                <c:pt idx="10" formatCode="0%">
                  <c:v>0.11242647969535376</c:v>
                </c:pt>
                <c:pt idx="11" formatCode="0%">
                  <c:v>0.12096000715152727</c:v>
                </c:pt>
                <c:pt idx="12" formatCode="0%">
                  <c:v>7.2774905974546431E-2</c:v>
                </c:pt>
                <c:pt idx="14" formatCode="0%">
                  <c:v>8.6173068066070099E-2</c:v>
                </c:pt>
                <c:pt idx="15" formatCode="0%">
                  <c:v>0.13903004617670142</c:v>
                </c:pt>
                <c:pt idx="16" formatCode="0%">
                  <c:v>6.6274956088249404E-2</c:v>
                </c:pt>
                <c:pt idx="17" formatCode="0%">
                  <c:v>0.10381227043916418</c:v>
                </c:pt>
                <c:pt idx="19" formatCode="0%">
                  <c:v>0.12096861109875499</c:v>
                </c:pt>
                <c:pt idx="20" formatCode="0%">
                  <c:v>7.4299122533772494E-2</c:v>
                </c:pt>
                <c:pt idx="22" formatCode="0%">
                  <c:v>2.9926846133096544E-2</c:v>
                </c:pt>
                <c:pt idx="23" formatCode="0%">
                  <c:v>9.4103068332776901E-2</c:v>
                </c:pt>
                <c:pt idx="24" formatCode="0%">
                  <c:v>5.2334327850467446E-2</c:v>
                </c:pt>
                <c:pt idx="25" formatCode="0%">
                  <c:v>0.16683397963804081</c:v>
                </c:pt>
                <c:pt idx="27" formatCode="0%">
                  <c:v>5.240845968162107E-2</c:v>
                </c:pt>
                <c:pt idx="28" formatCode="0%">
                  <c:v>9.1930137402323822E-2</c:v>
                </c:pt>
                <c:pt idx="29" formatCode="0%">
                  <c:v>0.17580057646346778</c:v>
                </c:pt>
                <c:pt idx="31" formatCode="0%">
                  <c:v>0.12016414534525693</c:v>
                </c:pt>
                <c:pt idx="32" formatCode="0%">
                  <c:v>0.17186926303675759</c:v>
                </c:pt>
                <c:pt idx="33" formatCode="0%">
                  <c:v>7.071991235607207E-2</c:v>
                </c:pt>
                <c:pt idx="34" formatCode="0%">
                  <c:v>0.14437020895878597</c:v>
                </c:pt>
                <c:pt idx="35" formatCode="0%">
                  <c:v>4.9322274044578347E-2</c:v>
                </c:pt>
                <c:pt idx="36" formatCode="0%">
                  <c:v>4.102714795243647E-2</c:v>
                </c:pt>
                <c:pt idx="38" formatCode="0%">
                  <c:v>5.5055845545791043E-2</c:v>
                </c:pt>
                <c:pt idx="39" formatCode="0%">
                  <c:v>0.15309333473735875</c:v>
                </c:pt>
                <c:pt idx="40" formatCode="0%">
                  <c:v>8.8186282284776762E-2</c:v>
                </c:pt>
                <c:pt idx="41" formatCode="0%">
                  <c:v>8.4321730104607459E-2</c:v>
                </c:pt>
                <c:pt idx="43" formatCode="0%">
                  <c:v>6.8923889042746211E-2</c:v>
                </c:pt>
                <c:pt idx="44" formatCode="0%">
                  <c:v>0.15038799516761589</c:v>
                </c:pt>
                <c:pt idx="46" formatCode="0%">
                  <c:v>3.3675409229564121E-2</c:v>
                </c:pt>
                <c:pt idx="47" formatCode="0%">
                  <c:v>0.10764628688232411</c:v>
                </c:pt>
                <c:pt idx="48" formatCode="0%">
                  <c:v>0.40197902684368836</c:v>
                </c:pt>
                <c:pt idx="49" formatCode="0%">
                  <c:v>4.847590112287483E-2</c:v>
                </c:pt>
                <c:pt idx="51" formatCode="0%">
                  <c:v>8.0237361907903357E-2</c:v>
                </c:pt>
                <c:pt idx="52" formatCode="0%">
                  <c:v>0.18933042885757601</c:v>
                </c:pt>
                <c:pt idx="53" formatCode="0%">
                  <c:v>0.134956525465595</c:v>
                </c:pt>
                <c:pt idx="54" formatCode="0%">
                  <c:v>6.4104322100401928E-2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Sheet1!$B$357</c:f>
              <c:strCache>
                <c:ptCount val="1"/>
                <c:pt idx="0">
                  <c:v>Muy mal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Sheet1!$C$353:$BE$353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Sheet1!$C$357:$BE$357</c:f>
              <c:numCache>
                <c:formatCode>General</c:formatCode>
                <c:ptCount val="55"/>
                <c:pt idx="0" formatCode="0%">
                  <c:v>0.37183638122647189</c:v>
                </c:pt>
                <c:pt idx="2" formatCode="0%">
                  <c:v>0.38049600695277552</c:v>
                </c:pt>
                <c:pt idx="3" formatCode="0%">
                  <c:v>0.36291160298684955</c:v>
                </c:pt>
                <c:pt idx="5" formatCode="0%">
                  <c:v>0.35699607309551284</c:v>
                </c:pt>
                <c:pt idx="6" formatCode="0%">
                  <c:v>0.22276027393937956</c:v>
                </c:pt>
                <c:pt idx="7" formatCode="0%">
                  <c:v>0.38848495074278228</c:v>
                </c:pt>
                <c:pt idx="8" formatCode="0%">
                  <c:v>0.52641822733229782</c:v>
                </c:pt>
                <c:pt idx="10" formatCode="0%">
                  <c:v>0.3662914232219403</c:v>
                </c:pt>
                <c:pt idx="11" formatCode="0%">
                  <c:v>0.37888617067158564</c:v>
                </c:pt>
                <c:pt idx="12" formatCode="0%">
                  <c:v>0.36838441436857311</c:v>
                </c:pt>
                <c:pt idx="14" formatCode="0%">
                  <c:v>0.40403125651033073</c:v>
                </c:pt>
                <c:pt idx="15" formatCode="0%">
                  <c:v>0.37261690779166051</c:v>
                </c:pt>
                <c:pt idx="16" formatCode="0%">
                  <c:v>0.34664626466025406</c:v>
                </c:pt>
                <c:pt idx="17" formatCode="0%">
                  <c:v>0.33738748770130172</c:v>
                </c:pt>
                <c:pt idx="19" formatCode="0%">
                  <c:v>0.37936972603316316</c:v>
                </c:pt>
                <c:pt idx="20" formatCode="0%">
                  <c:v>0.36082509826007708</c:v>
                </c:pt>
                <c:pt idx="22" formatCode="0%">
                  <c:v>0.41303368646200739</c:v>
                </c:pt>
                <c:pt idx="23" formatCode="0%">
                  <c:v>0.40236623564046342</c:v>
                </c:pt>
                <c:pt idx="24" formatCode="0%">
                  <c:v>0.18060344841555062</c:v>
                </c:pt>
                <c:pt idx="25" formatCode="0%">
                  <c:v>0.34377699457769273</c:v>
                </c:pt>
                <c:pt idx="27" formatCode="0%">
                  <c:v>0.43281228761763602</c:v>
                </c:pt>
                <c:pt idx="28" formatCode="0%">
                  <c:v>0.33682048860908709</c:v>
                </c:pt>
                <c:pt idx="29" formatCode="0%">
                  <c:v>0.25665917780372782</c:v>
                </c:pt>
                <c:pt idx="31" formatCode="0%">
                  <c:v>0.18646221765488094</c:v>
                </c:pt>
                <c:pt idx="32" formatCode="0%">
                  <c:v>0.81909932819909903</c:v>
                </c:pt>
                <c:pt idx="33" formatCode="0%">
                  <c:v>0.78651576305129434</c:v>
                </c:pt>
                <c:pt idx="34" formatCode="0%">
                  <c:v>8.7783561917824174E-2</c:v>
                </c:pt>
                <c:pt idx="35" formatCode="0%">
                  <c:v>0.45430465155216987</c:v>
                </c:pt>
                <c:pt idx="36" formatCode="0%">
                  <c:v>6.4932751723469045E-2</c:v>
                </c:pt>
                <c:pt idx="38" formatCode="0%">
                  <c:v>0.39235445472999714</c:v>
                </c:pt>
                <c:pt idx="39" formatCode="0%">
                  <c:v>0.69412411120268103</c:v>
                </c:pt>
                <c:pt idx="40" formatCode="0%">
                  <c:v>0.11782753136322958</c:v>
                </c:pt>
                <c:pt idx="41" formatCode="0%">
                  <c:v>8.2234536698566812E-2</c:v>
                </c:pt>
                <c:pt idx="43" formatCode="0%">
                  <c:v>0.1009557440529474</c:v>
                </c:pt>
                <c:pt idx="44" formatCode="0%">
                  <c:v>0.68196357129451546</c:v>
                </c:pt>
                <c:pt idx="46" formatCode="0%">
                  <c:v>4.4891509125916159E-3</c:v>
                </c:pt>
                <c:pt idx="47" formatCode="0%">
                  <c:v>4.1604621686128024E-2</c:v>
                </c:pt>
                <c:pt idx="48" formatCode="0%">
                  <c:v>0.4754763842871676</c:v>
                </c:pt>
                <c:pt idx="49" formatCode="0%">
                  <c:v>0.88992741824410715</c:v>
                </c:pt>
                <c:pt idx="51" formatCode="0%">
                  <c:v>0.84081726899948317</c:v>
                </c:pt>
                <c:pt idx="52" formatCode="0%">
                  <c:v>0.73566122629877806</c:v>
                </c:pt>
                <c:pt idx="53" formatCode="0%">
                  <c:v>0.3791815790589681</c:v>
                </c:pt>
                <c:pt idx="54" formatCode="0%">
                  <c:v>5.0798796663686675E-2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Sheet1!$B$358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Sheet1!$C$353:$BE$353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Sheet1!$C$358:$BE$358</c:f>
              <c:numCache>
                <c:formatCode>General</c:formatCode>
                <c:ptCount val="55"/>
                <c:pt idx="0" formatCode="0%">
                  <c:v>0.11037674990182927</c:v>
                </c:pt>
                <c:pt idx="2" formatCode="0%">
                  <c:v>0.11095832392955787</c:v>
                </c:pt>
                <c:pt idx="3" formatCode="0%">
                  <c:v>0.10977738976203359</c:v>
                </c:pt>
                <c:pt idx="5" formatCode="0%">
                  <c:v>0.1764422163305418</c:v>
                </c:pt>
                <c:pt idx="6" formatCode="0%">
                  <c:v>0.12748711500500942</c:v>
                </c:pt>
                <c:pt idx="7" formatCode="0%">
                  <c:v>6.4253210138525294E-2</c:v>
                </c:pt>
                <c:pt idx="8" formatCode="0%">
                  <c:v>8.3245029993169836E-2</c:v>
                </c:pt>
                <c:pt idx="10" formatCode="0%">
                  <c:v>0.11135882494176755</c:v>
                </c:pt>
                <c:pt idx="11" formatCode="0%">
                  <c:v>0.11486283665449522</c:v>
                </c:pt>
                <c:pt idx="12" formatCode="0%">
                  <c:v>0.10462519774035278</c:v>
                </c:pt>
                <c:pt idx="14" formatCode="0%">
                  <c:v>7.8480857418231617E-2</c:v>
                </c:pt>
                <c:pt idx="15" formatCode="0%">
                  <c:v>0.1145609065098421</c:v>
                </c:pt>
                <c:pt idx="16" formatCode="0%">
                  <c:v>0.12862022368270695</c:v>
                </c:pt>
                <c:pt idx="17" formatCode="0%">
                  <c:v>0.12638829738982149</c:v>
                </c:pt>
                <c:pt idx="19" formatCode="0%">
                  <c:v>0.14544855381355445</c:v>
                </c:pt>
                <c:pt idx="20" formatCode="0%">
                  <c:v>5.9113258461622645E-2</c:v>
                </c:pt>
                <c:pt idx="22" formatCode="0%">
                  <c:v>0.18180800096513264</c:v>
                </c:pt>
                <c:pt idx="23" formatCode="0%">
                  <c:v>8.4669485869214564E-2</c:v>
                </c:pt>
                <c:pt idx="24" formatCode="0%">
                  <c:v>0.22286874642440899</c:v>
                </c:pt>
                <c:pt idx="25" formatCode="0%">
                  <c:v>7.7839910022461697E-2</c:v>
                </c:pt>
                <c:pt idx="27" formatCode="0%">
                  <c:v>0.1561623483420885</c:v>
                </c:pt>
                <c:pt idx="28" formatCode="0%">
                  <c:v>0.16793093826922076</c:v>
                </c:pt>
                <c:pt idx="29" formatCode="0%">
                  <c:v>3.6596763191034033E-2</c:v>
                </c:pt>
                <c:pt idx="31" formatCode="0%">
                  <c:v>0.22426485579183797</c:v>
                </c:pt>
                <c:pt idx="32" formatCode="0%">
                  <c:v>7.1878778943768075E-3</c:v>
                </c:pt>
                <c:pt idx="33" formatCode="0%">
                  <c:v>8.2313866210963524E-2</c:v>
                </c:pt>
                <c:pt idx="34" formatCode="0%">
                  <c:v>0.17098202771332377</c:v>
                </c:pt>
                <c:pt idx="35" formatCode="0%">
                  <c:v>1.9650768734059146E-2</c:v>
                </c:pt>
                <c:pt idx="36" formatCode="0%">
                  <c:v>2.4554753522726881E-2</c:v>
                </c:pt>
                <c:pt idx="38" formatCode="0%">
                  <c:v>0.13543222073139871</c:v>
                </c:pt>
                <c:pt idx="39" formatCode="0%">
                  <c:v>7.2735928082240164E-2</c:v>
                </c:pt>
                <c:pt idx="40" formatCode="0%">
                  <c:v>7.5032693128411668E-2</c:v>
                </c:pt>
                <c:pt idx="41" formatCode="0%">
                  <c:v>7.4844974521510066E-2</c:v>
                </c:pt>
                <c:pt idx="43" formatCode="0%">
                  <c:v>8.0563806307885497E-2</c:v>
                </c:pt>
                <c:pt idx="44" formatCode="0%">
                  <c:v>6.4831587134619159E-2</c:v>
                </c:pt>
                <c:pt idx="46" formatCode="0%">
                  <c:v>6.4371389327520886E-2</c:v>
                </c:pt>
                <c:pt idx="47" formatCode="0%">
                  <c:v>0.2138772408255768</c:v>
                </c:pt>
                <c:pt idx="48" formatCode="0%">
                  <c:v>6.0506500085645031E-2</c:v>
                </c:pt>
                <c:pt idx="49" formatCode="0%">
                  <c:v>4.8015334708301702E-2</c:v>
                </c:pt>
                <c:pt idx="51" formatCode="0%">
                  <c:v>3.3892422122019962E-2</c:v>
                </c:pt>
                <c:pt idx="52" formatCode="0%">
                  <c:v>6.9510507746686268E-2</c:v>
                </c:pt>
                <c:pt idx="53" formatCode="0%">
                  <c:v>0.20605519903708747</c:v>
                </c:pt>
                <c:pt idx="54" formatCode="0%">
                  <c:v>0.11712398968009229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69296"/>
        <c:axId val="382767336"/>
      </c:barChart>
      <c:catAx>
        <c:axId val="382769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67336"/>
        <c:crosses val="autoZero"/>
        <c:auto val="1"/>
        <c:lblAlgn val="ctr"/>
        <c:lblOffset val="100"/>
        <c:noMultiLvlLbl val="0"/>
      </c:catAx>
      <c:valAx>
        <c:axId val="38276733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69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10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Sheet1!$B$361</c:f>
              <c:strCache>
                <c:ptCount val="1"/>
                <c:pt idx="0">
                  <c:v>Muy bien</c:v>
                </c:pt>
              </c:strCache>
            </c:strRef>
          </c:tx>
          <c:spPr>
            <a:solidFill>
              <a:srgbClr val="04967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Sheet1!$C$360:$BE$360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Sheet1!$C$361:$BE$361</c:f>
              <c:numCache>
                <c:formatCode>General</c:formatCode>
                <c:ptCount val="55"/>
                <c:pt idx="0" formatCode="0%">
                  <c:v>0.31019177004126958</c:v>
                </c:pt>
                <c:pt idx="2" formatCode="0%">
                  <c:v>0.24002504589508683</c:v>
                </c:pt>
                <c:pt idx="3" formatCode="0%">
                  <c:v>0.37106434616949502</c:v>
                </c:pt>
                <c:pt idx="5" formatCode="0%">
                  <c:v>0.62958478679771335</c:v>
                </c:pt>
                <c:pt idx="6" formatCode="0%">
                  <c:v>0.46700806568964931</c:v>
                </c:pt>
                <c:pt idx="7" formatCode="0%">
                  <c:v>0.23460453799517039</c:v>
                </c:pt>
                <c:pt idx="8" formatCode="0%">
                  <c:v>0.15015385167088111</c:v>
                </c:pt>
                <c:pt idx="10" formatCode="0%">
                  <c:v>0.26210572824698553</c:v>
                </c:pt>
                <c:pt idx="11" formatCode="0%">
                  <c:v>0.34995858658680573</c:v>
                </c:pt>
                <c:pt idx="12" formatCode="0%">
                  <c:v>0.31635293438425083</c:v>
                </c:pt>
                <c:pt idx="14" formatCode="0%">
                  <c:v>0.44666998586554596</c:v>
                </c:pt>
                <c:pt idx="15" formatCode="0%">
                  <c:v>0.22168442369984073</c:v>
                </c:pt>
                <c:pt idx="16" formatCode="0%">
                  <c:v>0.30366658910791527</c:v>
                </c:pt>
                <c:pt idx="17" formatCode="0%">
                  <c:v>0.14290281870160029</c:v>
                </c:pt>
                <c:pt idx="19" formatCode="0%">
                  <c:v>0.23097482652666776</c:v>
                </c:pt>
                <c:pt idx="20" formatCode="0%">
                  <c:v>0.39002882883810819</c:v>
                </c:pt>
                <c:pt idx="22" formatCode="0%">
                  <c:v>9.5010081951471315E-2</c:v>
                </c:pt>
                <c:pt idx="23" formatCode="0%">
                  <c:v>0.27783077448294718</c:v>
                </c:pt>
                <c:pt idx="24" formatCode="0%">
                  <c:v>0.56307025195233473</c:v>
                </c:pt>
                <c:pt idx="25" formatCode="0%">
                  <c:v>0.29549114975384716</c:v>
                </c:pt>
                <c:pt idx="27" formatCode="0%">
                  <c:v>0.21348839315174911</c:v>
                </c:pt>
                <c:pt idx="28" formatCode="0%">
                  <c:v>0.23874222011414251</c:v>
                </c:pt>
                <c:pt idx="29" formatCode="0%">
                  <c:v>0.46094269737358162</c:v>
                </c:pt>
                <c:pt idx="31" formatCode="0%">
                  <c:v>0.30137606694903474</c:v>
                </c:pt>
                <c:pt idx="32" formatCode="0%">
                  <c:v>2.1961246419850916E-3</c:v>
                </c:pt>
                <c:pt idx="33" formatCode="0%">
                  <c:v>6.4838630580088931E-3</c:v>
                </c:pt>
                <c:pt idx="34" formatCode="0%">
                  <c:v>0.56962627863736959</c:v>
                </c:pt>
                <c:pt idx="35" formatCode="0%">
                  <c:v>4.2501691556741106E-2</c:v>
                </c:pt>
                <c:pt idx="36" formatCode="0%">
                  <c:v>0.61986197423034894</c:v>
                </c:pt>
                <c:pt idx="38" formatCode="0%">
                  <c:v>0.47556372594724478</c:v>
                </c:pt>
                <c:pt idx="39" formatCode="0%">
                  <c:v>0.13457079512394166</c:v>
                </c:pt>
                <c:pt idx="40" formatCode="0%">
                  <c:v>0.45884908132561081</c:v>
                </c:pt>
                <c:pt idx="41" formatCode="0%">
                  <c:v>0.36927592224060196</c:v>
                </c:pt>
                <c:pt idx="43" formatCode="0%">
                  <c:v>0.47490118664089648</c:v>
                </c:pt>
                <c:pt idx="44" formatCode="0%">
                  <c:v>0.18465017985322127</c:v>
                </c:pt>
                <c:pt idx="46" formatCode="0%">
                  <c:v>0.71289788378841745</c:v>
                </c:pt>
                <c:pt idx="47" formatCode="0%">
                  <c:v>0.28440898679265425</c:v>
                </c:pt>
                <c:pt idx="48" formatCode="0%">
                  <c:v>5.8675049084134699E-2</c:v>
                </c:pt>
                <c:pt idx="49" formatCode="0%">
                  <c:v>2.3199905807307201E-3</c:v>
                </c:pt>
                <c:pt idx="51" formatCode="0%">
                  <c:v>4.273034046277953E-3</c:v>
                </c:pt>
                <c:pt idx="52" formatCode="0%">
                  <c:v>1.5847132811774023E-4</c:v>
                </c:pt>
                <c:pt idx="53" formatCode="0%">
                  <c:v>2.5428368470977836E-2</c:v>
                </c:pt>
                <c:pt idx="54" formatCode="0%">
                  <c:v>0.56769314392638304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Sheet1!$B$362</c:f>
              <c:strCache>
                <c:ptCount val="1"/>
                <c:pt idx="0">
                  <c:v>Bien</c:v>
                </c:pt>
              </c:strCache>
            </c:strRef>
          </c:tx>
          <c:spPr>
            <a:solidFill>
              <a:srgbClr val="03BD85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Sheet1!$C$360:$BE$360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Sheet1!$C$362:$BE$362</c:f>
              <c:numCache>
                <c:formatCode>General</c:formatCode>
                <c:ptCount val="55"/>
                <c:pt idx="0" formatCode="0%">
                  <c:v>0.2564645319934199</c:v>
                </c:pt>
                <c:pt idx="2" formatCode="0%">
                  <c:v>0.25725839251894472</c:v>
                </c:pt>
                <c:pt idx="3" formatCode="0%">
                  <c:v>0.2557758255614932</c:v>
                </c:pt>
                <c:pt idx="5" formatCode="0%">
                  <c:v>7.6048278775384975E-2</c:v>
                </c:pt>
                <c:pt idx="6" formatCode="0%">
                  <c:v>0.26806060183391167</c:v>
                </c:pt>
                <c:pt idx="7" formatCode="0%">
                  <c:v>0.28729881870457025</c:v>
                </c:pt>
                <c:pt idx="8" formatCode="0%">
                  <c:v>0.28664355472506214</c:v>
                </c:pt>
                <c:pt idx="10" formatCode="0%">
                  <c:v>0.26928380131204593</c:v>
                </c:pt>
                <c:pt idx="11" formatCode="0%">
                  <c:v>0.17921325617714376</c:v>
                </c:pt>
                <c:pt idx="12" formatCode="0%">
                  <c:v>0.3491996017774408</c:v>
                </c:pt>
                <c:pt idx="14" formatCode="0%">
                  <c:v>0.13265038471115029</c:v>
                </c:pt>
                <c:pt idx="15" formatCode="0%">
                  <c:v>0.2505934747394753</c:v>
                </c:pt>
                <c:pt idx="16" formatCode="0%">
                  <c:v>0.35484889157106297</c:v>
                </c:pt>
                <c:pt idx="17" formatCode="0%">
                  <c:v>0.31608244381556388</c:v>
                </c:pt>
                <c:pt idx="19" formatCode="0%">
                  <c:v>0.26777501786822711</c:v>
                </c:pt>
                <c:pt idx="20" formatCode="0%">
                  <c:v>0.24506550691437984</c:v>
                </c:pt>
                <c:pt idx="22" formatCode="0%">
                  <c:v>0.42433449872949502</c:v>
                </c:pt>
                <c:pt idx="23" formatCode="0%">
                  <c:v>0.24657459587599803</c:v>
                </c:pt>
                <c:pt idx="24" formatCode="0%">
                  <c:v>0.2316208764920859</c:v>
                </c:pt>
                <c:pt idx="25" formatCode="0%">
                  <c:v>0.24814570608992848</c:v>
                </c:pt>
                <c:pt idx="27" formatCode="0%">
                  <c:v>0.30704965869845724</c:v>
                </c:pt>
                <c:pt idx="28" formatCode="0%">
                  <c:v>0.32240100590098014</c:v>
                </c:pt>
                <c:pt idx="29" formatCode="0%">
                  <c:v>0.19986373094529156</c:v>
                </c:pt>
                <c:pt idx="31" formatCode="0%">
                  <c:v>0.4818918419636537</c:v>
                </c:pt>
                <c:pt idx="32" formatCode="0%">
                  <c:v>1.0321375266994922E-2</c:v>
                </c:pt>
                <c:pt idx="33" formatCode="0%">
                  <c:v>8.3165979765546308E-2</c:v>
                </c:pt>
                <c:pt idx="34" formatCode="0%">
                  <c:v>0.26020418221334113</c:v>
                </c:pt>
                <c:pt idx="35" formatCode="0%">
                  <c:v>0.55488419861134541</c:v>
                </c:pt>
                <c:pt idx="36" formatCode="0%">
                  <c:v>0.28473190498535111</c:v>
                </c:pt>
                <c:pt idx="38" formatCode="0%">
                  <c:v>0.10384569230162341</c:v>
                </c:pt>
                <c:pt idx="39" formatCode="0%">
                  <c:v>4.0126691005831015E-2</c:v>
                </c:pt>
                <c:pt idx="40" formatCode="0%">
                  <c:v>0.36339219450987431</c:v>
                </c:pt>
                <c:pt idx="41" formatCode="0%">
                  <c:v>0.47467190634684281</c:v>
                </c:pt>
                <c:pt idx="43" formatCode="0%">
                  <c:v>0.36851334530590996</c:v>
                </c:pt>
                <c:pt idx="44" formatCode="0%">
                  <c:v>4.0361437605411228E-2</c:v>
                </c:pt>
                <c:pt idx="46" formatCode="0%">
                  <c:v>0.26435010077865362</c:v>
                </c:pt>
                <c:pt idx="47" formatCode="0%">
                  <c:v>0.56059542386941508</c:v>
                </c:pt>
                <c:pt idx="48" formatCode="0%">
                  <c:v>0.45110387583139244</c:v>
                </c:pt>
                <c:pt idx="49" formatCode="0%">
                  <c:v>4.0723295221867746E-2</c:v>
                </c:pt>
                <c:pt idx="51" formatCode="0%">
                  <c:v>2.2507076098502957E-2</c:v>
                </c:pt>
                <c:pt idx="52" formatCode="0%">
                  <c:v>0.13773632695546942</c:v>
                </c:pt>
                <c:pt idx="53" formatCode="0%">
                  <c:v>0.53389757931915338</c:v>
                </c:pt>
                <c:pt idx="54" formatCode="0%">
                  <c:v>0.33837158601164108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Sheet1!$B$363</c:f>
              <c:strCache>
                <c:ptCount val="1"/>
                <c:pt idx="0">
                  <c:v>Mal</c:v>
                </c:pt>
              </c:strCache>
            </c:strRef>
          </c:tx>
          <c:spPr>
            <a:solidFill>
              <a:srgbClr val="EA3F2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Sheet1!$C$360:$BE$360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Sheet1!$C$363:$BE$363</c:f>
              <c:numCache>
                <c:formatCode>General</c:formatCode>
                <c:ptCount val="55"/>
                <c:pt idx="0" formatCode="0%">
                  <c:v>2.8887611302054451E-2</c:v>
                </c:pt>
                <c:pt idx="2" formatCode="0%">
                  <c:v>2.8464600473761405E-2</c:v>
                </c:pt>
                <c:pt idx="3" formatCode="0%">
                  <c:v>2.9254591027929933E-2</c:v>
                </c:pt>
                <c:pt idx="5" formatCode="0%">
                  <c:v>3.1070692635547133E-3</c:v>
                </c:pt>
                <c:pt idx="6" formatCode="0%">
                  <c:v>0</c:v>
                </c:pt>
                <c:pt idx="7" formatCode="0%">
                  <c:v>3.4121495275450241E-2</c:v>
                </c:pt>
                <c:pt idx="8" formatCode="0%">
                  <c:v>5.4886069853470575E-2</c:v>
                </c:pt>
                <c:pt idx="10" formatCode="0%">
                  <c:v>3.690932710196429E-2</c:v>
                </c:pt>
                <c:pt idx="11" formatCode="0%">
                  <c:v>2.7158453047182684E-2</c:v>
                </c:pt>
                <c:pt idx="12" formatCode="0%">
                  <c:v>2.0914583897907114E-2</c:v>
                </c:pt>
                <c:pt idx="14" formatCode="0%">
                  <c:v>3.060272007527071E-2</c:v>
                </c:pt>
                <c:pt idx="15" formatCode="0%">
                  <c:v>3.6128500310826046E-2</c:v>
                </c:pt>
                <c:pt idx="16" formatCode="0%">
                  <c:v>2.4983974119980837E-2</c:v>
                </c:pt>
                <c:pt idx="17" formatCode="0%">
                  <c:v>4.0604326334624389E-3</c:v>
                </c:pt>
                <c:pt idx="19" formatCode="0%">
                  <c:v>3.7433131893970718E-2</c:v>
                </c:pt>
                <c:pt idx="20" formatCode="0%">
                  <c:v>2.0275195830348484E-2</c:v>
                </c:pt>
                <c:pt idx="22" formatCode="0%">
                  <c:v>1.6127399984991138E-2</c:v>
                </c:pt>
                <c:pt idx="23" formatCode="0%">
                  <c:v>2.3625638018939688E-2</c:v>
                </c:pt>
                <c:pt idx="24" formatCode="0%">
                  <c:v>3.9666692828033527E-3</c:v>
                </c:pt>
                <c:pt idx="25" formatCode="0%">
                  <c:v>3.9191221113316355E-2</c:v>
                </c:pt>
                <c:pt idx="27" formatCode="0%">
                  <c:v>2.1573326077453821E-2</c:v>
                </c:pt>
                <c:pt idx="28" formatCode="0%">
                  <c:v>2.9042533941673675E-2</c:v>
                </c:pt>
                <c:pt idx="29" formatCode="0%">
                  <c:v>2.3315721834437281E-2</c:v>
                </c:pt>
                <c:pt idx="31" formatCode="0%">
                  <c:v>2.564044961060986E-2</c:v>
                </c:pt>
                <c:pt idx="32" formatCode="0%">
                  <c:v>2.1882831973016485E-2</c:v>
                </c:pt>
                <c:pt idx="33" formatCode="0%">
                  <c:v>8.020148544617299E-2</c:v>
                </c:pt>
                <c:pt idx="34" formatCode="0%">
                  <c:v>6.2508746923980577E-2</c:v>
                </c:pt>
                <c:pt idx="35" formatCode="0%">
                  <c:v>3.3168825657458413E-2</c:v>
                </c:pt>
                <c:pt idx="36" formatCode="0%">
                  <c:v>3.718652140880763E-3</c:v>
                </c:pt>
                <c:pt idx="38" formatCode="0%">
                  <c:v>4.668421234138396E-3</c:v>
                </c:pt>
                <c:pt idx="39" formatCode="0%">
                  <c:v>3.912758901458218E-2</c:v>
                </c:pt>
                <c:pt idx="40" formatCode="0%">
                  <c:v>5.9520222511785436E-3</c:v>
                </c:pt>
                <c:pt idx="41" formatCode="0%">
                  <c:v>5.1009036995794975E-2</c:v>
                </c:pt>
                <c:pt idx="43" formatCode="0%">
                  <c:v>2.8651511559575172E-2</c:v>
                </c:pt>
                <c:pt idx="44" formatCode="0%">
                  <c:v>3.7632520824785604E-2</c:v>
                </c:pt>
                <c:pt idx="46" formatCode="0%">
                  <c:v>2.5782166687873444E-3</c:v>
                </c:pt>
                <c:pt idx="47" formatCode="0%">
                  <c:v>3.9720866080803059E-2</c:v>
                </c:pt>
                <c:pt idx="48" formatCode="0%">
                  <c:v>0.26164357050190135</c:v>
                </c:pt>
                <c:pt idx="49" formatCode="0%">
                  <c:v>2.2618440217196226E-2</c:v>
                </c:pt>
                <c:pt idx="51" formatCode="0%">
                  <c:v>4.9353379890592144E-2</c:v>
                </c:pt>
                <c:pt idx="52" formatCode="0%">
                  <c:v>5.7679460000011576E-2</c:v>
                </c:pt>
                <c:pt idx="53" formatCode="0%">
                  <c:v>5.8394725751196412E-3</c:v>
                </c:pt>
                <c:pt idx="54" formatCode="0%">
                  <c:v>1.4700849218711863E-2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Sheet1!$B$364</c:f>
              <c:strCache>
                <c:ptCount val="1"/>
                <c:pt idx="0">
                  <c:v>Muy mal</c:v>
                </c:pt>
              </c:strCache>
            </c:strRef>
          </c:tx>
          <c:spPr>
            <a:solidFill>
              <a:srgbClr val="C1273A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Sheet1!$C$360:$BE$360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Sheet1!$C$364:$BE$364</c:f>
              <c:numCache>
                <c:formatCode>General</c:formatCode>
                <c:ptCount val="55"/>
                <c:pt idx="0" formatCode="0%">
                  <c:v>0.3612120339134165</c:v>
                </c:pt>
                <c:pt idx="2" formatCode="0%">
                  <c:v>0.43139311144005016</c:v>
                </c:pt>
                <c:pt idx="3" formatCode="0%">
                  <c:v>0.30032700452614691</c:v>
                </c:pt>
                <c:pt idx="5" formatCode="0%">
                  <c:v>0.23535988749368669</c:v>
                </c:pt>
                <c:pt idx="6" formatCode="0%">
                  <c:v>0.26132296089608936</c:v>
                </c:pt>
                <c:pt idx="7" formatCode="0%">
                  <c:v>0.39384687745919722</c:v>
                </c:pt>
                <c:pt idx="8" formatCode="0%">
                  <c:v>0.44915445029252021</c:v>
                </c:pt>
                <c:pt idx="10" formatCode="0%">
                  <c:v>0.40091717658655279</c:v>
                </c:pt>
                <c:pt idx="11" formatCode="0%">
                  <c:v>0.3798131733440997</c:v>
                </c:pt>
                <c:pt idx="12" formatCode="0%">
                  <c:v>0.28328879560517095</c:v>
                </c:pt>
                <c:pt idx="14" formatCode="0%">
                  <c:v>0.35741568646221372</c:v>
                </c:pt>
                <c:pt idx="15" formatCode="0%">
                  <c:v>0.4483483311021999</c:v>
                </c:pt>
                <c:pt idx="16" formatCode="0%">
                  <c:v>0.26363377494910895</c:v>
                </c:pt>
                <c:pt idx="17" formatCode="0%">
                  <c:v>0.49720643777325935</c:v>
                </c:pt>
                <c:pt idx="19" formatCode="0%">
                  <c:v>0.40522102796011256</c:v>
                </c:pt>
                <c:pt idx="20" formatCode="0%">
                  <c:v>0.31685853465668123</c:v>
                </c:pt>
                <c:pt idx="22" formatCode="0%">
                  <c:v>0.44595901787603442</c:v>
                </c:pt>
                <c:pt idx="23" formatCode="0%">
                  <c:v>0.41214911166646734</c:v>
                </c:pt>
                <c:pt idx="24" formatCode="0%">
                  <c:v>0.19910239484993794</c:v>
                </c:pt>
                <c:pt idx="25" formatCode="0%">
                  <c:v>0.33807753467846913</c:v>
                </c:pt>
                <c:pt idx="27" formatCode="0%">
                  <c:v>0.42206074227895052</c:v>
                </c:pt>
                <c:pt idx="28" formatCode="0%">
                  <c:v>0.34711575350122187</c:v>
                </c:pt>
                <c:pt idx="29" formatCode="0%">
                  <c:v>0.27984044756590754</c:v>
                </c:pt>
                <c:pt idx="31" formatCode="0%">
                  <c:v>0.12396860897586622</c:v>
                </c:pt>
                <c:pt idx="32" formatCode="0%">
                  <c:v>0.95604401403211314</c:v>
                </c:pt>
                <c:pt idx="33" formatCode="0%">
                  <c:v>0.7244024129174379</c:v>
                </c:pt>
                <c:pt idx="34" formatCode="0%">
                  <c:v>3.5084859483412306E-2</c:v>
                </c:pt>
                <c:pt idx="35" formatCode="0%">
                  <c:v>0.35944591672196968</c:v>
                </c:pt>
                <c:pt idx="36" formatCode="0%">
                  <c:v>9.0113927661890247E-2</c:v>
                </c:pt>
                <c:pt idx="38" formatCode="0%">
                  <c:v>0.41101801686417549</c:v>
                </c:pt>
                <c:pt idx="39" formatCode="0%">
                  <c:v>0.73249501537546235</c:v>
                </c:pt>
                <c:pt idx="40" formatCode="0%">
                  <c:v>0.15140978935453042</c:v>
                </c:pt>
                <c:pt idx="41" formatCode="0%">
                  <c:v>5.7531976325036129E-2</c:v>
                </c:pt>
                <c:pt idx="43" formatCode="0%">
                  <c:v>8.1174142836425156E-2</c:v>
                </c:pt>
                <c:pt idx="44" formatCode="0%">
                  <c:v>0.68817186169447486</c:v>
                </c:pt>
                <c:pt idx="46" formatCode="0%">
                  <c:v>1.5551794071579179E-3</c:v>
                </c:pt>
                <c:pt idx="47" formatCode="0%">
                  <c:v>2.4006622925104401E-2</c:v>
                </c:pt>
                <c:pt idx="48" formatCode="0%">
                  <c:v>0.21130402387282515</c:v>
                </c:pt>
                <c:pt idx="49" formatCode="0%">
                  <c:v>0.89755909403914169</c:v>
                </c:pt>
                <c:pt idx="51" formatCode="0%">
                  <c:v>0.91236524362102589</c:v>
                </c:pt>
                <c:pt idx="52" formatCode="0%">
                  <c:v>0.73045728338157201</c:v>
                </c:pt>
                <c:pt idx="53" formatCode="0%">
                  <c:v>0.41018867718550189</c:v>
                </c:pt>
                <c:pt idx="54" formatCode="0%">
                  <c:v>3.0217914082302282E-2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Sheet1!$B$365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5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Sheet1!$C$360:$BE$360</c:f>
              <c:strCache>
                <c:ptCount val="55"/>
                <c:pt idx="0">
                  <c:v>Total</c:v>
                </c:pt>
                <c:pt idx="2">
                  <c:v>Varon</c:v>
                </c:pt>
                <c:pt idx="3">
                  <c:v>Mujer</c:v>
                </c:pt>
                <c:pt idx="5">
                  <c:v>16-29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Primario</c:v>
                </c:pt>
                <c:pt idx="11">
                  <c:v>Secundario</c:v>
                </c:pt>
                <c:pt idx="12">
                  <c:v>Superior</c:v>
                </c:pt>
                <c:pt idx="14">
                  <c:v>Baja</c:v>
                </c:pt>
                <c:pt idx="15">
                  <c:v>Media baja</c:v>
                </c:pt>
                <c:pt idx="16">
                  <c:v>Media</c:v>
                </c:pt>
                <c:pt idx="17">
                  <c:v>Media alta y alta</c:v>
                </c:pt>
                <c:pt idx="19">
                  <c:v>GBA</c:v>
                </c:pt>
                <c:pt idx="20">
                  <c:v>Interior</c:v>
                </c:pt>
                <c:pt idx="22">
                  <c:v>1er Cordon</c:v>
                </c:pt>
                <c:pt idx="23">
                  <c:v>2do Cordon</c:v>
                </c:pt>
                <c:pt idx="24">
                  <c:v>3er Cordon</c:v>
                </c:pt>
                <c:pt idx="25">
                  <c:v>Resto</c:v>
                </c:pt>
                <c:pt idx="27">
                  <c:v>1era SE</c:v>
                </c:pt>
                <c:pt idx="28">
                  <c:v>3era SE</c:v>
                </c:pt>
                <c:pt idx="29">
                  <c:v>Resto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No fui a votar</c:v>
                </c:pt>
                <c:pt idx="39">
                  <c:v>Sergio Massa</c:v>
                </c:pt>
                <c:pt idx="40">
                  <c:v>Javier Milei </c:v>
                </c:pt>
                <c:pt idx="41">
                  <c:v>Patricia Bullrich </c:v>
                </c:pt>
                <c:pt idx="43">
                  <c:v>Javier Milei</c:v>
                </c:pt>
                <c:pt idx="44">
                  <c:v>Sergio Massa</c:v>
                </c:pt>
                <c:pt idx="46">
                  <c:v>Muy buena</c:v>
                </c:pt>
                <c:pt idx="47">
                  <c:v>Buena</c:v>
                </c:pt>
                <c:pt idx="48">
                  <c:v>Mala</c:v>
                </c:pt>
                <c:pt idx="49">
                  <c:v>Muy mala</c:v>
                </c:pt>
                <c:pt idx="51">
                  <c:v>Muy buena</c:v>
                </c:pt>
                <c:pt idx="52">
                  <c:v>Buena</c:v>
                </c:pt>
                <c:pt idx="53">
                  <c:v>Mala</c:v>
                </c:pt>
                <c:pt idx="54">
                  <c:v>Muy mala</c:v>
                </c:pt>
              </c:strCache>
            </c:strRef>
          </c:cat>
          <c:val>
            <c:numRef>
              <c:f>Sheet1!$C$365:$BE$365</c:f>
              <c:numCache>
                <c:formatCode>General</c:formatCode>
                <c:ptCount val="55"/>
                <c:pt idx="0" formatCode="0%">
                  <c:v>4.3244052749839217E-2</c:v>
                </c:pt>
                <c:pt idx="2" formatCode="0%">
                  <c:v>4.2858849672157445E-2</c:v>
                </c:pt>
                <c:pt idx="3" formatCode="0%">
                  <c:v>4.3578232714933239E-2</c:v>
                </c:pt>
                <c:pt idx="5" formatCode="0%">
                  <c:v>5.58999776696604E-2</c:v>
                </c:pt>
                <c:pt idx="6" formatCode="0%">
                  <c:v>3.6083715803491324E-3</c:v>
                </c:pt>
                <c:pt idx="7" formatCode="0%">
                  <c:v>5.0128270565612226E-2</c:v>
                </c:pt>
                <c:pt idx="8" formatCode="0%">
                  <c:v>5.9162073458063798E-2</c:v>
                </c:pt>
                <c:pt idx="10" formatCode="0%">
                  <c:v>3.0783966752451031E-2</c:v>
                </c:pt>
                <c:pt idx="11" formatCode="0%">
                  <c:v>6.385653084476714E-2</c:v>
                </c:pt>
                <c:pt idx="12" formatCode="0%">
                  <c:v>3.024408433523039E-2</c:v>
                </c:pt>
                <c:pt idx="14" formatCode="0%">
                  <c:v>3.2661222885818325E-2</c:v>
                </c:pt>
                <c:pt idx="15" formatCode="0%">
                  <c:v>4.3245270147657111E-2</c:v>
                </c:pt>
                <c:pt idx="16" formatCode="0%">
                  <c:v>5.286677025193165E-2</c:v>
                </c:pt>
                <c:pt idx="17" formatCode="0%">
                  <c:v>3.9747867076113996E-2</c:v>
                </c:pt>
                <c:pt idx="19" formatCode="0%">
                  <c:v>5.8595995751021021E-2</c:v>
                </c:pt>
                <c:pt idx="20" formatCode="0%">
                  <c:v>2.7771933760482533E-2</c:v>
                </c:pt>
                <c:pt idx="22" formatCode="0%">
                  <c:v>1.8569001458009039E-2</c:v>
                </c:pt>
                <c:pt idx="23" formatCode="0%">
                  <c:v>3.9819879955647515E-2</c:v>
                </c:pt>
                <c:pt idx="24" formatCode="0%">
                  <c:v>2.2398074228376454E-3</c:v>
                </c:pt>
                <c:pt idx="25" formatCode="0%">
                  <c:v>7.9094388364438287E-2</c:v>
                </c:pt>
                <c:pt idx="27" formatCode="0%">
                  <c:v>3.5827879793388556E-2</c:v>
                </c:pt>
                <c:pt idx="28" formatCode="0%">
                  <c:v>6.2698486541982054E-2</c:v>
                </c:pt>
                <c:pt idx="29" formatCode="0%">
                  <c:v>3.6037402280781762E-2</c:v>
                </c:pt>
                <c:pt idx="31" formatCode="0%">
                  <c:v>6.7123032500834984E-2</c:v>
                </c:pt>
                <c:pt idx="32" formatCode="0%">
                  <c:v>9.5556540858903593E-3</c:v>
                </c:pt>
                <c:pt idx="33" formatCode="0%">
                  <c:v>0.10574625881283324</c:v>
                </c:pt>
                <c:pt idx="34" formatCode="0%">
                  <c:v>7.2575932741896512E-2</c:v>
                </c:pt>
                <c:pt idx="35" formatCode="0%">
                  <c:v>9.9993674524853689E-3</c:v>
                </c:pt>
                <c:pt idx="36" formatCode="0%">
                  <c:v>1.57354098152925E-3</c:v>
                </c:pt>
                <c:pt idx="38" formatCode="0%">
                  <c:v>4.9041436528178897E-3</c:v>
                </c:pt>
                <c:pt idx="39" formatCode="0%">
                  <c:v>5.3679909480183995E-2</c:v>
                </c:pt>
                <c:pt idx="40" formatCode="0%">
                  <c:v>2.0396912558805491E-2</c:v>
                </c:pt>
                <c:pt idx="41" formatCode="0%">
                  <c:v>4.7511158091723696E-2</c:v>
                </c:pt>
                <c:pt idx="43" formatCode="0%">
                  <c:v>4.6759813657193373E-2</c:v>
                </c:pt>
                <c:pt idx="44" formatCode="0%">
                  <c:v>4.918400002210855E-2</c:v>
                </c:pt>
                <c:pt idx="46" formatCode="0%">
                  <c:v>1.8618619356982613E-2</c:v>
                </c:pt>
                <c:pt idx="47" formatCode="0%">
                  <c:v>9.1268100332022761E-2</c:v>
                </c:pt>
                <c:pt idx="48" formatCode="0%">
                  <c:v>1.7273480709746256E-2</c:v>
                </c:pt>
                <c:pt idx="49" formatCode="0%">
                  <c:v>3.6779179941064132E-2</c:v>
                </c:pt>
                <c:pt idx="51" formatCode="0%">
                  <c:v>1.1501266343601581E-2</c:v>
                </c:pt>
                <c:pt idx="52" formatCode="0%">
                  <c:v>7.3968458334828999E-2</c:v>
                </c:pt>
                <c:pt idx="53" formatCode="0%">
                  <c:v>2.4645902449247439E-2</c:v>
                </c:pt>
                <c:pt idx="54" formatCode="0%">
                  <c:v>4.9016506760960581E-2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382767728"/>
        <c:axId val="382770080"/>
      </c:barChart>
      <c:catAx>
        <c:axId val="382767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382770080"/>
        <c:crosses val="autoZero"/>
        <c:auto val="1"/>
        <c:lblAlgn val="ctr"/>
        <c:lblOffset val="100"/>
        <c:noMultiLvlLbl val="0"/>
      </c:catAx>
      <c:valAx>
        <c:axId val="38277008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382767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8822695513792682E-2"/>
          <c:w val="0.99878163292330024"/>
          <c:h val="5.3145558766584042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0.13044</cdr:y>
    </cdr:from>
    <cdr:to>
      <cdr:x>1</cdr:x>
      <cdr:y>0.13044</cdr:y>
    </cdr:to>
    <cdr:cxnSp macro="">
      <cdr:nvCxnSpPr>
        <cdr:cNvPr id="3" name="Conector recto 2">
          <a:extLst xmlns:a="http://schemas.openxmlformats.org/drawingml/2006/main">
            <a:ext uri="{FF2B5EF4-FFF2-40B4-BE49-F238E27FC236}">
              <a16:creationId xmlns="" xmlns:a16="http://schemas.microsoft.com/office/drawing/2014/main" id="{0F880405-B488-4C02-AFB6-334554EAA81C}"/>
            </a:ext>
          </a:extLst>
        </cdr:cNvPr>
        <cdr:cNvCxnSpPr/>
      </cdr:nvCxnSpPr>
      <cdr:spPr>
        <a:xfrm xmlns:a="http://schemas.openxmlformats.org/drawingml/2006/main">
          <a:off x="0" y="672270"/>
          <a:ext cx="5429169" cy="0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bg1">
              <a:lumMod val="75000"/>
            </a:schemeClr>
          </a:solidFill>
        </a:ln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</cdr:x>
      <cdr:y>0.10926</cdr:y>
    </cdr:from>
    <cdr:to>
      <cdr:x>1</cdr:x>
      <cdr:y>0.11255</cdr:y>
    </cdr:to>
    <cdr:cxnSp macro="">
      <cdr:nvCxnSpPr>
        <cdr:cNvPr id="4" name="Conector recto 3">
          <a:extLst xmlns:a="http://schemas.openxmlformats.org/drawingml/2006/main">
            <a:ext uri="{FF2B5EF4-FFF2-40B4-BE49-F238E27FC236}">
              <a16:creationId xmlns="" xmlns:a16="http://schemas.microsoft.com/office/drawing/2014/main" id="{F85E8372-D0C4-4417-A36B-22ECDAAD45A8}"/>
            </a:ext>
          </a:extLst>
        </cdr:cNvPr>
        <cdr:cNvCxnSpPr/>
      </cdr:nvCxnSpPr>
      <cdr:spPr>
        <a:xfrm xmlns:a="http://schemas.openxmlformats.org/drawingml/2006/main">
          <a:off x="-9861401" y="620208"/>
          <a:ext cx="13867726" cy="18675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bg1">
              <a:lumMod val="75000"/>
            </a:schemeClr>
          </a:solidFill>
        </a:ln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</cdr:x>
      <cdr:y>0.13152</cdr:y>
    </cdr:from>
    <cdr:to>
      <cdr:x>1</cdr:x>
      <cdr:y>0.13152</cdr:y>
    </cdr:to>
    <cdr:cxnSp macro="">
      <cdr:nvCxnSpPr>
        <cdr:cNvPr id="4" name="Conector recto 3">
          <a:extLst xmlns:a="http://schemas.openxmlformats.org/drawingml/2006/main">
            <a:ext uri="{FF2B5EF4-FFF2-40B4-BE49-F238E27FC236}">
              <a16:creationId xmlns="" xmlns:a16="http://schemas.microsoft.com/office/drawing/2014/main" id="{C2A17941-D166-4D76-AA43-409140C71FD2}"/>
            </a:ext>
          </a:extLst>
        </cdr:cNvPr>
        <cdr:cNvCxnSpPr/>
      </cdr:nvCxnSpPr>
      <cdr:spPr>
        <a:xfrm xmlns:a="http://schemas.openxmlformats.org/drawingml/2006/main">
          <a:off x="0" y="677451"/>
          <a:ext cx="5641975" cy="0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bg1">
              <a:lumMod val="75000"/>
            </a:schemeClr>
          </a:solidFill>
        </a:ln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</cdr:x>
      <cdr:y>0.13293</cdr:y>
    </cdr:from>
    <cdr:to>
      <cdr:x>1</cdr:x>
      <cdr:y>0.13293</cdr:y>
    </cdr:to>
    <cdr:cxnSp macro="">
      <cdr:nvCxnSpPr>
        <cdr:cNvPr id="4" name="Conector recto 3">
          <a:extLst xmlns:a="http://schemas.openxmlformats.org/drawingml/2006/main">
            <a:ext uri="{FF2B5EF4-FFF2-40B4-BE49-F238E27FC236}">
              <a16:creationId xmlns="" xmlns:a16="http://schemas.microsoft.com/office/drawing/2014/main" id="{C2A17941-D166-4D76-AA43-409140C71FD2}"/>
            </a:ext>
          </a:extLst>
        </cdr:cNvPr>
        <cdr:cNvCxnSpPr/>
      </cdr:nvCxnSpPr>
      <cdr:spPr>
        <a:xfrm xmlns:a="http://schemas.openxmlformats.org/drawingml/2006/main">
          <a:off x="-12230099" y="680755"/>
          <a:ext cx="5891705" cy="0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bg1">
              <a:lumMod val="75000"/>
            </a:schemeClr>
          </a:solidFill>
        </a:ln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0.17193</cdr:x>
      <cdr:y>0.64684</cdr:y>
    </cdr:from>
    <cdr:to>
      <cdr:x>0.22796</cdr:x>
      <cdr:y>0.6809</cdr:y>
    </cdr:to>
    <cdr:sp macro="" textlink="">
      <cdr:nvSpPr>
        <cdr:cNvPr id="3" name="CuadroTexto 2"/>
        <cdr:cNvSpPr txBox="1"/>
      </cdr:nvSpPr>
      <cdr:spPr>
        <a:xfrm xmlns:a="http://schemas.openxmlformats.org/drawingml/2006/main">
          <a:off x="3254836" y="6599811"/>
          <a:ext cx="1060704" cy="3474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s-AR" sz="1100" dirty="0"/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0.17241</cdr:x>
      <cdr:y>0.38498</cdr:y>
    </cdr:from>
    <cdr:to>
      <cdr:x>0.28908</cdr:x>
      <cdr:y>0.43676</cdr:y>
    </cdr:to>
    <cdr:sp macro="" textlink="">
      <cdr:nvSpPr>
        <cdr:cNvPr id="2" name="Rectángulo 1">
          <a:extLst xmlns:a="http://schemas.openxmlformats.org/drawingml/2006/main">
            <a:ext uri="{FF2B5EF4-FFF2-40B4-BE49-F238E27FC236}">
              <a16:creationId xmlns:r="http://schemas.openxmlformats.org/officeDocument/2006/relationships" xmlns:p="http://schemas.openxmlformats.org/presentationml/2006/main" xmlns="" xmlns:a16="http://schemas.microsoft.com/office/drawing/2014/main" xmlns:lc="http://schemas.openxmlformats.org/drawingml/2006/lockedCanvas" id="{22F1A71F-7671-07FB-EDA7-55815011DA4C}"/>
            </a:ext>
          </a:extLst>
        </cdr:cNvPr>
        <cdr:cNvSpPr/>
      </cdr:nvSpPr>
      <cdr:spPr>
        <a:xfrm xmlns:a="http://schemas.openxmlformats.org/drawingml/2006/main">
          <a:off x="3909475" y="4181177"/>
          <a:ext cx="2645641" cy="562395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/>
        </a:solidFill>
        <a:ln xmlns:a="http://schemas.openxmlformats.org/drawingml/2006/main" w="28575">
          <a:solidFill>
            <a:srgbClr val="0070C0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n-US"/>
          </a:defPPr>
          <a:lvl1pPr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1217613" indent="-760413"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2436813" indent="-1522413"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3656013" indent="-2284413"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4875213" indent="-3046413"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4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4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4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4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s-AR" sz="2400" b="1" dirty="0" smtClean="0">
              <a:solidFill>
                <a:srgbClr val="0070C0"/>
              </a:solidFill>
              <a:latin typeface="HelveticaNeue Std (Cuerpo)"/>
            </a:rPr>
            <a:t>Peronismo</a:t>
          </a:r>
          <a:r>
            <a:rPr lang="es-AR" sz="2400" b="1" dirty="0">
              <a:solidFill>
                <a:srgbClr val="0070C0"/>
              </a:solidFill>
              <a:latin typeface="HelveticaNeue Std (Cuerpo)"/>
            </a:rPr>
            <a:t>: </a:t>
          </a:r>
          <a:r>
            <a:rPr lang="es-AR" sz="2400" b="1" dirty="0" smtClean="0">
              <a:solidFill>
                <a:srgbClr val="0070C0"/>
              </a:solidFill>
              <a:latin typeface="HelveticaNeue Std (Cuerpo)"/>
            </a:rPr>
            <a:t>32%</a:t>
          </a:r>
          <a:endParaRPr lang="es-AR" sz="2400" b="1" dirty="0">
            <a:solidFill>
              <a:srgbClr val="0070C0"/>
            </a:solidFill>
            <a:latin typeface="HelveticaNeue Std (Cuerpo)"/>
          </a:endParaRPr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0.17193</cdr:x>
      <cdr:y>0.64684</cdr:y>
    </cdr:from>
    <cdr:to>
      <cdr:x>0.22796</cdr:x>
      <cdr:y>0.6809</cdr:y>
    </cdr:to>
    <cdr:sp macro="" textlink="">
      <cdr:nvSpPr>
        <cdr:cNvPr id="3" name="CuadroTexto 2"/>
        <cdr:cNvSpPr txBox="1"/>
      </cdr:nvSpPr>
      <cdr:spPr>
        <a:xfrm xmlns:a="http://schemas.openxmlformats.org/drawingml/2006/main">
          <a:off x="3254836" y="6599811"/>
          <a:ext cx="1060704" cy="3474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s-AR" sz="1100" dirty="0"/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0.17193</cdr:x>
      <cdr:y>0.64684</cdr:y>
    </cdr:from>
    <cdr:to>
      <cdr:x>0.22796</cdr:x>
      <cdr:y>0.6809</cdr:y>
    </cdr:to>
    <cdr:sp macro="" textlink="">
      <cdr:nvSpPr>
        <cdr:cNvPr id="3" name="CuadroTexto 2"/>
        <cdr:cNvSpPr txBox="1"/>
      </cdr:nvSpPr>
      <cdr:spPr>
        <a:xfrm xmlns:a="http://schemas.openxmlformats.org/drawingml/2006/main">
          <a:off x="3254836" y="6599811"/>
          <a:ext cx="1060704" cy="3474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s-AR" sz="1100" dirty="0"/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0.03742</cdr:x>
      <cdr:y>0.52509</cdr:y>
    </cdr:from>
    <cdr:to>
      <cdr:x>0.99817</cdr:x>
      <cdr:y>0.52685</cdr:y>
    </cdr:to>
    <cdr:cxnSp macro="">
      <cdr:nvCxnSpPr>
        <cdr:cNvPr id="3" name="Conector recto 2">
          <a:extLst xmlns:a="http://schemas.openxmlformats.org/drawingml/2006/main">
            <a:ext uri="{FF2B5EF4-FFF2-40B4-BE49-F238E27FC236}">
              <a16:creationId xmlns="" xmlns:a16="http://schemas.microsoft.com/office/drawing/2014/main" id="{F5E54259-0CE2-9544-DE3B-73FA9C32912C}"/>
            </a:ext>
          </a:extLst>
        </cdr:cNvPr>
        <cdr:cNvCxnSpPr/>
      </cdr:nvCxnSpPr>
      <cdr:spPr>
        <a:xfrm xmlns:a="http://schemas.openxmlformats.org/drawingml/2006/main" flipV="1">
          <a:off x="862335" y="5711632"/>
          <a:ext cx="22141515" cy="19050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chemeClr val="tx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="" xmlns:a16="http://schemas.microsoft.com/office/drawing/2014/main" id="{2A847946-9BE3-4CF4-BA9D-EF2008D7D4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300E4230-685D-4F1C-BCE1-0888764AFF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02445CB-7166-4038-A7B1-61AFE9768C96}" type="datetimeFigureOut">
              <a:rPr lang="es-AR"/>
              <a:pPr>
                <a:defRPr/>
              </a:pPr>
              <a:t>12/3/2025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2B4B9E78-71F2-4026-91FA-3C7D3CE5DC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CC61D676-CD4B-4492-88F1-08F04C314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A531F3B-ED6B-405D-BD46-1EB9D78C9834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1603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="" xmlns:a16="http://schemas.microsoft.com/office/drawing/2014/main" id="{1095A6BA-C13B-4BE5-A62B-CC25B691C1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A70E4BFA-BCCD-4212-B8C3-371A2E2C3C8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FCD622D-ABF3-42F6-960E-AED95841111E}" type="datetimeFigureOut">
              <a:rPr lang="es-AR"/>
              <a:pPr>
                <a:defRPr/>
              </a:pPr>
              <a:t>12/3/2025</a:t>
            </a:fld>
            <a:endParaRPr lang="es-AR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="" xmlns:a16="http://schemas.microsoft.com/office/drawing/2014/main" id="{B9BBACC0-2219-4046-B681-F8ADA9E5F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AR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="" xmlns:a16="http://schemas.microsoft.com/office/drawing/2014/main" id="{36017F63-06EF-4CE4-849D-D4B2AE2DC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AR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174C67C8-E66B-49F4-96F3-10A1ED4305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CA404766-7773-4B67-860D-29B5ED4A7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EBA88CF-02B0-45EF-BD97-B9BFA8CEC404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5917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28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72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16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60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14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057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00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743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 smtClean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3EEAAA-D3DF-4451-9A6A-57F0D03AACA0}" type="slidenum">
              <a:rPr lang="es-AR" smtClean="0"/>
              <a:pPr>
                <a:defRPr/>
              </a:pPr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7152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02E9B0-F88E-42B5-9D89-D79EA4AFBE42}" type="slidenum">
              <a:rPr lang="es-AR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923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1DF9DC-4862-4773-8904-AA847E73A7E5}" type="slidenum">
              <a:rPr lang="es-AR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7935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49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5438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380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C2C050-9AEF-48BE-A487-8602CAC3AA10}" type="slidenum">
              <a:rPr lang="es-AR" smtClean="0">
                <a:solidFill>
                  <a:prstClr val="black"/>
                </a:solidFill>
              </a:rPr>
              <a:pPr>
                <a:defRPr/>
              </a:pPr>
              <a:t>11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9988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2CD1A8-4BF9-43B1-B9D0-D02558E8B091}" type="slidenum">
              <a:rPr lang="es-AR" smtClean="0">
                <a:solidFill>
                  <a:prstClr val="black"/>
                </a:solidFill>
              </a:rPr>
              <a:pPr>
                <a:defRPr/>
              </a:pPr>
              <a:t>18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6653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A942C3F-FC05-4325-B3D1-FF66EBD9A094}" type="slidenum">
              <a:rPr lang="es-AR" smtClean="0">
                <a:solidFill>
                  <a:prstClr val="black"/>
                </a:solidFill>
              </a:rPr>
              <a:pPr>
                <a:defRPr/>
              </a:pPr>
              <a:t>19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154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937356-C3B9-4605-A89C-2C615ABE7999}" type="slidenum">
              <a:rPr lang="es-AR" smtClean="0">
                <a:solidFill>
                  <a:prstClr val="black"/>
                </a:solidFill>
              </a:rPr>
              <a:pPr>
                <a:defRPr/>
              </a:pPr>
              <a:t>20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0118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DADB6A-778B-0912-C41F-50E91AF2C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Marcador de imagen de diapositiva 1">
            <a:extLst>
              <a:ext uri="{FF2B5EF4-FFF2-40B4-BE49-F238E27FC236}">
                <a16:creationId xmlns:a16="http://schemas.microsoft.com/office/drawing/2014/main" xmlns="" id="{4C41F9BD-649E-8CB3-21D1-F877E1A5C4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Marcador de notas 2">
            <a:extLst>
              <a:ext uri="{FF2B5EF4-FFF2-40B4-BE49-F238E27FC236}">
                <a16:creationId xmlns:a16="http://schemas.microsoft.com/office/drawing/2014/main" xmlns="" id="{08CC0930-6AFD-3377-AEA5-A23757CE42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D229592B-5D80-28B2-A383-E5CD0DB47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F937356-C3B9-4605-A89C-2C615ABE7999}" type="slidenum">
              <a:rPr lang="es-AR" smtClean="0">
                <a:solidFill>
                  <a:prstClr val="black"/>
                </a:solidFill>
              </a:rPr>
              <a:pPr>
                <a:defRPr/>
              </a:pPr>
              <a:t>21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2547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A7446B-9221-4BA8-8604-7709E7473789}" type="slidenum">
              <a:rPr lang="es-AR" smtClean="0">
                <a:solidFill>
                  <a:prstClr val="black"/>
                </a:solidFill>
              </a:rPr>
              <a:pPr>
                <a:defRPr/>
              </a:pPr>
              <a:t>24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538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E14D4B-A4E1-4C90-9A7D-0740ED85E7EC}" type="slidenum">
              <a:rPr lang="es-AR" smtClean="0">
                <a:solidFill>
                  <a:prstClr val="black"/>
                </a:solidFill>
              </a:rPr>
              <a:pPr>
                <a:defRPr/>
              </a:pPr>
              <a:t>25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443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3E61A9-1CB2-48C8-8BE5-21782A3C6B52}" type="slidenum">
              <a:rPr lang="es-AR" smtClean="0">
                <a:solidFill>
                  <a:prstClr val="black"/>
                </a:solidFill>
              </a:rPr>
              <a:pPr>
                <a:defRPr/>
              </a:pPr>
              <a:t>27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6548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23813B-1E9D-428A-96CE-7259DAD295EF}" type="slidenum">
              <a:rPr lang="es-AR" smtClean="0">
                <a:solidFill>
                  <a:prstClr val="black"/>
                </a:solidFill>
              </a:rPr>
              <a:pPr>
                <a:defRPr/>
              </a:pPr>
              <a:t>28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081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83FB3B1-A0FA-46AD-A1A3-5188288C17F8}" type="slidenum">
              <a:rPr lang="es-AR" smtClean="0">
                <a:solidFill>
                  <a:prstClr val="black"/>
                </a:solidFill>
              </a:rPr>
              <a:pPr>
                <a:defRPr/>
              </a:pPr>
              <a:t>29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179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Google Shape;799;p29:notes"/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Google Shape;800;p29:notes"/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AR" altLang="es-AR"/>
          </a:p>
        </p:txBody>
      </p:sp>
      <p:sp>
        <p:nvSpPr>
          <p:cNvPr id="801" name="Google Shape;801;p29:notes">
            <a:extLst>
              <a:ext uri="{FF2B5EF4-FFF2-40B4-BE49-F238E27FC236}">
                <a16:creationId xmlns="" xmlns:a16="http://schemas.microsoft.com/office/drawing/2014/main" id="{93195B9A-0E4C-AD75-11FB-F72B045DD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spcFirstLastPara="1" wrap="square" lIns="91425" tIns="45700" rIns="91425" bIns="45700" anchorCtr="0">
            <a:noAutofit/>
          </a:bodyPr>
          <a:lstStyle/>
          <a:p>
            <a:pPr>
              <a:defRPr/>
            </a:pPr>
            <a:fld id="{87189688-6381-4B5E-B29E-7A152775DF99}" type="slidenum">
              <a:rPr lang="es-AR">
                <a:solidFill>
                  <a:srgbClr val="000000"/>
                </a:solidFill>
              </a:rPr>
              <a:pPr>
                <a:defRPr/>
              </a:pPr>
              <a:t>30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6053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6E5E516C-9256-5C70-C650-48C3E5A4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Google Shape;799;p29:notes">
            <a:extLst>
              <a:ext uri="{FF2B5EF4-FFF2-40B4-BE49-F238E27FC236}">
                <a16:creationId xmlns="" xmlns:a16="http://schemas.microsoft.com/office/drawing/2014/main" id="{0020013E-0DBC-08B5-C31E-1B37C248D36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Google Shape;800;p29:notes">
            <a:extLst>
              <a:ext uri="{FF2B5EF4-FFF2-40B4-BE49-F238E27FC236}">
                <a16:creationId xmlns="" xmlns:a16="http://schemas.microsoft.com/office/drawing/2014/main" id="{3ED15ECD-64F3-FB94-2B64-3A496E6C6304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AR" altLang="es-AR"/>
          </a:p>
        </p:txBody>
      </p:sp>
      <p:sp>
        <p:nvSpPr>
          <p:cNvPr id="801" name="Google Shape;801;p29:notes">
            <a:extLst>
              <a:ext uri="{FF2B5EF4-FFF2-40B4-BE49-F238E27FC236}">
                <a16:creationId xmlns="" xmlns:a16="http://schemas.microsoft.com/office/drawing/2014/main" id="{193E11D3-C14A-5211-A152-FBD3C00CF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spcFirstLastPara="1" wrap="square" lIns="91425" tIns="45700" rIns="91425" bIns="45700" anchorCtr="0">
            <a:noAutofit/>
          </a:bodyPr>
          <a:lstStyle/>
          <a:p>
            <a:pPr>
              <a:defRPr/>
            </a:pPr>
            <a:fld id="{87189688-6381-4B5E-B29E-7A152775DF99}" type="slidenum">
              <a:rPr lang="es-AR">
                <a:solidFill>
                  <a:srgbClr val="000000"/>
                </a:solidFill>
              </a:rPr>
              <a:pPr>
                <a:defRPr/>
              </a:pPr>
              <a:t>31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360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8249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74756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46D826A0-6BA5-4B16-A8AE-B5AEBA6E6DFA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0660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7680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1EAC410B-87CF-4D65-BD04-F449F805C07F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637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7749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3812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2531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1724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53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0501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39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s-AR" alt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0FC2DC-DB24-484B-BAC2-22D840562F23}" type="slidenum">
              <a:rPr lang="es-AR" smtClean="0">
                <a:solidFill>
                  <a:prstClr val="black"/>
                </a:solidFill>
              </a:rPr>
              <a:pPr>
                <a:defRPr/>
              </a:pPr>
              <a:t>55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3213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56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2599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57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43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B190039-D615-303F-FECC-EF7323DCA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imagen de diapositiva 1">
            <a:extLst>
              <a:ext uri="{FF2B5EF4-FFF2-40B4-BE49-F238E27FC236}">
                <a16:creationId xmlns="" xmlns:a16="http://schemas.microsoft.com/office/drawing/2014/main" id="{0E88C979-69F2-F7F4-7D28-E3DEA0DD56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notas 2">
            <a:extLst>
              <a:ext uri="{FF2B5EF4-FFF2-40B4-BE49-F238E27FC236}">
                <a16:creationId xmlns="" xmlns:a16="http://schemas.microsoft.com/office/drawing/2014/main" id="{5C476348-1816-FE52-23AD-9193FF35F9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/>
          </a:p>
        </p:txBody>
      </p:sp>
      <p:sp>
        <p:nvSpPr>
          <p:cNvPr id="25604" name="Marcador de número de diapositiva 3">
            <a:extLst>
              <a:ext uri="{FF2B5EF4-FFF2-40B4-BE49-F238E27FC236}">
                <a16:creationId xmlns="" xmlns:a16="http://schemas.microsoft.com/office/drawing/2014/main" id="{99BF5D56-F6B1-BB91-15C2-8E7A6E43C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fld id="{27953701-18B1-4F0D-BD7A-94C05407DC09}" type="slidenum">
              <a:rPr lang="es-AR" sz="1200" smtClean="0">
                <a:solidFill>
                  <a:prstClr val="black"/>
                </a:solidFill>
                <a:latin typeface="Calibri" panose="020F0502020204030204" pitchFamily="34" charset="0"/>
              </a:rPr>
              <a:pPr/>
              <a:t>59</a:t>
            </a:fld>
            <a:endParaRPr lang="es-AR" sz="120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53335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63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0124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3824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E4C3514-E9AA-4E4E-901A-AA30466C567A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73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5853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5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141316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F0A5335-AA4D-4AC8-BE03-FDCF81312388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75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2367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77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5990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78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1847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79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6854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80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1672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81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3951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82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48607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83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3003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84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03845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98853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86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4132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87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49768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88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31280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89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1431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90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4826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91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85676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92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83970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93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25827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94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36871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95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0301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96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28235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97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48099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98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79663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100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45180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101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07047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102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44625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103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73211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105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91409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106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19972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107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93421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108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310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ratu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" t="5586" r="5984" b="14954"/>
          <a:stretch>
            <a:fillRect/>
          </a:stretch>
        </p:blipFill>
        <p:spPr bwMode="auto">
          <a:xfrm>
            <a:off x="0" y="393700"/>
            <a:ext cx="24272875" cy="1259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6933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FB77EE90-AC52-4B3F-A969-0D8FDC0C8765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="" xmlns:a16="http://schemas.microsoft.com/office/drawing/2014/main" id="{6CBA3942-A5B0-4532-B125-9DB67683036F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ector recto 6">
            <a:extLst>
              <a:ext uri="{FF2B5EF4-FFF2-40B4-BE49-F238E27FC236}">
                <a16:creationId xmlns="" xmlns:a16="http://schemas.microsoft.com/office/drawing/2014/main" id="{AAF9B887-9B68-4BD8-B092-4FB09EBD0B44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="" xmlns:a16="http://schemas.microsoft.com/office/drawing/2014/main" id="{25F0AC9D-AF2B-4133-8CE6-7D3C70479B06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  <p:sp>
        <p:nvSpPr>
          <p:cNvPr id="9" name="Marcador de pie de página 4">
            <a:extLst>
              <a:ext uri="{FF2B5EF4-FFF2-40B4-BE49-F238E27FC236}">
                <a16:creationId xmlns="" xmlns:a16="http://schemas.microsoft.com/office/drawing/2014/main" id="{D405B260-7538-4AD8-85F3-CA04DC141F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="" xmlns:a16="http://schemas.microsoft.com/office/drawing/2014/main" id="{D207D6BB-FA50-4491-BE85-F9A883B7AB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BC3FB5F7-9A28-4D6C-8714-D7A6B7ED0046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646095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DD076234-0766-44FE-AF72-ED6765817A5C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="" xmlns:a16="http://schemas.microsoft.com/office/drawing/2014/main" id="{89D5AFC2-2B23-49BD-BDDC-8C3E00146A40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="" xmlns:a16="http://schemas.microsoft.com/office/drawing/2014/main" id="{FB5B6A96-3D09-4435-B8C6-387D571EDB4F}"/>
              </a:ext>
            </a:extLst>
          </p:cNvPr>
          <p:cNvCxnSpPr/>
          <p:nvPr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="" xmlns:a16="http://schemas.microsoft.com/office/drawing/2014/main" id="{9C0B164B-4049-484C-B0D7-17F400BB3817}"/>
              </a:ext>
            </a:extLst>
          </p:cNvPr>
          <p:cNvCxnSpPr/>
          <p:nvPr/>
        </p:nvCxnSpPr>
        <p:spPr>
          <a:xfrm>
            <a:off x="16217900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áfico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="" xmlns:a16="http://schemas.microsoft.com/office/drawing/2014/main" id="{6A15AB9A-62A8-46DF-9C87-8E822E7DAED1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="" xmlns:a16="http://schemas.microsoft.com/office/drawing/2014/main" id="{DD1FC266-E919-4CE9-B646-016973896DDC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="" xmlns:a16="http://schemas.microsoft.com/office/drawing/2014/main" id="{25C95704-0BF8-48EC-AFFA-ABDCCB2F0E2D}"/>
              </a:ext>
            </a:extLst>
          </p:cNvPr>
          <p:cNvCxnSpPr/>
          <p:nvPr userDrawn="1"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="" xmlns:a16="http://schemas.microsoft.com/office/drawing/2014/main" id="{CFA44746-0DC8-4298-8F20-F2B9D0A24219}"/>
              </a:ext>
            </a:extLst>
          </p:cNvPr>
          <p:cNvCxnSpPr/>
          <p:nvPr userDrawn="1"/>
        </p:nvCxnSpPr>
        <p:spPr>
          <a:xfrm>
            <a:off x="16217900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  <p:sp>
        <p:nvSpPr>
          <p:cNvPr id="13" name="Marcador de pie de página 4">
            <a:extLst>
              <a:ext uri="{FF2B5EF4-FFF2-40B4-BE49-F238E27FC236}">
                <a16:creationId xmlns="" xmlns:a16="http://schemas.microsoft.com/office/drawing/2014/main" id="{A48E0AB2-F12F-4229-83B4-6FE191C7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="" xmlns:a16="http://schemas.microsoft.com/office/drawing/2014/main" id="{DFED3621-E51D-4D33-B8B8-6E77F9D3D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2FD5591-0DDA-4689-828C-90ADDDCC6247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507935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6F076492-65B7-4C6A-BF63-33F5B7F41BE9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="" xmlns:a16="http://schemas.microsoft.com/office/drawing/2014/main" id="{A590755A-A3CE-418F-9080-67BDE4BB8328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="" xmlns:a16="http://schemas.microsoft.com/office/drawing/2014/main" id="{1601FFF3-1DFA-4375-BB40-75F3E9BEEC87}"/>
              </a:ext>
            </a:extLst>
          </p:cNvPr>
          <p:cNvCxnSpPr/>
          <p:nvPr/>
        </p:nvCxnSpPr>
        <p:spPr>
          <a:xfrm>
            <a:off x="12226925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="" xmlns:a16="http://schemas.microsoft.com/office/drawing/2014/main" id="{76094B25-AF01-4EB5-98BE-C8CD2CE37523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="" xmlns:a16="http://schemas.microsoft.com/office/drawing/2014/main" id="{4ABCE2B1-627E-4621-A76F-6D0CEE084028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="" xmlns:a16="http://schemas.microsoft.com/office/drawing/2014/main" id="{16F3F221-A4E0-492D-993F-481DBEE5E1C8}"/>
              </a:ext>
            </a:extLst>
          </p:cNvPr>
          <p:cNvCxnSpPr/>
          <p:nvPr userDrawn="1"/>
        </p:nvCxnSpPr>
        <p:spPr>
          <a:xfrm>
            <a:off x="12226925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="" xmlns:a16="http://schemas.microsoft.com/office/drawing/2014/main" id="{6667BEFD-C07E-4A42-B959-AA5BF47D6D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="" xmlns:a16="http://schemas.microsoft.com/office/drawing/2014/main" id="{DC3769ED-B0DA-44B0-A305-A210819F04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26E160C-46CA-45CB-A778-C6C9840497FC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4065652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DD076234-0766-44FE-AF72-ED6765817A5C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="" xmlns:a16="http://schemas.microsoft.com/office/drawing/2014/main" id="{89D5AFC2-2B23-49BD-BDDC-8C3E00146A40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="" xmlns:a16="http://schemas.microsoft.com/office/drawing/2014/main" id="{FB5B6A96-3D09-4435-B8C6-387D571EDB4F}"/>
              </a:ext>
            </a:extLst>
          </p:cNvPr>
          <p:cNvCxnSpPr/>
          <p:nvPr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="" xmlns:a16="http://schemas.microsoft.com/office/drawing/2014/main" id="{6A15AB9A-62A8-46DF-9C87-8E822E7DAED1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="" xmlns:a16="http://schemas.microsoft.com/office/drawing/2014/main" id="{DD1FC266-E919-4CE9-B646-016973896DDC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="" xmlns:a16="http://schemas.microsoft.com/office/drawing/2014/main" id="{25C95704-0BF8-48EC-AFFA-ABDCCB2F0E2D}"/>
              </a:ext>
            </a:extLst>
          </p:cNvPr>
          <p:cNvCxnSpPr/>
          <p:nvPr userDrawn="1"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="" xmlns:a16="http://schemas.microsoft.com/office/drawing/2014/main" id="{A48E0AB2-F12F-4229-83B4-6FE191C7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="" xmlns:a16="http://schemas.microsoft.com/office/drawing/2014/main" id="{DFED3621-E51D-4D33-B8B8-6E77F9D3D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93FED9F-D15C-44F1-B922-EAED7A5C27FB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649748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="" xmlns:a16="http://schemas.microsoft.com/office/drawing/2014/main" id="{1A077937-07DC-4FDC-AC91-BDE4FB673A5F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Conector recto 5">
            <a:extLst>
              <a:ext uri="{FF2B5EF4-FFF2-40B4-BE49-F238E27FC236}">
                <a16:creationId xmlns="" xmlns:a16="http://schemas.microsoft.com/office/drawing/2014/main" id="{42B07230-1F71-47D8-8BD7-063354CF5099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pie de página 4">
            <a:extLst>
              <a:ext uri="{FF2B5EF4-FFF2-40B4-BE49-F238E27FC236}">
                <a16:creationId xmlns="" xmlns:a16="http://schemas.microsoft.com/office/drawing/2014/main" id="{90B56D98-CEF5-45DC-B82C-B31A346512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="" xmlns:a16="http://schemas.microsoft.com/office/drawing/2014/main" id="{6A0570F6-F42B-4D9C-815F-66E7BA32C1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BA6F79E7-6DC6-44FC-B100-03A6C924ECA8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3214215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="" xmlns:a16="http://schemas.microsoft.com/office/drawing/2014/main" id="{1FF3520E-31A2-4709-985A-AE6ACDB3A3B2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7D0A3B32-85A4-49AE-A1E5-D3D6977C3D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042D1153-C229-4B06-9F44-9FEA018E30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E5804C2F-4738-486C-A1BA-3764D49B885D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835647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="" xmlns:a16="http://schemas.microsoft.com/office/drawing/2014/main" id="{170A9F63-06A8-4DB5-85D0-3B15E56D1BCA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03AF7A37-8794-4E01-B504-1C055E8112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8D1CFCBD-99A8-479B-AB6E-A0DE7B1142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0BC4BCBF-8625-4648-BBF6-98C0E60DD74B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613763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2017713"/>
            <a:ext cx="22610762" cy="1158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ráfico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2017713"/>
            <a:ext cx="22610762" cy="1158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184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ratul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6888" y="8447088"/>
            <a:ext cx="6264275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áfico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1270000"/>
            <a:ext cx="22615525" cy="676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áfico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6888" y="8447088"/>
            <a:ext cx="6264275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1270000"/>
            <a:ext cx="22615525" cy="676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ítulo 1"/>
          <p:cNvSpPr>
            <a:spLocks noGrp="1"/>
          </p:cNvSpPr>
          <p:nvPr>
            <p:ph type="title"/>
          </p:nvPr>
        </p:nvSpPr>
        <p:spPr>
          <a:xfrm>
            <a:off x="1161049" y="8635751"/>
            <a:ext cx="8918702" cy="2419677"/>
          </a:xfrm>
        </p:spPr>
        <p:txBody>
          <a:bodyPr anchor="b"/>
          <a:lstStyle>
            <a:lvl1pPr>
              <a:defRPr sz="5600" b="1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14" name="Marcador de texto 2"/>
          <p:cNvSpPr>
            <a:spLocks noGrp="1"/>
          </p:cNvSpPr>
          <p:nvPr>
            <p:ph type="body" idx="1"/>
          </p:nvPr>
        </p:nvSpPr>
        <p:spPr>
          <a:xfrm>
            <a:off x="1161049" y="11259009"/>
            <a:ext cx="8918702" cy="127245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914343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686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2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37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1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05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74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1662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ratu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9" b="2565"/>
          <a:stretch>
            <a:fillRect/>
          </a:stretch>
        </p:blipFill>
        <p:spPr bwMode="auto">
          <a:xfrm>
            <a:off x="0" y="-544513"/>
            <a:ext cx="24299863" cy="1581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7"/>
          <p:cNvSpPr txBox="1">
            <a:spLocks noChangeArrowheads="1"/>
          </p:cNvSpPr>
          <p:nvPr userDrawn="1"/>
        </p:nvSpPr>
        <p:spPr bwMode="auto">
          <a:xfrm>
            <a:off x="13547725" y="2743200"/>
            <a:ext cx="52895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s-AR" altLang="es-AR" sz="3600">
                <a:solidFill>
                  <a:srgbClr val="FFFFFF"/>
                </a:solidFill>
              </a:rPr>
              <a:t>25 al 27 de Abril de 2021</a:t>
            </a:r>
            <a:endParaRPr lang="es-ES" altLang="es-AR" sz="3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005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FB77EE90-AC52-4B3F-A969-0D8FDC0C8765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="" xmlns:a16="http://schemas.microsoft.com/office/drawing/2014/main" id="{6CBA3942-A5B0-4532-B125-9DB67683036F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ector recto 6">
            <a:extLst>
              <a:ext uri="{FF2B5EF4-FFF2-40B4-BE49-F238E27FC236}">
                <a16:creationId xmlns="" xmlns:a16="http://schemas.microsoft.com/office/drawing/2014/main" id="{AAF9B887-9B68-4BD8-B092-4FB09EBD0B44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="" xmlns:a16="http://schemas.microsoft.com/office/drawing/2014/main" id="{25F0AC9D-AF2B-4133-8CE6-7D3C70479B06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  <p:sp>
        <p:nvSpPr>
          <p:cNvPr id="9" name="Marcador de pie de página 4">
            <a:extLst>
              <a:ext uri="{FF2B5EF4-FFF2-40B4-BE49-F238E27FC236}">
                <a16:creationId xmlns="" xmlns:a16="http://schemas.microsoft.com/office/drawing/2014/main" id="{D405B260-7538-4AD8-85F3-CA04DC141F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Abril 2019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="" xmlns:a16="http://schemas.microsoft.com/office/drawing/2014/main" id="{D207D6BB-FA50-4491-BE85-F9A883B7AB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828607DA-B92C-4A4E-876A-5CEEE8747D7B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719532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DD076234-0766-44FE-AF72-ED6765817A5C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="" xmlns:a16="http://schemas.microsoft.com/office/drawing/2014/main" id="{89D5AFC2-2B23-49BD-BDDC-8C3E00146A40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="" xmlns:a16="http://schemas.microsoft.com/office/drawing/2014/main" id="{FB5B6A96-3D09-4435-B8C6-387D571EDB4F}"/>
              </a:ext>
            </a:extLst>
          </p:cNvPr>
          <p:cNvCxnSpPr/>
          <p:nvPr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="" xmlns:a16="http://schemas.microsoft.com/office/drawing/2014/main" id="{9C0B164B-4049-484C-B0D7-17F400BB3817}"/>
              </a:ext>
            </a:extLst>
          </p:cNvPr>
          <p:cNvCxnSpPr/>
          <p:nvPr/>
        </p:nvCxnSpPr>
        <p:spPr>
          <a:xfrm>
            <a:off x="16217900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áfico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="" xmlns:a16="http://schemas.microsoft.com/office/drawing/2014/main" id="{6A15AB9A-62A8-46DF-9C87-8E822E7DAED1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="" xmlns:a16="http://schemas.microsoft.com/office/drawing/2014/main" id="{DD1FC266-E919-4CE9-B646-016973896DDC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="" xmlns:a16="http://schemas.microsoft.com/office/drawing/2014/main" id="{25C95704-0BF8-48EC-AFFA-ABDCCB2F0E2D}"/>
              </a:ext>
            </a:extLst>
          </p:cNvPr>
          <p:cNvCxnSpPr/>
          <p:nvPr userDrawn="1"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="" xmlns:a16="http://schemas.microsoft.com/office/drawing/2014/main" id="{CFA44746-0DC8-4298-8F20-F2B9D0A24219}"/>
              </a:ext>
            </a:extLst>
          </p:cNvPr>
          <p:cNvCxnSpPr/>
          <p:nvPr userDrawn="1"/>
        </p:nvCxnSpPr>
        <p:spPr>
          <a:xfrm>
            <a:off x="16217900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  <p:sp>
        <p:nvSpPr>
          <p:cNvPr id="13" name="Marcador de pie de página 4">
            <a:extLst>
              <a:ext uri="{FF2B5EF4-FFF2-40B4-BE49-F238E27FC236}">
                <a16:creationId xmlns="" xmlns:a16="http://schemas.microsoft.com/office/drawing/2014/main" id="{A48E0AB2-F12F-4229-83B4-6FE191C7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Abril 2019</a:t>
            </a:r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="" xmlns:a16="http://schemas.microsoft.com/office/drawing/2014/main" id="{DFED3621-E51D-4D33-B8B8-6E77F9D3D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C138E761-617F-49E8-B5E8-BBD04998E27F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631655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6F076492-65B7-4C6A-BF63-33F5B7F41BE9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="" xmlns:a16="http://schemas.microsoft.com/office/drawing/2014/main" id="{A590755A-A3CE-418F-9080-67BDE4BB8328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="" xmlns:a16="http://schemas.microsoft.com/office/drawing/2014/main" id="{1601FFF3-1DFA-4375-BB40-75F3E9BEEC87}"/>
              </a:ext>
            </a:extLst>
          </p:cNvPr>
          <p:cNvCxnSpPr/>
          <p:nvPr/>
        </p:nvCxnSpPr>
        <p:spPr>
          <a:xfrm>
            <a:off x="12226925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="" xmlns:a16="http://schemas.microsoft.com/office/drawing/2014/main" id="{76094B25-AF01-4EB5-98BE-C8CD2CE37523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="" xmlns:a16="http://schemas.microsoft.com/office/drawing/2014/main" id="{4ABCE2B1-627E-4621-A76F-6D0CEE084028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="" xmlns:a16="http://schemas.microsoft.com/office/drawing/2014/main" id="{16F3F221-A4E0-492D-993F-481DBEE5E1C8}"/>
              </a:ext>
            </a:extLst>
          </p:cNvPr>
          <p:cNvCxnSpPr/>
          <p:nvPr userDrawn="1"/>
        </p:nvCxnSpPr>
        <p:spPr>
          <a:xfrm>
            <a:off x="12226925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="" xmlns:a16="http://schemas.microsoft.com/office/drawing/2014/main" id="{6667BEFD-C07E-4A42-B959-AA5BF47D6D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Abril 2019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="" xmlns:a16="http://schemas.microsoft.com/office/drawing/2014/main" id="{DC3769ED-B0DA-44B0-A305-A210819F04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28439580-8B0F-4009-B7D6-0BACB2E1FF75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3252594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="" xmlns:a16="http://schemas.microsoft.com/office/drawing/2014/main" id="{DD076234-0766-44FE-AF72-ED6765817A5C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="" xmlns:a16="http://schemas.microsoft.com/office/drawing/2014/main" id="{89D5AFC2-2B23-49BD-BDDC-8C3E00146A40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="" xmlns:a16="http://schemas.microsoft.com/office/drawing/2014/main" id="{FB5B6A96-3D09-4435-B8C6-387D571EDB4F}"/>
              </a:ext>
            </a:extLst>
          </p:cNvPr>
          <p:cNvCxnSpPr/>
          <p:nvPr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="" xmlns:a16="http://schemas.microsoft.com/office/drawing/2014/main" id="{6A15AB9A-62A8-46DF-9C87-8E822E7DAED1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="" xmlns:a16="http://schemas.microsoft.com/office/drawing/2014/main" id="{DD1FC266-E919-4CE9-B646-016973896DDC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="" xmlns:a16="http://schemas.microsoft.com/office/drawing/2014/main" id="{25C95704-0BF8-48EC-AFFA-ABDCCB2F0E2D}"/>
              </a:ext>
            </a:extLst>
          </p:cNvPr>
          <p:cNvCxnSpPr/>
          <p:nvPr userDrawn="1"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="" xmlns:a16="http://schemas.microsoft.com/office/drawing/2014/main" id="{A48E0AB2-F12F-4229-83B4-6FE191C7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Abril 2019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="" xmlns:a16="http://schemas.microsoft.com/office/drawing/2014/main" id="{DFED3621-E51D-4D33-B8B8-6E77F9D3D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3BE1185A-A337-4605-A6F0-A713A20854E9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107951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="" xmlns:a16="http://schemas.microsoft.com/office/drawing/2014/main" id="{1A077937-07DC-4FDC-AC91-BDE4FB673A5F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Conector recto 5">
            <a:extLst>
              <a:ext uri="{FF2B5EF4-FFF2-40B4-BE49-F238E27FC236}">
                <a16:creationId xmlns="" xmlns:a16="http://schemas.microsoft.com/office/drawing/2014/main" id="{42B07230-1F71-47D8-8BD7-063354CF5099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Marcador de pie de página 4">
            <a:extLst>
              <a:ext uri="{FF2B5EF4-FFF2-40B4-BE49-F238E27FC236}">
                <a16:creationId xmlns="" xmlns:a16="http://schemas.microsoft.com/office/drawing/2014/main" id="{90B56D98-CEF5-45DC-B82C-B31A346512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Abril 2019</a:t>
            </a:r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="" xmlns:a16="http://schemas.microsoft.com/office/drawing/2014/main" id="{6A0570F6-F42B-4D9C-815F-66E7BA32C1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D9B3EB2A-F16D-4020-8BC5-72D59043F2EB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551353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="" xmlns:a16="http://schemas.microsoft.com/office/drawing/2014/main" id="{1FF3520E-31A2-4709-985A-AE6ACDB3A3B2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7D0A3B32-85A4-49AE-A1E5-D3D6977C3D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Abril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042D1153-C229-4B06-9F44-9FEA018E30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09C77FD3-0093-4D36-9A91-D92E88BF04AD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7959499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="" xmlns:a16="http://schemas.microsoft.com/office/drawing/2014/main" id="{170A9F63-06A8-4DB5-85D0-3B15E56D1BCA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03AF7A37-8794-4E01-B504-1C055E8112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Abril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8D1CFCBD-99A8-479B-AB6E-A0DE7B1142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C7C7A873-409E-4E1F-A305-07E8B2BEA61F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871766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ratul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6888" y="8447088"/>
            <a:ext cx="6264275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áfico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1270000"/>
            <a:ext cx="22615525" cy="676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áfico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6888" y="8447088"/>
            <a:ext cx="6264275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1270000"/>
            <a:ext cx="22615525" cy="676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ítulo 1"/>
          <p:cNvSpPr>
            <a:spLocks noGrp="1"/>
          </p:cNvSpPr>
          <p:nvPr>
            <p:ph type="title"/>
          </p:nvPr>
        </p:nvSpPr>
        <p:spPr>
          <a:xfrm>
            <a:off x="1161049" y="8635751"/>
            <a:ext cx="8918702" cy="2419677"/>
          </a:xfrm>
        </p:spPr>
        <p:txBody>
          <a:bodyPr anchor="b"/>
          <a:lstStyle>
            <a:lvl1pPr>
              <a:defRPr sz="5600" b="1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14" name="Marcador de texto 2"/>
          <p:cNvSpPr>
            <a:spLocks noGrp="1"/>
          </p:cNvSpPr>
          <p:nvPr>
            <p:ph type="body" idx="1"/>
          </p:nvPr>
        </p:nvSpPr>
        <p:spPr>
          <a:xfrm>
            <a:off x="1161049" y="11259009"/>
            <a:ext cx="8918702" cy="1272451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2"/>
                </a:solidFill>
              </a:defRPr>
            </a:lvl1pPr>
            <a:lvl2pPr marL="914343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686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029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371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1714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057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4743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437512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2017713"/>
            <a:ext cx="22610762" cy="1158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Gráfico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2017713"/>
            <a:ext cx="22610762" cy="1158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552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730250"/>
            <a:ext cx="21029613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 smtClean="0"/>
              <a:t>Haga clic para modificar el estilo de título del patrón</a:t>
            </a:r>
            <a:endParaRPr lang="en-US" alt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76400" y="3651250"/>
            <a:ext cx="21029613" cy="870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smtClean="0"/>
              <a:t>Haga clic para modificar los estilos de texto del patrón</a:t>
            </a:r>
          </a:p>
          <a:p>
            <a:pPr lvl="1"/>
            <a:r>
              <a:rPr lang="es-ES" altLang="es-ES" smtClean="0"/>
              <a:t>Segundo nivel</a:t>
            </a:r>
          </a:p>
          <a:p>
            <a:pPr lvl="2"/>
            <a:r>
              <a:rPr lang="es-ES" altLang="es-ES" smtClean="0"/>
              <a:t>Tercer nivel</a:t>
            </a:r>
          </a:p>
          <a:p>
            <a:pPr lvl="3"/>
            <a:r>
              <a:rPr lang="es-ES" altLang="es-ES" smtClean="0"/>
              <a:t>Cuarto nivel</a:t>
            </a:r>
          </a:p>
          <a:p>
            <a:pPr lvl="4"/>
            <a:r>
              <a:rPr lang="es-ES" altLang="es-ES" smtClean="0"/>
              <a:t>Quinto nivel</a:t>
            </a:r>
            <a:endParaRPr lang="en-US" altLang="es-ES" smtClean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DAC682-D637-43EB-BF71-DE55D5454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969B1C1-A7AE-426E-85CA-432BC42EF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0"/>
            <a:ext cx="822801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9124" eaLnBrk="1" fontAlgn="auto" hangingPunct="1">
              <a:spcBef>
                <a:spcPts val="0"/>
              </a:spcBef>
              <a:spcAft>
                <a:spcPts val="0"/>
              </a:spcAft>
              <a:defRPr sz="2400" dirty="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AR"/>
              <a:t>AMBA | septiembre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299A78F-38B6-403F-8474-4DCF3F5BC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19613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fld id="{5DC8EF21-CED1-4BD6-B21D-B9EC2B036739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7" r:id="rId1"/>
    <p:sldLayoutId id="2147484838" r:id="rId2"/>
    <p:sldLayoutId id="2147484839" r:id="rId3"/>
    <p:sldLayoutId id="2147484840" r:id="rId4"/>
    <p:sldLayoutId id="2147484841" r:id="rId5"/>
    <p:sldLayoutId id="2147484842" r:id="rId6"/>
    <p:sldLayoutId id="2147484843" r:id="rId7"/>
    <p:sldLayoutId id="2147484844" r:id="rId8"/>
    <p:sldLayoutId id="2147484845" r:id="rId9"/>
    <p:sldLayoutId id="2147484846" r:id="rId10"/>
  </p:sldLayoutIdLst>
  <p:hf hdr="0" dt="0"/>
  <p:txStyles>
    <p:titleStyle>
      <a:lvl1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2pPr>
      <a:lvl3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3pPr>
      <a:lvl4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4pPr>
      <a:lvl5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5pPr>
      <a:lvl6pPr marL="4572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6pPr>
      <a:lvl7pPr marL="9144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7pPr>
      <a:lvl8pPr marL="13716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8pPr>
      <a:lvl9pPr marL="18288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9pPr>
    </p:titleStyle>
    <p:bodyStyle>
      <a:lvl1pPr marL="455613" indent="-455613" algn="l" defTabSz="1827213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00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44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1988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32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886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229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571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1914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43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686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29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371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14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057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00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743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730250"/>
            <a:ext cx="21029613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 smtClean="0"/>
              <a:t>Haga clic para modificar el estilo de título del patrón</a:t>
            </a:r>
            <a:endParaRPr lang="en-US" altLang="en-US" smtClean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76400" y="3651250"/>
            <a:ext cx="21029613" cy="870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 smtClean="0"/>
              <a:t>Haga clic para modificar los estilos de texto del patrón</a:t>
            </a:r>
          </a:p>
          <a:p>
            <a:pPr lvl="1"/>
            <a:r>
              <a:rPr lang="es-ES" altLang="es-ES" smtClean="0"/>
              <a:t>Segundo nivel</a:t>
            </a:r>
          </a:p>
          <a:p>
            <a:pPr lvl="2"/>
            <a:r>
              <a:rPr lang="es-ES" altLang="es-ES" smtClean="0"/>
              <a:t>Tercer nivel</a:t>
            </a:r>
          </a:p>
          <a:p>
            <a:pPr lvl="3"/>
            <a:r>
              <a:rPr lang="es-ES" altLang="es-ES" smtClean="0"/>
              <a:t>Cuarto nivel</a:t>
            </a:r>
          </a:p>
          <a:p>
            <a:pPr lvl="4"/>
            <a:r>
              <a:rPr lang="es-ES" altLang="es-ES" smtClean="0"/>
              <a:t>Quinto nivel</a:t>
            </a:r>
            <a:endParaRPr lang="en-US" altLang="es-ES" smtClean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DAC682-D637-43EB-BF71-DE55D5454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969B1C1-A7AE-426E-85CA-432BC42EF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0"/>
            <a:ext cx="822801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AR"/>
              <a:t>AMBA | Abril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299A78F-38B6-403F-8474-4DCF3F5BC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19613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fld id="{6A75CCD0-E6C8-4FAE-A74D-069682120B48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47" r:id="rId1"/>
    <p:sldLayoutId id="2147484848" r:id="rId2"/>
    <p:sldLayoutId id="2147484849" r:id="rId3"/>
    <p:sldLayoutId id="2147484850" r:id="rId4"/>
    <p:sldLayoutId id="2147484851" r:id="rId5"/>
    <p:sldLayoutId id="2147484852" r:id="rId6"/>
    <p:sldLayoutId id="2147484853" r:id="rId7"/>
    <p:sldLayoutId id="2147484854" r:id="rId8"/>
    <p:sldLayoutId id="2147484855" r:id="rId9"/>
    <p:sldLayoutId id="2147484856" r:id="rId10"/>
  </p:sldLayoutIdLst>
  <p:hf hdr="0" dt="0"/>
  <p:txStyles>
    <p:titleStyle>
      <a:lvl1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2pPr>
      <a:lvl3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3pPr>
      <a:lvl4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4pPr>
      <a:lvl5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5pPr>
      <a:lvl6pPr marL="4572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6pPr>
      <a:lvl7pPr marL="9144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7pPr>
      <a:lvl8pPr marL="13716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8pPr>
      <a:lvl9pPr marL="18288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9pPr>
    </p:titleStyle>
    <p:bodyStyle>
      <a:lvl1pPr marL="455613" indent="-455613" algn="l" defTabSz="1827213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00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44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1988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32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886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229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571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1914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43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686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29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371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14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057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00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743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image" Target="../media/image14.png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jpg"/><Relationship Id="rId5" Type="http://schemas.openxmlformats.org/officeDocument/2006/relationships/image" Target="../media/image16.emf"/><Relationship Id="rId4" Type="http://schemas.openxmlformats.org/officeDocument/2006/relationships/image" Target="../media/image15.png"/><Relationship Id="rId9" Type="http://schemas.openxmlformats.org/officeDocument/2006/relationships/chart" Target="../charts/char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21.png"/><Relationship Id="rId4" Type="http://schemas.openxmlformats.org/officeDocument/2006/relationships/chart" Target="../charts/chart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chart" Target="../charts/chart2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22.xml"/><Relationship Id="rId5" Type="http://schemas.openxmlformats.org/officeDocument/2006/relationships/image" Target="../media/image24.emf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7" Type="http://schemas.openxmlformats.org/officeDocument/2006/relationships/chart" Target="../charts/chart2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24.xml"/><Relationship Id="rId5" Type="http://schemas.openxmlformats.org/officeDocument/2006/relationships/image" Target="../media/image25.emf"/><Relationship Id="rId4" Type="http://schemas.openxmlformats.org/officeDocument/2006/relationships/image" Target="../media/image17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chart" Target="../charts/chart28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9.xml"/><Relationship Id="rId4" Type="http://schemas.openxmlformats.org/officeDocument/2006/relationships/image" Target="../media/image27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35.xml"/><Relationship Id="rId4" Type="http://schemas.openxmlformats.org/officeDocument/2006/relationships/chart" Target="../charts/chart3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0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8.xml"/><Relationship Id="rId2" Type="http://schemas.openxmlformats.org/officeDocument/2006/relationships/chart" Target="../charts/chart5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8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6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0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1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7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9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0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2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4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5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6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7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8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9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0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1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2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3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4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5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6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7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8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9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0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1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2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3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4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5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6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7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8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9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2"/>
          <p:cNvSpPr>
            <a:spLocks noGrp="1" noChangeArrowheads="1"/>
          </p:cNvSpPr>
          <p:nvPr>
            <p:ph type="title"/>
          </p:nvPr>
        </p:nvSpPr>
        <p:spPr>
          <a:xfrm>
            <a:off x="1160463" y="8636000"/>
            <a:ext cx="10634662" cy="2419350"/>
          </a:xfrm>
        </p:spPr>
        <p:txBody>
          <a:bodyPr/>
          <a:lstStyle/>
          <a:p>
            <a:pPr eaLnBrk="1" hangingPunct="1"/>
            <a:r>
              <a:rPr lang="es-AR" altLang="es-ES" sz="5000" smtClean="0"/>
              <a:t>Provincia de Buenos Aires 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C1C91F0D-9175-41E5-AA6C-64CC51054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0463" y="11258550"/>
            <a:ext cx="8918575" cy="1273175"/>
          </a:xfrm>
        </p:spPr>
        <p:txBody>
          <a:bodyPr rtlCol="0"/>
          <a:lstStyle/>
          <a:p>
            <a:pPr defTabSz="1828686" eaLnBrk="1" fontAlgn="auto" hangingPunct="1">
              <a:spcAft>
                <a:spcPts val="0"/>
              </a:spcAft>
              <a:defRPr/>
            </a:pPr>
            <a:r>
              <a:rPr lang="es-AR" sz="3733" b="1" dirty="0" smtClean="0"/>
              <a:t>Marzo 2025</a:t>
            </a:r>
            <a:endParaRPr lang="es-AR" sz="3733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ítulo 2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AR" altLang="es-ES" sz="3600" b="0" smtClean="0"/>
              <a:t>Contenido</a:t>
            </a:r>
          </a:p>
        </p:txBody>
      </p:sp>
      <p:sp>
        <p:nvSpPr>
          <p:cNvPr id="26627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>
                <a:solidFill>
                  <a:srgbClr val="000000"/>
                </a:solidFill>
              </a:rPr>
              <a:t>Encuesta de opinión pública | Provincia de Buenos Aires | Marzo 2025 </a:t>
            </a:r>
            <a:endParaRPr lang="es-AR" altLang="es-ES" sz="1800" b="0" dirty="0" smtClean="0">
              <a:solidFill>
                <a:srgbClr val="000000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="" xmlns:a16="http://schemas.microsoft.com/office/drawing/2014/main" id="{ADF30C73-ADB8-4973-8F71-D1895B8C9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5388" y="2026444"/>
            <a:ext cx="7504112" cy="9941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000" dirty="0">
                <a:solidFill>
                  <a:srgbClr val="EF3522"/>
                </a:solidFill>
              </a:rPr>
              <a:t>Tipo de estudio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Investigación en opinión pública.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000" kern="0" dirty="0">
                <a:solidFill>
                  <a:srgbClr val="EF3522"/>
                </a:solidFill>
                <a:cs typeface="Calibri" pitchFamily="34" charset="0"/>
              </a:rPr>
              <a:t>Universo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000" kern="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Mayores de 16 años de la </a:t>
            </a:r>
            <a:r>
              <a:rPr lang="es-ES" sz="2000" b="1" kern="0" dirty="0">
                <a:solidFill>
                  <a:prstClr val="black">
                    <a:lumMod val="75000"/>
                    <a:lumOff val="25000"/>
                  </a:prstClr>
                </a:solidFill>
                <a:cs typeface="Calibri" pitchFamily="34" charset="0"/>
              </a:rPr>
              <a:t>Provincia de Buenos Aires.</a:t>
            </a:r>
            <a:endParaRPr lang="es-ES" sz="2000" kern="0" dirty="0">
              <a:solidFill>
                <a:prstClr val="black">
                  <a:lumMod val="75000"/>
                  <a:lumOff val="25000"/>
                </a:prstClr>
              </a:solidFill>
              <a:cs typeface="Calibri" pitchFamily="34" charset="0"/>
            </a:endParaRP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2000" kern="0" dirty="0">
              <a:solidFill>
                <a:prstClr val="black">
                  <a:lumMod val="75000"/>
                  <a:lumOff val="25000"/>
                </a:prstClr>
              </a:solidFill>
              <a:cs typeface="Calibri" pitchFamily="34" charset="0"/>
            </a:endParaRP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000" dirty="0">
                <a:solidFill>
                  <a:srgbClr val="EF3522"/>
                </a:solidFill>
              </a:rPr>
              <a:t>Metodología aplicada en la recolección de datos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Entrevistas realizadas con </a:t>
            </a:r>
            <a:r>
              <a:rPr lang="es-AR" sz="20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sistema</a:t>
            </a:r>
            <a:r>
              <a:rPr lang="es-AR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s-AR" sz="20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IVR a teléfonos fijos y celulares y encuestas online vía redes sociales.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2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000" dirty="0">
                <a:solidFill>
                  <a:srgbClr val="EF3522"/>
                </a:solidFill>
              </a:rPr>
              <a:t>Diseño de la muestra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Probabilístico estratificado por departamento según </a:t>
            </a:r>
            <a:r>
              <a:rPr lang="es-AR" sz="20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censo </a:t>
            </a:r>
            <a:r>
              <a:rPr lang="es-AR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para </a:t>
            </a:r>
            <a:r>
              <a:rPr lang="es-AR" sz="20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encuesta telefónica </a:t>
            </a:r>
            <a:r>
              <a:rPr lang="es-AR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y cuoteo poblacional según censo para </a:t>
            </a:r>
            <a:r>
              <a:rPr lang="es-AR" sz="20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online</a:t>
            </a:r>
            <a:r>
              <a:rPr lang="es-AR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.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2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000" dirty="0">
                <a:solidFill>
                  <a:srgbClr val="EF3522"/>
                </a:solidFill>
              </a:rPr>
              <a:t>Cantidad de casos efectivos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0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2036 </a:t>
            </a:r>
            <a:r>
              <a:rPr lang="es-AR" sz="20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casos totales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2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000" dirty="0">
                <a:solidFill>
                  <a:srgbClr val="EF3522"/>
                </a:solidFill>
              </a:rPr>
              <a:t>Confiabilidad y error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El nivel de confiabilidad del trabajo asciende al 95%, 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Con un margen de error </a:t>
            </a:r>
            <a:r>
              <a:rPr lang="es-AR" sz="20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muestral</a:t>
            </a:r>
            <a:r>
              <a:rPr lang="es-AR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de +/- </a:t>
            </a:r>
            <a:r>
              <a:rPr lang="es-AR" sz="2000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2,2 </a:t>
            </a:r>
            <a:r>
              <a:rPr lang="es-AR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para distribuciones</a:t>
            </a:r>
            <a:r>
              <a:rPr lang="es-AR" sz="2000" dirty="0">
                <a:solidFill>
                  <a:srgbClr val="FF0000"/>
                </a:solidFill>
              </a:rPr>
              <a:t> </a:t>
            </a:r>
            <a:r>
              <a:rPr lang="es-AR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simétricas.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2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000" dirty="0">
                <a:solidFill>
                  <a:srgbClr val="EF3522"/>
                </a:solidFill>
              </a:rPr>
              <a:t>Ponderación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Base corregida por cuotas de edad, género, nivel de estudio y zonas</a:t>
            </a:r>
            <a:r>
              <a:rPr lang="es-ES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, fracción censal y tipo de telefonía.</a:t>
            </a:r>
            <a:endParaRPr lang="es-AR" sz="2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2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000" dirty="0">
                <a:solidFill>
                  <a:srgbClr val="EF3522"/>
                </a:solidFill>
              </a:rPr>
              <a:t>Fecha del estudio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0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Del </a:t>
            </a:r>
            <a:r>
              <a:rPr lang="es-AR" sz="20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6 </a:t>
            </a:r>
            <a:r>
              <a:rPr lang="es-AR" sz="20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al </a:t>
            </a:r>
            <a:r>
              <a:rPr lang="es-AR" sz="20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10 </a:t>
            </a:r>
            <a:r>
              <a:rPr lang="es-AR" sz="20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de </a:t>
            </a:r>
            <a:r>
              <a:rPr lang="es-AR" sz="20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marzo de 2025</a:t>
            </a:r>
            <a:endParaRPr lang="es-AR" sz="20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2000" dirty="0">
              <a:solidFill>
                <a:prstClr val="black">
                  <a:lumMod val="75000"/>
                  <a:lumOff val="25000"/>
                </a:prstClr>
              </a:solidFill>
            </a:endParaRP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000" dirty="0">
                <a:solidFill>
                  <a:srgbClr val="EF3522"/>
                </a:solidFill>
              </a:rPr>
              <a:t>Responsabilidad técnica</a:t>
            </a:r>
          </a:p>
          <a:p>
            <a:pPr algn="just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000" dirty="0">
                <a:solidFill>
                  <a:prstClr val="black">
                    <a:lumMod val="75000"/>
                    <a:lumOff val="25000"/>
                  </a:prstClr>
                </a:solidFill>
              </a:rPr>
              <a:t>Ágora Consultores</a:t>
            </a:r>
          </a:p>
        </p:txBody>
      </p:sp>
      <p:sp>
        <p:nvSpPr>
          <p:cNvPr id="26629" name="Rectangle 2"/>
          <p:cNvSpPr txBox="1">
            <a:spLocks noChangeArrowheads="1"/>
          </p:cNvSpPr>
          <p:nvPr/>
        </p:nvSpPr>
        <p:spPr bwMode="auto">
          <a:xfrm>
            <a:off x="1041400" y="2026444"/>
            <a:ext cx="15078075" cy="874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1" hangingPunct="1">
              <a:spcBef>
                <a:spcPts val="2400"/>
              </a:spcBef>
            </a:pPr>
            <a:r>
              <a:rPr lang="es-ES" altLang="es-AR" sz="3500" b="1" dirty="0">
                <a:solidFill>
                  <a:srgbClr val="EF3522"/>
                </a:solidFill>
              </a:rPr>
              <a:t>01. </a:t>
            </a:r>
            <a:r>
              <a:rPr lang="es-ES" altLang="es-AR" sz="3500" b="1" dirty="0"/>
              <a:t>Información general</a:t>
            </a:r>
          </a:p>
          <a:p>
            <a:pPr eaLnBrk="1" hangingPunct="1">
              <a:spcBef>
                <a:spcPts val="2400"/>
              </a:spcBef>
            </a:pPr>
            <a:r>
              <a:rPr lang="es-ES" altLang="es-AR" sz="3500" b="1" dirty="0">
                <a:solidFill>
                  <a:srgbClr val="EF3522"/>
                </a:solidFill>
              </a:rPr>
              <a:t>02. </a:t>
            </a:r>
            <a:r>
              <a:rPr lang="es-ES" altLang="es-AR" sz="3500" b="1" dirty="0"/>
              <a:t>Gestiones</a:t>
            </a:r>
          </a:p>
          <a:p>
            <a:pPr eaLnBrk="1" hangingPunct="1">
              <a:spcBef>
                <a:spcPts val="2400"/>
              </a:spcBef>
            </a:pPr>
            <a:r>
              <a:rPr lang="es-ES" altLang="es-AR" sz="3500" b="1" dirty="0">
                <a:solidFill>
                  <a:srgbClr val="EF3522"/>
                </a:solidFill>
              </a:rPr>
              <a:t>03. </a:t>
            </a:r>
            <a:r>
              <a:rPr lang="es-ES" altLang="es-AR" sz="3500" b="1" dirty="0"/>
              <a:t>Imágenes </a:t>
            </a:r>
          </a:p>
          <a:p>
            <a:pPr eaLnBrk="1" hangingPunct="1">
              <a:spcBef>
                <a:spcPts val="2400"/>
              </a:spcBef>
            </a:pPr>
            <a:r>
              <a:rPr lang="es-ES" altLang="es-AR" sz="3500" b="1" dirty="0">
                <a:solidFill>
                  <a:srgbClr val="EF3522"/>
                </a:solidFill>
              </a:rPr>
              <a:t>04. </a:t>
            </a:r>
            <a:r>
              <a:rPr lang="es-ES" altLang="es-AR" sz="3500" b="1" dirty="0"/>
              <a:t>Panorama electoral</a:t>
            </a:r>
          </a:p>
          <a:p>
            <a:pPr eaLnBrk="1" hangingPunct="1">
              <a:spcBef>
                <a:spcPts val="2400"/>
              </a:spcBef>
            </a:pPr>
            <a:r>
              <a:rPr lang="es-ES" altLang="es-AR" sz="3500" b="1" dirty="0" smtClean="0">
                <a:solidFill>
                  <a:srgbClr val="EF3522"/>
                </a:solidFill>
              </a:rPr>
              <a:t>05. </a:t>
            </a:r>
            <a:r>
              <a:rPr lang="es-ES" sz="3500" b="1" dirty="0"/>
              <a:t>Coyuntura: rumbo, acciones del GN, oposición al </a:t>
            </a:r>
            <a:r>
              <a:rPr lang="es-ES" sz="3500" b="1" dirty="0" smtClean="0"/>
              <a:t>GN, características de Milei </a:t>
            </a:r>
            <a:r>
              <a:rPr lang="es-ES" sz="3500" b="1" dirty="0"/>
              <a:t>y situación económica </a:t>
            </a:r>
            <a:endParaRPr lang="es-ES" sz="3500" b="1" dirty="0">
              <a:solidFill>
                <a:srgbClr val="EF3522"/>
              </a:solidFill>
            </a:endParaRPr>
          </a:p>
          <a:p>
            <a:pPr eaLnBrk="1" hangingPunct="1">
              <a:spcBef>
                <a:spcPts val="2400"/>
              </a:spcBef>
            </a:pPr>
            <a:r>
              <a:rPr lang="es-ES" altLang="es-AR" sz="3500" b="1" dirty="0" smtClean="0">
                <a:solidFill>
                  <a:srgbClr val="EF3522"/>
                </a:solidFill>
              </a:rPr>
              <a:t>06. </a:t>
            </a:r>
            <a:r>
              <a:rPr lang="es-ES" altLang="es-AR" sz="3500" b="1" dirty="0" smtClean="0"/>
              <a:t>Problemáticas</a:t>
            </a:r>
            <a:endParaRPr lang="es-ES" altLang="es-AR" sz="3500" b="1" dirty="0"/>
          </a:p>
          <a:p>
            <a:pPr eaLnBrk="1" hangingPunct="1">
              <a:spcBef>
                <a:spcPts val="2400"/>
              </a:spcBef>
            </a:pPr>
            <a:r>
              <a:rPr lang="es-ES" altLang="es-AR" sz="3500" b="1" dirty="0">
                <a:solidFill>
                  <a:srgbClr val="EF3522"/>
                </a:solidFill>
              </a:rPr>
              <a:t>A1. </a:t>
            </a:r>
            <a:r>
              <a:rPr lang="es-ES" altLang="es-AR" sz="3500" b="1" dirty="0"/>
              <a:t>Otros cuadros</a:t>
            </a:r>
          </a:p>
          <a:p>
            <a:pPr eaLnBrk="1" hangingPunct="1">
              <a:spcBef>
                <a:spcPts val="2400"/>
              </a:spcBef>
            </a:pPr>
            <a:r>
              <a:rPr lang="es-ES" altLang="es-AR" sz="3500" b="1" dirty="0">
                <a:solidFill>
                  <a:srgbClr val="EF3522"/>
                </a:solidFill>
              </a:rPr>
              <a:t>A2. </a:t>
            </a:r>
            <a:r>
              <a:rPr lang="es-ES" altLang="es-AR" sz="3500" b="1" dirty="0"/>
              <a:t>Aperturas de imágenes</a:t>
            </a:r>
          </a:p>
          <a:p>
            <a:pPr eaLnBrk="1" hangingPunct="1">
              <a:spcBef>
                <a:spcPts val="2400"/>
              </a:spcBef>
            </a:pPr>
            <a:r>
              <a:rPr lang="es-ES" altLang="es-AR" sz="3500" b="1" dirty="0">
                <a:solidFill>
                  <a:srgbClr val="EF3522"/>
                </a:solidFill>
              </a:rPr>
              <a:t>A3. </a:t>
            </a:r>
            <a:r>
              <a:rPr lang="es-ES" altLang="es-AR" sz="3500" b="1" dirty="0"/>
              <a:t>Aperturas de las potencialidades de voto</a:t>
            </a:r>
          </a:p>
          <a:p>
            <a:pPr eaLnBrk="1" hangingPunct="1">
              <a:spcBef>
                <a:spcPts val="2400"/>
              </a:spcBef>
            </a:pPr>
            <a:r>
              <a:rPr lang="es-ES" altLang="es-AR" sz="3500" b="1" dirty="0">
                <a:solidFill>
                  <a:srgbClr val="EF3522"/>
                </a:solidFill>
              </a:rPr>
              <a:t>A4. </a:t>
            </a:r>
            <a:r>
              <a:rPr lang="es-ES" altLang="es-AR" sz="3500" b="1" dirty="0"/>
              <a:t>Aperturas de las áreas de gestión del gobierno </a:t>
            </a:r>
            <a:r>
              <a:rPr lang="es-ES" altLang="es-AR" sz="3500" b="1" dirty="0" smtClean="0"/>
              <a:t>nacional</a:t>
            </a:r>
            <a:endParaRPr lang="es-ES" altLang="es-AR" sz="3500" b="1" dirty="0"/>
          </a:p>
        </p:txBody>
      </p:sp>
      <p:pic>
        <p:nvPicPr>
          <p:cNvPr id="26630" name="Gráfico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88" y="11414125"/>
            <a:ext cx="8953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1" name="CuadroTexto 7"/>
          <p:cNvSpPr txBox="1">
            <a:spLocks noChangeArrowheads="1"/>
          </p:cNvSpPr>
          <p:nvPr/>
        </p:nvSpPr>
        <p:spPr bwMode="auto">
          <a:xfrm>
            <a:off x="1841500" y="11414125"/>
            <a:ext cx="140033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just" eaLnBrk="1" hangingPunct="1"/>
            <a:r>
              <a:rPr lang="es-AR" altLang="es-ES" sz="2800">
                <a:solidFill>
                  <a:srgbClr val="E85833"/>
                </a:solidFill>
              </a:rPr>
              <a:t>Está prohibida la publicación del contenido de este informe sin previo consentimiento por parte de Ágora Consultores.</a:t>
            </a:r>
          </a:p>
        </p:txBody>
      </p:sp>
      <p:sp>
        <p:nvSpPr>
          <p:cNvPr id="26632" name="Título 2"/>
          <p:cNvSpPr txBox="1">
            <a:spLocks/>
          </p:cNvSpPr>
          <p:nvPr/>
        </p:nvSpPr>
        <p:spPr bwMode="auto">
          <a:xfrm>
            <a:off x="16360775" y="800100"/>
            <a:ext cx="4900613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68" tIns="91434" rIns="182868" bIns="91434" anchor="ctr"/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914400" eaLnBrk="1" hangingPunct="1">
              <a:lnSpc>
                <a:spcPct val="90000"/>
              </a:lnSpc>
            </a:pPr>
            <a:r>
              <a:rPr lang="es-AR" altLang="es-ES" sz="3600">
                <a:solidFill>
                  <a:srgbClr val="000000"/>
                </a:solidFill>
              </a:rPr>
              <a:t>Ficha técnica</a:t>
            </a:r>
          </a:p>
        </p:txBody>
      </p:sp>
      <p:cxnSp>
        <p:nvCxnSpPr>
          <p:cNvPr id="7" name="Conector recto 6"/>
          <p:cNvCxnSpPr/>
          <p:nvPr/>
        </p:nvCxnSpPr>
        <p:spPr>
          <a:xfrm>
            <a:off x="16398875" y="1951038"/>
            <a:ext cx="36513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AR" altLang="es-ES" sz="3600" smtClean="0"/>
              <a:t>01. Información general | </a:t>
            </a:r>
            <a:r>
              <a:rPr lang="es-AR" altLang="es-ES" sz="3600" b="0" smtClean="0"/>
              <a:t>Provincia de Buenos Aires</a:t>
            </a:r>
          </a:p>
        </p:txBody>
      </p:sp>
      <p:sp>
        <p:nvSpPr>
          <p:cNvPr id="27651" name="Marcador de pie de página 3"/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9529"/>
            <a:ext cx="8229600" cy="730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 smtClean="0"/>
          </a:p>
        </p:txBody>
      </p:sp>
      <p:sp>
        <p:nvSpPr>
          <p:cNvPr id="27652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xfrm>
            <a:off x="14805025" y="12828588"/>
            <a:ext cx="9017000" cy="730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smtClean="0"/>
              <a:t>No difundir este material sin autorización previa</a:t>
            </a:r>
            <a:r>
              <a:rPr lang="es-AR" altLang="es-ES" sz="1800" b="1" smtClean="0"/>
              <a:t> | </a:t>
            </a:r>
            <a:fld id="{33CEB784-C1B5-4E33-9E2A-8C7046A183EF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s-AR" altLang="es-ES" sz="1800" b="1" smtClean="0"/>
          </a:p>
        </p:txBody>
      </p:sp>
      <p:cxnSp>
        <p:nvCxnSpPr>
          <p:cNvPr id="7" name="Conector recto 6">
            <a:extLst>
              <a:ext uri="{FF2B5EF4-FFF2-40B4-BE49-F238E27FC236}">
                <a16:creationId xmlns="" xmlns:a16="http://schemas.microsoft.com/office/drawing/2014/main" id="{EDB6D3A8-FEF4-4EE7-946A-0F80BEA0512C}"/>
              </a:ext>
            </a:extLst>
          </p:cNvPr>
          <p:cNvCxnSpPr>
            <a:cxnSpLocks/>
          </p:cNvCxnSpPr>
          <p:nvPr/>
        </p:nvCxnSpPr>
        <p:spPr>
          <a:xfrm flipH="1">
            <a:off x="6588125" y="1908175"/>
            <a:ext cx="0" cy="5137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="" xmlns:a16="http://schemas.microsoft.com/office/drawing/2014/main" id="{5F367056-AF18-4099-807B-6CBA69F34D59}"/>
              </a:ext>
            </a:extLst>
          </p:cNvPr>
          <p:cNvCxnSpPr>
            <a:cxnSpLocks/>
          </p:cNvCxnSpPr>
          <p:nvPr/>
        </p:nvCxnSpPr>
        <p:spPr>
          <a:xfrm>
            <a:off x="12230100" y="1924050"/>
            <a:ext cx="0" cy="51387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="" xmlns:a16="http://schemas.microsoft.com/office/drawing/2014/main" id="{D42A72A4-3319-46E1-9F10-7F730A9B9B50}"/>
              </a:ext>
            </a:extLst>
          </p:cNvPr>
          <p:cNvCxnSpPr>
            <a:cxnSpLocks/>
          </p:cNvCxnSpPr>
          <p:nvPr/>
        </p:nvCxnSpPr>
        <p:spPr>
          <a:xfrm flipV="1">
            <a:off x="1258888" y="7029450"/>
            <a:ext cx="22347237" cy="333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Gráfico 12">
            <a:extLst>
              <a:ext uri="{FF2B5EF4-FFF2-40B4-BE49-F238E27FC236}">
                <a16:creationId xmlns="" xmlns:a16="http://schemas.microsoft.com/office/drawing/2014/main" id="{1A85BA16-1CC6-4CE7-B5D9-F3C8A0999CA9}"/>
              </a:ext>
            </a:extLst>
          </p:cNvPr>
          <p:cNvGraphicFramePr>
            <a:graphicFrameLocks/>
          </p:cNvGraphicFramePr>
          <p:nvPr/>
        </p:nvGraphicFramePr>
        <p:xfrm>
          <a:off x="1149992" y="1908175"/>
          <a:ext cx="5429169" cy="51540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657" name="CuadroTexto 7"/>
          <p:cNvSpPr txBox="1">
            <a:spLocks noChangeArrowheads="1"/>
          </p:cNvSpPr>
          <p:nvPr/>
        </p:nvSpPr>
        <p:spPr bwMode="auto">
          <a:xfrm>
            <a:off x="1022350" y="2011363"/>
            <a:ext cx="11271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eaLnBrk="1" hangingPunct="1"/>
            <a:r>
              <a:rPr lang="es-AR" altLang="es-ES" sz="2100" b="1"/>
              <a:t>Género</a:t>
            </a:r>
          </a:p>
        </p:txBody>
      </p:sp>
      <p:sp>
        <p:nvSpPr>
          <p:cNvPr id="27658" name="CuadroTexto 16"/>
          <p:cNvSpPr txBox="1">
            <a:spLocks noChangeArrowheads="1"/>
          </p:cNvSpPr>
          <p:nvPr/>
        </p:nvSpPr>
        <p:spPr bwMode="auto">
          <a:xfrm>
            <a:off x="5148263" y="2865438"/>
            <a:ext cx="115288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eaLnBrk="1" hangingPunct="1"/>
            <a:r>
              <a:rPr lang="es-AR" altLang="es-ES" sz="2000" b="1" dirty="0" smtClean="0"/>
              <a:t>Mujeres</a:t>
            </a:r>
            <a:endParaRPr lang="es-AR" altLang="es-ES" sz="2000" b="1" dirty="0"/>
          </a:p>
          <a:p>
            <a:pPr eaLnBrk="1" hangingPunct="1"/>
            <a:r>
              <a:rPr lang="es-AR" altLang="es-ES" sz="2000" b="1" dirty="0" smtClean="0"/>
              <a:t>51%</a:t>
            </a:r>
            <a:endParaRPr lang="es-AR" altLang="es-ES" sz="2000" b="1" dirty="0"/>
          </a:p>
        </p:txBody>
      </p:sp>
      <p:sp>
        <p:nvSpPr>
          <p:cNvPr id="27659" name="CuadroTexto 17"/>
          <p:cNvSpPr txBox="1">
            <a:spLocks noChangeArrowheads="1"/>
          </p:cNvSpPr>
          <p:nvPr/>
        </p:nvSpPr>
        <p:spPr bwMode="auto">
          <a:xfrm>
            <a:off x="5148263" y="4792663"/>
            <a:ext cx="12971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eaLnBrk="1" hangingPunct="1"/>
            <a:r>
              <a:rPr lang="es-AR" altLang="es-ES" sz="2000" b="1" dirty="0" smtClean="0"/>
              <a:t>Hombres</a:t>
            </a:r>
            <a:endParaRPr lang="es-AR" altLang="es-ES" sz="2000" b="1" dirty="0"/>
          </a:p>
          <a:p>
            <a:pPr eaLnBrk="1" hangingPunct="1"/>
            <a:r>
              <a:rPr lang="es-AR" altLang="es-ES" sz="2000" b="1" dirty="0" smtClean="0"/>
              <a:t>49%</a:t>
            </a:r>
            <a:endParaRPr lang="es-AR" altLang="es-ES" sz="2000" b="1" dirty="0"/>
          </a:p>
        </p:txBody>
      </p:sp>
      <p:cxnSp>
        <p:nvCxnSpPr>
          <p:cNvPr id="21" name="Conector recto 20">
            <a:extLst>
              <a:ext uri="{FF2B5EF4-FFF2-40B4-BE49-F238E27FC236}">
                <a16:creationId xmlns="" xmlns:a16="http://schemas.microsoft.com/office/drawing/2014/main" id="{578528D1-5FA8-60B3-FEF6-387A2A039B18}"/>
              </a:ext>
            </a:extLst>
          </p:cNvPr>
          <p:cNvCxnSpPr/>
          <p:nvPr/>
        </p:nvCxnSpPr>
        <p:spPr>
          <a:xfrm flipV="1">
            <a:off x="1258888" y="7669213"/>
            <a:ext cx="11229975" cy="158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Gráfico 1">
            <a:extLst>
              <a:ext uri="{FF2B5EF4-FFF2-40B4-BE49-F238E27FC236}">
                <a16:creationId xmlns="" xmlns:a16="http://schemas.microsoft.com/office/drawing/2014/main" id="{7369B1DF-F380-4E0F-AEEE-29715A0CF1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2382264"/>
              </p:ext>
            </p:extLst>
          </p:nvPr>
        </p:nvGraphicFramePr>
        <p:xfrm>
          <a:off x="9861401" y="7049936"/>
          <a:ext cx="13867726" cy="5676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Gráfico 2">
            <a:extLst>
              <a:ext uri="{FF2B5EF4-FFF2-40B4-BE49-F238E27FC236}">
                <a16:creationId xmlns="" xmlns:a16="http://schemas.microsoft.com/office/drawing/2014/main" id="{5D7BBB44-F306-406C-970A-B8DC69EFFD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5530616"/>
              </p:ext>
            </p:extLst>
          </p:nvPr>
        </p:nvGraphicFramePr>
        <p:xfrm>
          <a:off x="1256377" y="7048839"/>
          <a:ext cx="8594989" cy="5714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="" xmlns:a16="http://schemas.microsoft.com/office/drawing/2014/main" id="{5D7BBB44-F306-406C-970A-B8DC69EFFD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7953159"/>
              </p:ext>
            </p:extLst>
          </p:nvPr>
        </p:nvGraphicFramePr>
        <p:xfrm>
          <a:off x="6573233" y="1915839"/>
          <a:ext cx="5641975" cy="5150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="" xmlns:a16="http://schemas.microsoft.com/office/drawing/2014/main" id="{4E169AB6-A2B5-465B-B7BF-043F781FA0A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68843619"/>
              </p:ext>
            </p:extLst>
          </p:nvPr>
        </p:nvGraphicFramePr>
        <p:xfrm>
          <a:off x="12233705" y="1894878"/>
          <a:ext cx="11138805" cy="5121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19" name="Conector recto 26">
            <a:extLst>
              <a:ext uri="{FF2B5EF4-FFF2-40B4-BE49-F238E27FC236}">
                <a16:creationId xmlns="" xmlns:a16="http://schemas.microsoft.com/office/drawing/2014/main" id="{EDB6D3A8-FEF4-4EE7-946A-0F80BEA0512C}"/>
              </a:ext>
            </a:extLst>
          </p:cNvPr>
          <p:cNvCxnSpPr>
            <a:cxnSpLocks/>
          </p:cNvCxnSpPr>
          <p:nvPr/>
        </p:nvCxnSpPr>
        <p:spPr>
          <a:xfrm flipH="1">
            <a:off x="9851366" y="7037090"/>
            <a:ext cx="10035" cy="58041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537" y="2859959"/>
            <a:ext cx="3844812" cy="38114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ítulo 1">
            <a:extLst>
              <a:ext uri="{FF2B5EF4-FFF2-40B4-BE49-F238E27FC236}">
                <a16:creationId xmlns:a16="http://schemas.microsoft.com/office/drawing/2014/main" xmlns="" id="{C4F93462-E40C-4E49-8126-D735152C9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ES" sz="3600" dirty="0"/>
              <a:t>01. Información general | </a:t>
            </a:r>
            <a:r>
              <a:rPr lang="es-AR" altLang="es-ES" sz="3600" b="0" dirty="0"/>
              <a:t>Provincia de Buenos Aires</a:t>
            </a:r>
            <a:endParaRPr lang="es-AR" altLang="es-ES" sz="3600" dirty="0"/>
          </a:p>
        </p:txBody>
      </p:sp>
      <p:sp>
        <p:nvSpPr>
          <p:cNvPr id="19" name="Marcador de número de diapositiva 4">
            <a:extLst>
              <a:ext uri="{FF2B5EF4-FFF2-40B4-BE49-F238E27FC236}">
                <a16:creationId xmlns:a16="http://schemas.microsoft.com/office/drawing/2014/main" xmlns="" id="{EB366BE6-F6EA-4B6E-9E03-5F67837F3C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dirty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 dirty="0">
                <a:solidFill>
                  <a:srgbClr val="000000"/>
                </a:solidFill>
              </a:rPr>
              <a:t> | </a:t>
            </a:r>
            <a:fld id="{9D6866C9-169B-40F5-96FF-666FD6299796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s-AR" altLang="es-ES" sz="1800" b="1" dirty="0">
              <a:solidFill>
                <a:srgbClr val="000000"/>
              </a:solidFill>
            </a:endParaRPr>
          </a:p>
        </p:txBody>
      </p:sp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xmlns="" id="{939EA2C9-E9D4-442A-9920-22E61E1CE2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3272745"/>
              </p:ext>
            </p:extLst>
          </p:nvPr>
        </p:nvGraphicFramePr>
        <p:xfrm>
          <a:off x="1022350" y="1943293"/>
          <a:ext cx="14660473" cy="108424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28" name="Picture 4" descr="🇦🇷 lucas llach on Twitter: &amp;quot;La provincia de Buenos Aires es tan ridícula  que sus secciones electorales están numeradas pero 4 de esas secciones  tienen números no adyacentes a la sección con">
            <a:extLst>
              <a:ext uri="{FF2B5EF4-FFF2-40B4-BE49-F238E27FC236}">
                <a16:creationId xmlns:a16="http://schemas.microsoft.com/office/drawing/2014/main" xmlns="" id="{315E42E6-2035-4B2A-85B3-B97C85C15C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40"/>
          <a:stretch/>
        </p:blipFill>
        <p:spPr bwMode="auto">
          <a:xfrm>
            <a:off x="14921218" y="1980327"/>
            <a:ext cx="8761742" cy="1071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pie de página 3">
            <a:extLst>
              <a:ext uri="{FF2B5EF4-FFF2-40B4-BE49-F238E27FC236}">
                <a16:creationId xmlns:a16="http://schemas.microsoft.com/office/drawing/2014/main" xmlns="" id="{1D899BF2-305E-487B-BA80-B99D14478B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022349" y="12785725"/>
            <a:ext cx="9205384" cy="730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/>
              <a:t>Encuesta de opinión pública | Provincia de Buenos Aires | Marzo 2025 </a:t>
            </a:r>
            <a:endParaRPr lang="es-AR" altLang="es-ES" sz="1800" b="0" dirty="0"/>
          </a:p>
        </p:txBody>
      </p:sp>
    </p:spTree>
    <p:extLst>
      <p:ext uri="{BB962C8B-B14F-4D97-AF65-F5344CB8AC3E}">
        <p14:creationId xmlns:p14="http://schemas.microsoft.com/office/powerpoint/2010/main" val="3994635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807BA0E9-CE5C-4114-9B45-02ED2142EE0B}"/>
              </a:ext>
            </a:extLst>
          </p:cNvPr>
          <p:cNvSpPr txBox="1"/>
          <p:nvPr/>
        </p:nvSpPr>
        <p:spPr>
          <a:xfrm>
            <a:off x="1390650" y="2127250"/>
            <a:ext cx="9161463" cy="37861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11999" b="1" dirty="0">
                <a:solidFill>
                  <a:srgbClr val="E85833"/>
                </a:solidFill>
              </a:rPr>
              <a:t>02.</a:t>
            </a:r>
          </a:p>
          <a:p>
            <a:pPr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11999" b="1" dirty="0">
                <a:solidFill>
                  <a:srgbClr val="FFFFFF"/>
                </a:solidFill>
              </a:rPr>
              <a:t>GESTIONES</a:t>
            </a:r>
          </a:p>
        </p:txBody>
      </p:sp>
      <p:sp>
        <p:nvSpPr>
          <p:cNvPr id="2969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AR" altLang="es-ES" sz="3600" dirty="0" smtClean="0"/>
              <a:t>02. Gestiones | </a:t>
            </a:r>
            <a:r>
              <a:rPr lang="es-AR" altLang="es-ES" sz="3600" b="0" dirty="0" smtClean="0"/>
              <a:t>Evaluación de las distintas gestiones</a:t>
            </a:r>
            <a:endParaRPr lang="es-AR" altLang="es-ES" sz="3600" dirty="0" smtClean="0"/>
          </a:p>
        </p:txBody>
      </p:sp>
      <p:sp>
        <p:nvSpPr>
          <p:cNvPr id="30723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>
                <a:solidFill>
                  <a:srgbClr val="000000"/>
                </a:solidFill>
              </a:rPr>
              <a:t>Encuesta de opinión pública | Provincia de Buenos Aires | Marzo 2025 </a:t>
            </a:r>
            <a:endParaRPr lang="es-AR" altLang="es-ES" sz="1800" b="0" dirty="0" smtClean="0">
              <a:solidFill>
                <a:srgbClr val="000000"/>
              </a:solidFill>
            </a:endParaRPr>
          </a:p>
        </p:txBody>
      </p:sp>
      <p:sp>
        <p:nvSpPr>
          <p:cNvPr id="30724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smtClean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 smtClean="0">
                <a:solidFill>
                  <a:srgbClr val="000000"/>
                </a:solidFill>
              </a:rPr>
              <a:t> | </a:t>
            </a:r>
            <a:fld id="{D2B08632-4BA7-47E2-8CFB-FF1E2B2B3DE4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s-AR" altLang="es-ES" sz="1800" b="1" smtClean="0">
              <a:solidFill>
                <a:srgbClr val="000000"/>
              </a:solidFill>
            </a:endParaRPr>
          </a:p>
        </p:txBody>
      </p:sp>
      <p:cxnSp>
        <p:nvCxnSpPr>
          <p:cNvPr id="47" name="Conector recto 46">
            <a:extLst>
              <a:ext uri="{FF2B5EF4-FFF2-40B4-BE49-F238E27FC236}">
                <a16:creationId xmlns="" xmlns:a16="http://schemas.microsoft.com/office/drawing/2014/main" id="{A44D4601-96C1-4BDC-8452-66DBF6B2E846}"/>
              </a:ext>
            </a:extLst>
          </p:cNvPr>
          <p:cNvCxnSpPr>
            <a:cxnSpLocks/>
          </p:cNvCxnSpPr>
          <p:nvPr/>
        </p:nvCxnSpPr>
        <p:spPr>
          <a:xfrm>
            <a:off x="20612100" y="2740025"/>
            <a:ext cx="0" cy="7851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="" xmlns:a16="http://schemas.microsoft.com/office/drawing/2014/main" id="{F6F1A894-69CC-4383-9869-80DB01F7BB67}"/>
              </a:ext>
            </a:extLst>
          </p:cNvPr>
          <p:cNvCxnSpPr>
            <a:cxnSpLocks/>
          </p:cNvCxnSpPr>
          <p:nvPr/>
        </p:nvCxnSpPr>
        <p:spPr>
          <a:xfrm>
            <a:off x="21929725" y="2809875"/>
            <a:ext cx="0" cy="78501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="" xmlns:a16="http://schemas.microsoft.com/office/drawing/2014/main" id="{9F88140B-0888-4BEF-B9AF-AE0A0A4A4584}"/>
              </a:ext>
            </a:extLst>
          </p:cNvPr>
          <p:cNvCxnSpPr>
            <a:cxnSpLocks/>
          </p:cNvCxnSpPr>
          <p:nvPr/>
        </p:nvCxnSpPr>
        <p:spPr>
          <a:xfrm>
            <a:off x="23244175" y="3424238"/>
            <a:ext cx="28575" cy="69691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="" xmlns:a16="http://schemas.microsoft.com/office/drawing/2014/main" id="{644B432F-B8CF-4392-B50A-E18E2B2F6B57}"/>
              </a:ext>
            </a:extLst>
          </p:cNvPr>
          <p:cNvSpPr/>
          <p:nvPr/>
        </p:nvSpPr>
        <p:spPr>
          <a:xfrm>
            <a:off x="20026313" y="2327275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+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="" xmlns:a16="http://schemas.microsoft.com/office/drawing/2014/main" id="{88A4130C-941E-431D-97E5-EFB235F6D5E5}"/>
              </a:ext>
            </a:extLst>
          </p:cNvPr>
          <p:cNvSpPr/>
          <p:nvPr/>
        </p:nvSpPr>
        <p:spPr>
          <a:xfrm>
            <a:off x="22650450" y="4364038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-2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="" xmlns:a16="http://schemas.microsoft.com/office/drawing/2014/main" id="{EBDDEAD4-9C96-4818-96DF-1E88EDE302B8}"/>
              </a:ext>
            </a:extLst>
          </p:cNvPr>
          <p:cNvSpPr/>
          <p:nvPr/>
        </p:nvSpPr>
        <p:spPr>
          <a:xfrm>
            <a:off x="21324888" y="4364038"/>
            <a:ext cx="1171575" cy="1171575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47</a:t>
            </a:r>
          </a:p>
        </p:txBody>
      </p:sp>
      <p:sp>
        <p:nvSpPr>
          <p:cNvPr id="30" name="Elipse 29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20007263" y="4364038"/>
            <a:ext cx="1171575" cy="1171575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45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="" xmlns:a16="http://schemas.microsoft.com/office/drawing/2014/main" id="{C334C316-FCAC-400F-BA15-7A28927A5823}"/>
              </a:ext>
            </a:extLst>
          </p:cNvPr>
          <p:cNvSpPr/>
          <p:nvPr/>
        </p:nvSpPr>
        <p:spPr>
          <a:xfrm>
            <a:off x="22669500" y="2328863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&lt;&gt;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="" xmlns:a16="http://schemas.microsoft.com/office/drawing/2014/main" id="{B5A57017-374F-4B0D-B43B-C9AA87B3C0FC}"/>
              </a:ext>
            </a:extLst>
          </p:cNvPr>
          <p:cNvSpPr/>
          <p:nvPr/>
        </p:nvSpPr>
        <p:spPr>
          <a:xfrm>
            <a:off x="21345525" y="2328863"/>
            <a:ext cx="1169988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</a:t>
            </a:r>
          </a:p>
        </p:txBody>
      </p:sp>
      <p:sp>
        <p:nvSpPr>
          <p:cNvPr id="30734" name="CuadroTexto 2"/>
          <p:cNvSpPr txBox="1">
            <a:spLocks noChangeArrowheads="1"/>
          </p:cNvSpPr>
          <p:nvPr/>
        </p:nvSpPr>
        <p:spPr bwMode="auto">
          <a:xfrm>
            <a:off x="1022350" y="2055813"/>
            <a:ext cx="8335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eaLnBrk="1" hangingPunct="1"/>
            <a:r>
              <a:rPr lang="es-AR" altLang="es-ES" sz="2400" b="1">
                <a:solidFill>
                  <a:srgbClr val="000000"/>
                </a:solidFill>
              </a:rPr>
              <a:t>En términos generales, ¿cómo evalúa la gestión del…? 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="" xmlns:a16="http://schemas.microsoft.com/office/drawing/2014/main" id="{C1E03979-05D9-41A1-8FEC-DF3CDA1F02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4511229"/>
              </p:ext>
            </p:extLst>
          </p:nvPr>
        </p:nvGraphicFramePr>
        <p:xfrm>
          <a:off x="751327" y="2385070"/>
          <a:ext cx="18722684" cy="10203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Elipse 21">
            <a:extLst>
              <a:ext uri="{FF2B5EF4-FFF2-40B4-BE49-F238E27FC236}">
                <a16:creationId xmlns="" xmlns:a16="http://schemas.microsoft.com/office/drawing/2014/main" id="{88A4130C-941E-431D-97E5-EFB235F6D5E5}"/>
              </a:ext>
            </a:extLst>
          </p:cNvPr>
          <p:cNvSpPr/>
          <p:nvPr/>
        </p:nvSpPr>
        <p:spPr>
          <a:xfrm>
            <a:off x="22669500" y="10256838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-3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="" xmlns:a16="http://schemas.microsoft.com/office/drawing/2014/main" id="{EBDDEAD4-9C96-4818-96DF-1E88EDE302B8}"/>
              </a:ext>
            </a:extLst>
          </p:cNvPr>
          <p:cNvSpPr/>
          <p:nvPr/>
        </p:nvSpPr>
        <p:spPr>
          <a:xfrm>
            <a:off x="21343938" y="10256838"/>
            <a:ext cx="1171575" cy="1171575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48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20026313" y="10256838"/>
            <a:ext cx="1171575" cy="1171575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45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="" xmlns:a16="http://schemas.microsoft.com/office/drawing/2014/main" id="{88A4130C-941E-431D-97E5-EFB235F6D5E5}"/>
              </a:ext>
            </a:extLst>
          </p:cNvPr>
          <p:cNvSpPr/>
          <p:nvPr/>
        </p:nvSpPr>
        <p:spPr>
          <a:xfrm>
            <a:off x="22650450" y="7256463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-21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="" xmlns:a16="http://schemas.microsoft.com/office/drawing/2014/main" id="{EBDDEAD4-9C96-4818-96DF-1E88EDE302B8}"/>
              </a:ext>
            </a:extLst>
          </p:cNvPr>
          <p:cNvSpPr/>
          <p:nvPr/>
        </p:nvSpPr>
        <p:spPr>
          <a:xfrm>
            <a:off x="21324888" y="7256463"/>
            <a:ext cx="1171575" cy="1171575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58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20007263" y="7256463"/>
            <a:ext cx="1171575" cy="1171575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37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r>
              <a:rPr lang="es-AR" altLang="es-ES" sz="3600">
                <a:latin typeface="HelveticaNeue Std (Títulos)"/>
              </a:rPr>
              <a:t>02. Gestiones </a:t>
            </a:r>
            <a:r>
              <a:rPr lang="es-AR" altLang="es-ES" sz="3600"/>
              <a:t>| </a:t>
            </a:r>
            <a:r>
              <a:rPr lang="es-AR" altLang="es-ES" sz="3600" b="0"/>
              <a:t>Evolutivos</a:t>
            </a:r>
            <a:endParaRPr lang="es-AR" altLang="es-AR" sz="360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E84D4F44-FF83-476A-A90C-773F8AE87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6CAC8CFC-2674-417B-A626-80D574E8BA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sz="1800" dirty="0"/>
              <a:t>No difundir este material sin autorización previa | </a:t>
            </a:r>
            <a:fld id="{E93238EA-3107-4E16-94CD-DD7163955E33}" type="slidenum">
              <a:rPr lang="es-AR" sz="1800" b="1" smtClean="0"/>
              <a:pPr>
                <a:defRPr/>
              </a:pPr>
              <a:t>7</a:t>
            </a:fld>
            <a:endParaRPr lang="es-AR" sz="1800" b="1" dirty="0"/>
          </a:p>
        </p:txBody>
      </p:sp>
      <p:pic>
        <p:nvPicPr>
          <p:cNvPr id="31749" name="Imagen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2413" y="2095500"/>
            <a:ext cx="1776412" cy="177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1750" name="Grupo 9"/>
          <p:cNvGrpSpPr>
            <a:grpSpLocks/>
          </p:cNvGrpSpPr>
          <p:nvPr/>
        </p:nvGrpSpPr>
        <p:grpSpPr bwMode="auto">
          <a:xfrm>
            <a:off x="6372225" y="2093913"/>
            <a:ext cx="1778000" cy="1778000"/>
            <a:chOff x="1804279" y="800615"/>
            <a:chExt cx="1778400" cy="1778400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xmlns="" id="{DB26DBA1-CE20-6C71-B550-11FEB481A8DB}"/>
                </a:ext>
              </a:extLst>
            </p:cNvPr>
            <p:cNvSpPr/>
            <p:nvPr/>
          </p:nvSpPr>
          <p:spPr>
            <a:xfrm>
              <a:off x="1804279" y="800615"/>
              <a:ext cx="1778400" cy="17784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solidFill>
                  <a:srgbClr val="FFFFFF"/>
                </a:solidFill>
              </a:endParaRPr>
            </a:p>
          </p:txBody>
        </p:sp>
        <p:pic>
          <p:nvPicPr>
            <p:cNvPr id="13" name="Picture 2" descr="Javier Milei - Wikipedia, la enciclopedia libre">
              <a:extLst>
                <a:ext uri="{FF2B5EF4-FFF2-40B4-BE49-F238E27FC236}">
                  <a16:creationId xmlns:a16="http://schemas.microsoft.com/office/drawing/2014/main" xmlns="" id="{F1E383F0-1D2E-664D-8ABB-45E82A693E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duotone>
                <a:prstClr val="black"/>
                <a:srgbClr val="D9AF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0" r="108" b="18897"/>
            <a:stretch/>
          </p:blipFill>
          <p:spPr bwMode="auto">
            <a:xfrm>
              <a:off x="2007679" y="1004015"/>
              <a:ext cx="1371600" cy="137160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1751" name="Grupo 4"/>
          <p:cNvGrpSpPr>
            <a:grpSpLocks/>
          </p:cNvGrpSpPr>
          <p:nvPr/>
        </p:nvGrpSpPr>
        <p:grpSpPr bwMode="auto">
          <a:xfrm>
            <a:off x="14249400" y="2093913"/>
            <a:ext cx="1778000" cy="1778000"/>
            <a:chOff x="21663016" y="2078118"/>
            <a:chExt cx="1778400" cy="1778400"/>
          </a:xfrm>
        </p:grpSpPr>
        <p:pic>
          <p:nvPicPr>
            <p:cNvPr id="31755" name="Imagen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9" r="519"/>
            <a:stretch>
              <a:fillRect/>
            </a:stretch>
          </p:blipFill>
          <p:spPr bwMode="auto">
            <a:xfrm>
              <a:off x="21663016" y="2078118"/>
              <a:ext cx="1778400" cy="177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xmlns="" id="{6BFBE3D8-D96B-E141-F506-DF5C2B00AF7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prstClr val="black"/>
                <a:schemeClr val="accent5">
                  <a:lumMod val="40000"/>
                  <a:lumOff val="60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38" r="18838"/>
            <a:stretch/>
          </p:blipFill>
          <p:spPr>
            <a:xfrm>
              <a:off x="21848487" y="2281518"/>
              <a:ext cx="1371600" cy="1371600"/>
            </a:xfrm>
            <a:prstGeom prst="ellipse">
              <a:avLst/>
            </a:prstGeom>
          </p:spPr>
        </p:pic>
      </p:grp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xmlns="" id="{5BB6C381-62B1-4E91-B5D3-3FE07F9F74F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441573" y="1944779"/>
          <a:ext cx="7775312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xmlns="" id="{5BB6C381-62B1-4E91-B5D3-3FE07F9F74F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97294" y="1927527"/>
          <a:ext cx="7446896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xmlns="" id="{35344DA2-25D9-F18D-565E-6EFB6B87854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6222593" y="1927530"/>
          <a:ext cx="7599432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1744143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6821048" cy="1123950"/>
          </a:xfrm>
        </p:spPr>
        <p:txBody>
          <a:bodyPr/>
          <a:lstStyle/>
          <a:p>
            <a:r>
              <a:rPr lang="es-AR" altLang="es-ES" sz="3600" dirty="0"/>
              <a:t>02. Gestiones </a:t>
            </a:r>
            <a:r>
              <a:rPr lang="es-AR" sz="3600" dirty="0" smtClean="0">
                <a:latin typeface="HelveticaNeue Std (Cuerpo)"/>
              </a:rPr>
              <a:t>| </a:t>
            </a:r>
            <a:r>
              <a:rPr lang="es-AR" altLang="es-AR" sz="3600" b="0" dirty="0" smtClean="0"/>
              <a:t>Apertura </a:t>
            </a:r>
            <a:r>
              <a:rPr lang="es-AR" altLang="es-AR" sz="3600" b="0" dirty="0"/>
              <a:t>gestión del gobierno nacional a cargo de Javier Milei</a:t>
            </a:r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" name="Grupo 2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3" name="Cerrar corchete 62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25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6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27" name="Cerrar corchete 26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28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29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30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7" name="Cerrar corchete 3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8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1078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/>
              <a:t>02. Gestiones </a:t>
            </a:r>
            <a:r>
              <a:rPr lang="es-AR" sz="3600" dirty="0" smtClean="0">
                <a:latin typeface="HelveticaNeue Std (Cuerpo)"/>
              </a:rPr>
              <a:t>| </a:t>
            </a:r>
            <a:r>
              <a:rPr lang="es-AR" altLang="es-AR" sz="3600" b="0" dirty="0" smtClean="0"/>
              <a:t>Apertura </a:t>
            </a:r>
            <a:r>
              <a:rPr lang="es-AR" altLang="es-AR" sz="3600" b="0" dirty="0"/>
              <a:t>gestión </a:t>
            </a:r>
            <a:r>
              <a:rPr lang="es-MX" sz="3600" b="0" dirty="0" smtClean="0"/>
              <a:t>del </a:t>
            </a:r>
            <a:r>
              <a:rPr lang="es-MX" sz="3600" b="0" dirty="0"/>
              <a:t>gobierno </a:t>
            </a:r>
            <a:r>
              <a:rPr lang="es-MX" sz="3600" b="0" dirty="0" smtClean="0"/>
              <a:t>provincial a cargo de Axel </a:t>
            </a:r>
            <a:r>
              <a:rPr lang="es-MX" sz="3600" b="0" dirty="0" err="1" smtClean="0"/>
              <a:t>Kicillof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4189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/>
              <a:t>02. Gestiones </a:t>
            </a:r>
            <a:r>
              <a:rPr lang="es-AR" sz="3600" dirty="0" smtClean="0">
                <a:latin typeface="HelveticaNeue Std (Cuerpo)"/>
              </a:rPr>
              <a:t>| </a:t>
            </a:r>
            <a:r>
              <a:rPr lang="es-AR" altLang="es-AR" sz="3600" b="0" dirty="0" smtClean="0"/>
              <a:t>Apertura </a:t>
            </a:r>
            <a:r>
              <a:rPr lang="es-MX" altLang="es-AR" sz="3600" b="0" dirty="0"/>
              <a:t>gestión del gobierno municipal a cargo del intendente de su </a:t>
            </a:r>
            <a:r>
              <a:rPr lang="es-MX" altLang="es-AR" sz="3600" b="0" dirty="0" smtClean="0"/>
              <a:t>municipio 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344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áfico 4">
            <a:extLst>
              <a:ext uri="{FF2B5EF4-FFF2-40B4-BE49-F238E27FC236}">
                <a16:creationId xmlns="" xmlns:a16="http://schemas.microsoft.com/office/drawing/2014/main" id="{E308B0C4-3993-40F3-954B-BBF905AEA4F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68176" y="1936907"/>
          <a:ext cx="23046060" cy="10877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Marcador de número de diapositiva 4">
            <a:extLst>
              <a:ext uri="{FF2B5EF4-FFF2-40B4-BE49-F238E27FC236}">
                <a16:creationId xmlns="" xmlns:a16="http://schemas.microsoft.com/office/drawing/2014/main" id="{FE1A8E24-C5FF-4C2E-B79D-0BF904BA0E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sz="1800" dirty="0"/>
              <a:t>No difundir este material sin autorización previa | </a:t>
            </a:r>
            <a:fld id="{BADAB1E4-0629-49C7-8DD3-0F315870F122}" type="slidenum">
              <a:rPr lang="es-AR" sz="1800" smtClean="0"/>
              <a:pPr>
                <a:defRPr/>
              </a:pPr>
              <a:t>11</a:t>
            </a:fld>
            <a:endParaRPr lang="es-AR" sz="1800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="" xmlns:a16="http://schemas.microsoft.com/office/drawing/2014/main" id="{543CD97D-4D0D-4F4F-9CE8-6E90F172F319}"/>
              </a:ext>
            </a:extLst>
          </p:cNvPr>
          <p:cNvCxnSpPr/>
          <p:nvPr/>
        </p:nvCxnSpPr>
        <p:spPr>
          <a:xfrm flipV="1">
            <a:off x="1539875" y="7105650"/>
            <a:ext cx="222821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941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1077238" cy="1123950"/>
          </a:xfrm>
        </p:spPr>
        <p:txBody>
          <a:bodyPr/>
          <a:lstStyle/>
          <a:p>
            <a:r>
              <a:rPr lang="es-AR" altLang="es-ES" sz="3600"/>
              <a:t>02. Gestiones | </a:t>
            </a:r>
            <a:r>
              <a:rPr lang="es-AR" altLang="es-ES" sz="3600" b="0">
                <a:latin typeface="HelveticaNeue Std (Títulos)"/>
              </a:rPr>
              <a:t>Apertura</a:t>
            </a:r>
            <a:r>
              <a:rPr lang="es-AR" altLang="es-ES" sz="3600"/>
              <a:t> | </a:t>
            </a:r>
            <a:r>
              <a:rPr lang="es-AR" altLang="es-ES" sz="3600" b="0">
                <a:latin typeface="HelveticaNeue Std (Títulos)"/>
              </a:rPr>
              <a:t>Evaluación positiva de los diferentes niveles de gestión</a:t>
            </a:r>
            <a:endParaRPr lang="es-AR" altLang="es-ES" sz="3600"/>
          </a:p>
        </p:txBody>
      </p:sp>
      <p:sp>
        <p:nvSpPr>
          <p:cNvPr id="39942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ES" sz="1800" b="0" dirty="0">
              <a:solidFill>
                <a:srgbClr val="000000"/>
              </a:solidFill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="" xmlns:a16="http://schemas.microsoft.com/office/drawing/2014/main" id="{D7E9D10D-D871-E206-42EA-FCED9212603F}"/>
              </a:ext>
            </a:extLst>
          </p:cNvPr>
          <p:cNvGrpSpPr/>
          <p:nvPr/>
        </p:nvGrpSpPr>
        <p:grpSpPr>
          <a:xfrm>
            <a:off x="2158253" y="2732088"/>
            <a:ext cx="21571419" cy="1007177"/>
            <a:chOff x="2158253" y="2732088"/>
            <a:chExt cx="21571419" cy="1007177"/>
          </a:xfrm>
        </p:grpSpPr>
        <p:grpSp>
          <p:nvGrpSpPr>
            <p:cNvPr id="7" name="Grupo 27">
              <a:extLst>
                <a:ext uri="{FF2B5EF4-FFF2-40B4-BE49-F238E27FC236}">
                  <a16:creationId xmlns="" xmlns:a16="http://schemas.microsoft.com/office/drawing/2014/main" id="{294A0013-7ECF-C0BF-B027-6035433A94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8253" y="2732088"/>
              <a:ext cx="21571419" cy="1000126"/>
              <a:chOff x="2298519" y="2855498"/>
              <a:chExt cx="21571363" cy="1000603"/>
            </a:xfrm>
          </p:grpSpPr>
          <p:grpSp>
            <p:nvGrpSpPr>
              <p:cNvPr id="15" name="Grupo 28">
                <a:extLst>
                  <a:ext uri="{FF2B5EF4-FFF2-40B4-BE49-F238E27FC236}">
                    <a16:creationId xmlns="" xmlns:a16="http://schemas.microsoft.com/office/drawing/2014/main" id="{4F09E4EE-68C2-88E0-76A0-547B951221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98519" y="2855498"/>
                <a:ext cx="21571363" cy="1000603"/>
                <a:chOff x="1993719" y="2969798"/>
                <a:chExt cx="21571363" cy="1000603"/>
              </a:xfrm>
            </p:grpSpPr>
            <p:sp>
              <p:nvSpPr>
                <p:cNvPr id="18" name="CuadroTexto 17">
                  <a:extLst>
                    <a:ext uri="{FF2B5EF4-FFF2-40B4-BE49-F238E27FC236}">
                      <a16:creationId xmlns="" xmlns:a16="http://schemas.microsoft.com/office/drawing/2014/main" id="{192DE1BC-F7D1-FE9A-8F4B-A5F9F88F09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66609" y="3222480"/>
                  <a:ext cx="1977303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Estudios</a:t>
                  </a:r>
                </a:p>
              </p:txBody>
            </p:sp>
            <p:sp>
              <p:nvSpPr>
                <p:cNvPr id="19" name="CuadroTexto 26">
                  <a:extLst>
                    <a:ext uri="{FF2B5EF4-FFF2-40B4-BE49-F238E27FC236}">
                      <a16:creationId xmlns="" xmlns:a16="http://schemas.microsoft.com/office/drawing/2014/main" id="{58A26BA9-4896-5A6F-A932-4342861219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394996" y="2969798"/>
                  <a:ext cx="1594074" cy="646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Voto </a:t>
                  </a:r>
                  <a:br>
                    <a:rPr lang="es-AR" altLang="es-AR" sz="1800" b="1" dirty="0">
                      <a:solidFill>
                        <a:srgbClr val="000000"/>
                      </a:solidFill>
                    </a:rPr>
                  </a:br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balo. ‘23</a:t>
                  </a:r>
                </a:p>
              </p:txBody>
            </p:sp>
            <p:sp>
              <p:nvSpPr>
                <p:cNvPr id="20" name="Cerrar corchete 29">
                  <a:extLst>
                    <a:ext uri="{FF2B5EF4-FFF2-40B4-BE49-F238E27FC236}">
                      <a16:creationId xmlns="" xmlns:a16="http://schemas.microsoft.com/office/drawing/2014/main" id="{3CAF4C59-7751-7051-E610-661EF8362220}"/>
                    </a:ext>
                  </a:extLst>
                </p:cNvPr>
                <p:cNvSpPr/>
                <p:nvPr/>
              </p:nvSpPr>
              <p:spPr bwMode="auto">
                <a:xfrm rot="16200000">
                  <a:off x="18988989" y="3399325"/>
                  <a:ext cx="341476" cy="775264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1" name="Cerrar corchete 30">
                  <a:extLst>
                    <a:ext uri="{FF2B5EF4-FFF2-40B4-BE49-F238E27FC236}">
                      <a16:creationId xmlns="" xmlns:a16="http://schemas.microsoft.com/office/drawing/2014/main" id="{64F15A62-1025-692F-CCD2-640644A538CD}"/>
                    </a:ext>
                  </a:extLst>
                </p:cNvPr>
                <p:cNvSpPr/>
                <p:nvPr/>
              </p:nvSpPr>
              <p:spPr bwMode="auto">
                <a:xfrm rot="16200000">
                  <a:off x="5887421" y="3167150"/>
                  <a:ext cx="335123" cy="1233262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2" name="Cerrar corchete 31">
                  <a:extLst>
                    <a:ext uri="{FF2B5EF4-FFF2-40B4-BE49-F238E27FC236}">
                      <a16:creationId xmlns="" xmlns:a16="http://schemas.microsoft.com/office/drawing/2014/main" id="{316CFE3E-40F1-D81E-2276-F40A0AA7B1CB}"/>
                    </a:ext>
                  </a:extLst>
                </p:cNvPr>
                <p:cNvSpPr/>
                <p:nvPr/>
              </p:nvSpPr>
              <p:spPr bwMode="auto">
                <a:xfrm rot="16200000">
                  <a:off x="20562467" y="3027603"/>
                  <a:ext cx="335123" cy="1512355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3" name="CuadroTexto 21">
                  <a:extLst>
                    <a:ext uri="{FF2B5EF4-FFF2-40B4-BE49-F238E27FC236}">
                      <a16:creationId xmlns="" xmlns:a16="http://schemas.microsoft.com/office/drawing/2014/main" id="{0ED86771-1C34-87AE-74D2-948B35DC34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44492" y="3222480"/>
                  <a:ext cx="217144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GGN</a:t>
                  </a:r>
                </a:p>
              </p:txBody>
            </p:sp>
            <p:sp>
              <p:nvSpPr>
                <p:cNvPr id="25" name="Cerrar corchete 24">
                  <a:extLst>
                    <a:ext uri="{FF2B5EF4-FFF2-40B4-BE49-F238E27FC236}">
                      <a16:creationId xmlns="" xmlns:a16="http://schemas.microsoft.com/office/drawing/2014/main" id="{F13760E1-9BD0-D347-7CC1-C08FC2EDBEF2}"/>
                    </a:ext>
                  </a:extLst>
                </p:cNvPr>
                <p:cNvSpPr/>
                <p:nvPr/>
              </p:nvSpPr>
              <p:spPr bwMode="auto">
                <a:xfrm rot="16200000">
                  <a:off x="22491006" y="2984785"/>
                  <a:ext cx="335123" cy="1597991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6" name="Cerrar corchete 25">
                  <a:extLst>
                    <a:ext uri="{FF2B5EF4-FFF2-40B4-BE49-F238E27FC236}">
                      <a16:creationId xmlns="" xmlns:a16="http://schemas.microsoft.com/office/drawing/2014/main" id="{4E78206D-08E1-0355-3DF6-6F72B98A6216}"/>
                    </a:ext>
                  </a:extLst>
                </p:cNvPr>
                <p:cNvSpPr/>
                <p:nvPr/>
              </p:nvSpPr>
              <p:spPr bwMode="auto">
                <a:xfrm rot="16200000">
                  <a:off x="4067506" y="3021031"/>
                  <a:ext cx="354182" cy="1544558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7" name="CuadroTexto 59">
                  <a:extLst>
                    <a:ext uri="{FF2B5EF4-FFF2-40B4-BE49-F238E27FC236}">
                      <a16:creationId xmlns="" xmlns:a16="http://schemas.microsoft.com/office/drawing/2014/main" id="{6FCC28DB-07CF-EB75-5099-C06614F615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10128" y="3222480"/>
                  <a:ext cx="1868458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Edad</a:t>
                  </a:r>
                </a:p>
              </p:txBody>
            </p:sp>
            <p:sp>
              <p:nvSpPr>
                <p:cNvPr id="28" name="Cerrar corchete 27">
                  <a:extLst>
                    <a:ext uri="{FF2B5EF4-FFF2-40B4-BE49-F238E27FC236}">
                      <a16:creationId xmlns="" xmlns:a16="http://schemas.microsoft.com/office/drawing/2014/main" id="{19EA523B-C00E-7112-3E96-B32215E3CE9E}"/>
                    </a:ext>
                  </a:extLst>
                </p:cNvPr>
                <p:cNvSpPr/>
                <p:nvPr/>
              </p:nvSpPr>
              <p:spPr bwMode="auto">
                <a:xfrm rot="16200000">
                  <a:off x="2441321" y="3390843"/>
                  <a:ext cx="335123" cy="785875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2" name="CuadroTexto 44">
                  <a:extLst>
                    <a:ext uri="{FF2B5EF4-FFF2-40B4-BE49-F238E27FC236}">
                      <a16:creationId xmlns="" xmlns:a16="http://schemas.microsoft.com/office/drawing/2014/main" id="{B2D0B485-2164-7F85-20DF-6A058E227C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93719" y="3222480"/>
                  <a:ext cx="121228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Género</a:t>
                  </a:r>
                </a:p>
              </p:txBody>
            </p:sp>
            <p:sp>
              <p:nvSpPr>
                <p:cNvPr id="35" name="Cerrar corchete 34">
                  <a:extLst>
                    <a:ext uri="{FF2B5EF4-FFF2-40B4-BE49-F238E27FC236}">
                      <a16:creationId xmlns="" xmlns:a16="http://schemas.microsoft.com/office/drawing/2014/main" id="{6333B281-EC6F-0B3B-8D2E-3666955D50D3}"/>
                    </a:ext>
                  </a:extLst>
                </p:cNvPr>
                <p:cNvSpPr/>
                <p:nvPr/>
              </p:nvSpPr>
              <p:spPr bwMode="auto">
                <a:xfrm rot="16200000">
                  <a:off x="14912183" y="2567574"/>
                  <a:ext cx="335123" cy="2432410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37" name="CuadroTexto 65">
                  <a:extLst>
                    <a:ext uri="{FF2B5EF4-FFF2-40B4-BE49-F238E27FC236}">
                      <a16:creationId xmlns="" xmlns:a16="http://schemas.microsoft.com/office/drawing/2014/main" id="{51A2EEE9-D599-6C16-B3D3-4F0B8D4335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404509" y="3222480"/>
                  <a:ext cx="341942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Cercanía partidaria</a:t>
                  </a:r>
                </a:p>
              </p:txBody>
            </p:sp>
            <p:sp>
              <p:nvSpPr>
                <p:cNvPr id="39" name="Cerrar corchete 39">
                  <a:extLst>
                    <a:ext uri="{FF2B5EF4-FFF2-40B4-BE49-F238E27FC236}">
                      <a16:creationId xmlns="" xmlns:a16="http://schemas.microsoft.com/office/drawing/2014/main" id="{E2D00256-5686-640F-6F86-67CA3500B3BB}"/>
                    </a:ext>
                  </a:extLst>
                </p:cNvPr>
                <p:cNvSpPr/>
                <p:nvPr/>
              </p:nvSpPr>
              <p:spPr bwMode="auto">
                <a:xfrm rot="16200000">
                  <a:off x="7693676" y="3017463"/>
                  <a:ext cx="335123" cy="1532632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0" name="CuadroTexto 21">
                  <a:extLst>
                    <a:ext uri="{FF2B5EF4-FFF2-40B4-BE49-F238E27FC236}">
                      <a16:creationId xmlns="" xmlns:a16="http://schemas.microsoft.com/office/drawing/2014/main" id="{A3981D0F-BBF0-461A-A576-598591B824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47802" y="3009265"/>
                  <a:ext cx="2497473" cy="584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600" b="1" dirty="0">
                      <a:solidFill>
                        <a:srgbClr val="000000"/>
                      </a:solidFill>
                    </a:rPr>
                    <a:t>NSE</a:t>
                  </a:r>
                </a:p>
                <a:p>
                  <a:pPr algn="ctr" eaLnBrk="1" hangingPunct="1"/>
                  <a:r>
                    <a:rPr lang="es-AR" altLang="es-AR" sz="1600" b="1" dirty="0" err="1">
                      <a:solidFill>
                        <a:srgbClr val="000000"/>
                      </a:solidFill>
                    </a:rPr>
                    <a:t>autopercibido</a:t>
                  </a:r>
                  <a:endParaRPr lang="es-AR" altLang="es-AR" sz="16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1" name="Cerrar corchete 39">
                  <a:extLst>
                    <a:ext uri="{FF2B5EF4-FFF2-40B4-BE49-F238E27FC236}">
                      <a16:creationId xmlns="" xmlns:a16="http://schemas.microsoft.com/office/drawing/2014/main" id="{E8B8E930-A26B-1A29-8D88-019E12CE4B0E}"/>
                    </a:ext>
                  </a:extLst>
                </p:cNvPr>
                <p:cNvSpPr/>
                <p:nvPr/>
              </p:nvSpPr>
              <p:spPr bwMode="auto">
                <a:xfrm rot="16200000">
                  <a:off x="9389886" y="3444727"/>
                  <a:ext cx="330357" cy="673338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3" name="CuadroTexto 21">
                  <a:extLst>
                    <a:ext uri="{FF2B5EF4-FFF2-40B4-BE49-F238E27FC236}">
                      <a16:creationId xmlns="" xmlns:a16="http://schemas.microsoft.com/office/drawing/2014/main" id="{0FD60AB8-0A45-8DF9-C601-434FD03DDB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37170" y="3222480"/>
                  <a:ext cx="1235708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Zona</a:t>
                  </a:r>
                </a:p>
              </p:txBody>
            </p:sp>
            <p:sp>
              <p:nvSpPr>
                <p:cNvPr id="44" name="CuadroTexto 21">
                  <a:extLst>
                    <a:ext uri="{FF2B5EF4-FFF2-40B4-BE49-F238E27FC236}">
                      <a16:creationId xmlns="" xmlns:a16="http://schemas.microsoft.com/office/drawing/2014/main" id="{7EADC255-5C1F-6E03-ACF7-29B5AC67EE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693510" y="3228576"/>
                  <a:ext cx="187157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GGP</a:t>
                  </a:r>
                </a:p>
              </p:txBody>
            </p:sp>
          </p:grpSp>
          <p:sp>
            <p:nvSpPr>
              <p:cNvPr id="16" name="Cerrar corchete 15">
                <a:extLst>
                  <a:ext uri="{FF2B5EF4-FFF2-40B4-BE49-F238E27FC236}">
                    <a16:creationId xmlns="" xmlns:a16="http://schemas.microsoft.com/office/drawing/2014/main" id="{0D568926-3FBC-5D9F-A8CE-124EDD098830}"/>
                  </a:ext>
                </a:extLst>
              </p:cNvPr>
              <p:cNvSpPr/>
              <p:nvPr/>
            </p:nvSpPr>
            <p:spPr bwMode="auto">
              <a:xfrm rot="16200000">
                <a:off x="17828009" y="2913898"/>
                <a:ext cx="335123" cy="151116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CuadroTexto 65">
                <a:extLst>
                  <a:ext uri="{FF2B5EF4-FFF2-40B4-BE49-F238E27FC236}">
                    <a16:creationId xmlns="" xmlns:a16="http://schemas.microsoft.com/office/drawing/2014/main" id="{000C0915-266E-CD79-F26B-F67305E1B4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28083" y="3108180"/>
                <a:ext cx="233551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Voto </a:t>
                </a:r>
                <a:r>
                  <a:rPr lang="es-AR" altLang="es-AR" sz="1800" b="1" dirty="0" err="1">
                    <a:solidFill>
                      <a:srgbClr val="000000"/>
                    </a:solidFill>
                  </a:rPr>
                  <a:t>grales</a:t>
                </a:r>
                <a:r>
                  <a:rPr lang="es-AR" altLang="es-AR" sz="1800" b="1" dirty="0">
                    <a:solidFill>
                      <a:srgbClr val="000000"/>
                    </a:solidFill>
                  </a:rPr>
                  <a:t> ‘23</a:t>
                </a:r>
              </a:p>
            </p:txBody>
          </p:sp>
        </p:grpSp>
        <p:sp>
          <p:nvSpPr>
            <p:cNvPr id="9" name="CuadroTexto 17">
              <a:extLst>
                <a:ext uri="{FF2B5EF4-FFF2-40B4-BE49-F238E27FC236}">
                  <a16:creationId xmlns="" xmlns:a16="http://schemas.microsoft.com/office/drawing/2014/main" id="{A8C770FD-90DF-D989-11E5-F24C47C08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62159" y="2991702"/>
              <a:ext cx="1977308" cy="36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SE</a:t>
              </a:r>
            </a:p>
          </p:txBody>
        </p:sp>
        <p:sp>
          <p:nvSpPr>
            <p:cNvPr id="10" name="Cerrar corchete 30">
              <a:extLst>
                <a:ext uri="{FF2B5EF4-FFF2-40B4-BE49-F238E27FC236}">
                  <a16:creationId xmlns="" xmlns:a16="http://schemas.microsoft.com/office/drawing/2014/main" id="{33F2A890-2F11-F5C6-574B-A19D023897A4}"/>
                </a:ext>
              </a:extLst>
            </p:cNvPr>
            <p:cNvSpPr/>
            <p:nvPr/>
          </p:nvSpPr>
          <p:spPr bwMode="auto">
            <a:xfrm rot="16200000">
              <a:off x="12883053" y="2992159"/>
              <a:ext cx="334963" cy="112115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1" name="Cerrar corchete 10">
              <a:extLst>
                <a:ext uri="{FF2B5EF4-FFF2-40B4-BE49-F238E27FC236}">
                  <a16:creationId xmlns="" xmlns:a16="http://schemas.microsoft.com/office/drawing/2014/main" id="{1918F8D9-DBC0-999E-AC07-2595850F8FA3}"/>
                </a:ext>
              </a:extLst>
            </p:cNvPr>
            <p:cNvSpPr/>
            <p:nvPr/>
          </p:nvSpPr>
          <p:spPr bwMode="auto">
            <a:xfrm rot="16200000">
              <a:off x="11166655" y="2789978"/>
              <a:ext cx="354013" cy="1544562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12" name="CuadroTexto 59">
              <a:extLst>
                <a:ext uri="{FF2B5EF4-FFF2-40B4-BE49-F238E27FC236}">
                  <a16:creationId xmlns="" xmlns:a16="http://schemas.microsoft.com/office/drawing/2014/main" id="{D89178BE-3573-A638-F8CE-545DDB1B1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09192" y="2991702"/>
              <a:ext cx="1868463" cy="36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Cordón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5657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="" xmlns:a16="http://schemas.microsoft.com/office/drawing/2014/main" id="{40755512-147C-46B9-A632-0E717B3005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0451921"/>
              </p:ext>
            </p:extLst>
          </p:nvPr>
        </p:nvGraphicFramePr>
        <p:xfrm>
          <a:off x="927343" y="1930142"/>
          <a:ext cx="22527726" cy="10871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7634" name="Título 3">
            <a:extLst>
              <a:ext uri="{FF2B5EF4-FFF2-40B4-BE49-F238E27FC236}">
                <a16:creationId xmlns="" xmlns:a16="http://schemas.microsoft.com/office/drawing/2014/main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sz="3600" dirty="0">
                <a:latin typeface="HelveticaNeue Std (Cuerpo)"/>
              </a:rPr>
              <a:t>02. </a:t>
            </a:r>
            <a:r>
              <a:rPr lang="es-AR" sz="3600" dirty="0" smtClean="0">
                <a:latin typeface="HelveticaNeue Std (Cuerpo)"/>
              </a:rPr>
              <a:t>Gestiones | Análisis </a:t>
            </a:r>
            <a:r>
              <a:rPr lang="es-AR" sz="3600" dirty="0">
                <a:latin typeface="HelveticaNeue Std (Cuerpo)"/>
              </a:rPr>
              <a:t>cualitativo | </a:t>
            </a:r>
            <a:r>
              <a:rPr lang="es-AR" sz="3600" b="0" dirty="0" smtClean="0">
                <a:latin typeface="HelveticaNeue Std (Cuerpo)"/>
              </a:rPr>
              <a:t>Por qué haces una evaluación </a:t>
            </a:r>
            <a:r>
              <a:rPr lang="es-AR" sz="3600" u="sng" dirty="0" smtClean="0">
                <a:latin typeface="HelveticaNeue Std (Cuerpo)"/>
              </a:rPr>
              <a:t>POSITIVA</a:t>
            </a:r>
            <a:r>
              <a:rPr lang="es-AR" sz="3600" b="0" dirty="0" smtClean="0">
                <a:latin typeface="HelveticaNeue Std (Cuerpo)"/>
              </a:rPr>
              <a:t> de la </a:t>
            </a:r>
            <a:r>
              <a:rPr lang="es-AR" sz="3600" dirty="0" smtClean="0">
                <a:latin typeface="HelveticaNeue Std (Cuerpo)"/>
              </a:rPr>
              <a:t>gestión del gobierno nacional de Javier </a:t>
            </a:r>
            <a:r>
              <a:rPr lang="es-AR" sz="3600" dirty="0" err="1" smtClean="0">
                <a:latin typeface="HelveticaNeue Std (Cuerpo)"/>
              </a:rPr>
              <a:t>Milei</a:t>
            </a:r>
            <a:endParaRPr lang="es-AR" altLang="es-ES" sz="360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=""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/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="" xmlns:a16="http://schemas.microsoft.com/office/drawing/2014/main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sp>
        <p:nvSpPr>
          <p:cNvPr id="7" name="Bocadillo: rectángulo 1">
            <a:extLst>
              <a:ext uri="{FF2B5EF4-FFF2-40B4-BE49-F238E27FC236}">
                <a16:creationId xmlns:a16="http://schemas.microsoft.com/office/drawing/2014/main" xmlns="" id="{B65D0D98-6416-4510-70DF-5AC748F72351}"/>
              </a:ext>
            </a:extLst>
          </p:cNvPr>
          <p:cNvSpPr/>
          <p:nvPr/>
        </p:nvSpPr>
        <p:spPr>
          <a:xfrm>
            <a:off x="1041243" y="2057401"/>
            <a:ext cx="22405353" cy="9501995"/>
          </a:xfrm>
          <a:prstGeom prst="wedgeRectCallout">
            <a:avLst>
              <a:gd name="adj1" fmla="val -22750"/>
              <a:gd name="adj2" fmla="val 49650"/>
            </a:avLst>
          </a:prstGeom>
          <a:solidFill>
            <a:schemeClr val="bg1">
              <a:lumMod val="85000"/>
              <a:alpha val="40000"/>
            </a:schemeClr>
          </a:solidFill>
          <a:ln w="571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252000" rtlCol="0" anchor="t"/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reducción de la inflación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es el tema más recurrente y destacado. Muchos mencionan específicamente que la inflación ha bajado, lo cual es visto como 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EL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logro significativo.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Este control inflacionario no solo es percibido como un éxito económico, sino también como una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señal que el gobierno está cumpliendo con sus promesas de campaña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estabilidad es valorada porque permite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planificar las finanzas y ver una mejora en el poder adquisitivo.</a:t>
            </a: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transparencia y la honestidad de Milei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son aspectos altamente valorados. Muchos destacan que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Milei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"no miente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" y que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está cumpliendo con lo que prometió durante su campaña.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Esta percepción de integridad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contrasta con la imagen de corrupción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que muchos asocian con gobiernos anteriores. La lucha contra la corrupción, el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cierre de organismos y estructuras estatales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la supuesta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eliminación de 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ñoquis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son acciones que refuerzan esta imagen de un gobierno que busca 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limpiar el Estado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reducir el gasto público.</a:t>
            </a: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“¡Por los 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impresionantes resultados</a:t>
            </a:r>
            <a:r>
              <a:rPr lang="es-AR" sz="24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observables! ¡Más de lo 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prometido en campaña</a:t>
            </a:r>
            <a:r>
              <a:rPr lang="es-AR" sz="24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!”</a:t>
            </a: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“Por todos 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los desafíos cumplidos</a:t>
            </a:r>
            <a:r>
              <a:rPr lang="es-AR" sz="24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hasta el momento, aun teniendo los poderes judicial y legislativo en contra, además de los sindicatos”</a:t>
            </a: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Un tercer aspecto destacado es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coherencia y firmeza en la implementación de políticas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Aunque algunas personas mencionan que 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no están de acuerdo con todas las medidas 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que 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hay aspectos que podrían mejorar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mayoría valora que Milei esté haciendo lo que dijo que haría.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Esto incluye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desregulación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de la economía, el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achicamiento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del Estado y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reducción del déficit fiscal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La percepción que el gobierno está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"haciendo lo que hay que hacer" para sacar al país de la crisis es un tema recurrente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Además, se menciona que estas políticas están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teniendo un impacto positivo en la economía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aunque algunos reconocen que aún falta mucho por hacer.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Hay una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valoración positiva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de la gestión en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comparación al kirchnerismo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Muchos expresan que, a pesar de los desafíos y las críticas, el gobierno de Milei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representa un cambio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necesario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Se menciona que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el país estaba en un "pozo" y que ahora se están viendo los primeros signos de recuperación.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821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="" xmlns:a16="http://schemas.microsoft.com/office/drawing/2014/main" id="{40755512-147C-46B9-A632-0E717B3005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4463682"/>
              </p:ext>
            </p:extLst>
          </p:nvPr>
        </p:nvGraphicFramePr>
        <p:xfrm>
          <a:off x="927343" y="1930142"/>
          <a:ext cx="22527726" cy="10871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7634" name="Título 3">
            <a:extLst>
              <a:ext uri="{FF2B5EF4-FFF2-40B4-BE49-F238E27FC236}">
                <a16:creationId xmlns="" xmlns:a16="http://schemas.microsoft.com/office/drawing/2014/main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sz="3600" dirty="0">
                <a:latin typeface="HelveticaNeue Std (Cuerpo)"/>
              </a:rPr>
              <a:t>02. </a:t>
            </a:r>
            <a:r>
              <a:rPr lang="es-AR" sz="3600" dirty="0" smtClean="0">
                <a:latin typeface="HelveticaNeue Std (Cuerpo)"/>
              </a:rPr>
              <a:t>Gestiones | Análisis </a:t>
            </a:r>
            <a:r>
              <a:rPr lang="es-AR" sz="3600" dirty="0">
                <a:latin typeface="HelveticaNeue Std (Cuerpo)"/>
              </a:rPr>
              <a:t>cualitativo | </a:t>
            </a:r>
            <a:r>
              <a:rPr lang="es-AR" sz="3600" b="0" dirty="0" smtClean="0">
                <a:latin typeface="HelveticaNeue Std (Cuerpo)"/>
              </a:rPr>
              <a:t>Por qué haces una evaluación </a:t>
            </a:r>
            <a:r>
              <a:rPr lang="es-AR" sz="3600" u="sng" dirty="0" smtClean="0">
                <a:latin typeface="HelveticaNeue Std (Cuerpo)"/>
              </a:rPr>
              <a:t>NEGATIVA</a:t>
            </a:r>
            <a:r>
              <a:rPr lang="es-AR" sz="3600" b="0" dirty="0" smtClean="0">
                <a:latin typeface="HelveticaNeue Std (Cuerpo)"/>
              </a:rPr>
              <a:t> de la </a:t>
            </a:r>
            <a:r>
              <a:rPr lang="es-AR" sz="3600" dirty="0" smtClean="0">
                <a:latin typeface="HelveticaNeue Std (Cuerpo)"/>
              </a:rPr>
              <a:t>gestión del gobierno nacional de Javier </a:t>
            </a:r>
            <a:r>
              <a:rPr lang="es-AR" sz="3600" dirty="0" err="1" smtClean="0">
                <a:latin typeface="HelveticaNeue Std (Cuerpo)"/>
              </a:rPr>
              <a:t>Milei</a:t>
            </a:r>
            <a:endParaRPr lang="es-AR" altLang="es-ES" sz="360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=""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/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="" xmlns:a16="http://schemas.microsoft.com/office/drawing/2014/main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sp>
        <p:nvSpPr>
          <p:cNvPr id="7" name="Bocadillo: rectángulo 1">
            <a:extLst>
              <a:ext uri="{FF2B5EF4-FFF2-40B4-BE49-F238E27FC236}">
                <a16:creationId xmlns:a16="http://schemas.microsoft.com/office/drawing/2014/main" xmlns="" id="{B65D0D98-6416-4510-70DF-5AC748F72351}"/>
              </a:ext>
            </a:extLst>
          </p:cNvPr>
          <p:cNvSpPr/>
          <p:nvPr/>
        </p:nvSpPr>
        <p:spPr>
          <a:xfrm>
            <a:off x="1041243" y="2057401"/>
            <a:ext cx="22405353" cy="9501995"/>
          </a:xfrm>
          <a:prstGeom prst="wedgeRectCallout">
            <a:avLst>
              <a:gd name="adj1" fmla="val -22750"/>
              <a:gd name="adj2" fmla="val 49650"/>
            </a:avLst>
          </a:prstGeom>
          <a:solidFill>
            <a:schemeClr val="bg1">
              <a:lumMod val="85000"/>
              <a:alpha val="40000"/>
            </a:schemeClr>
          </a:solidFill>
          <a:ln w="571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252000" rtlCol="0" anchor="t"/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idea que el gobierno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no está gobernando para el pueblo 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 la principal respuesta: expresan que las políticas implementadas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benefician únicamente a los sectores más ricos y a intereses extranjeros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mientras que perjudican a la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clase media, los trabajadores y los jubilados. 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Se menciona específicamente el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aumento de tarifas, la falta de asistencia social, la reducción de programas de ayuda 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y el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desmantelamiento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desfinanciamiento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de servicios públicos como la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educación y la salud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Esta percepción de abandono hacia los sectores más vulnerables genera una fuerte crítica hacia la gestión, acusándola de ser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insensible y alejada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 las necesidades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 la mayoría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de los argentinos/as. Se critica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su enfoque en la macroeconomía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su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desconexión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con la realidad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microeconómica de las familias argentinas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crisis económica y social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es otro eje central de las críticas. Mencionan el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aumento de la pobreza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el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desempleo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la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inflación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como problemas que no han sido resueltos y que, en muchos casos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se han agravado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Se critica la </a:t>
            </a:r>
            <a:r>
              <a:rPr lang="es-AR" sz="2100" b="1" i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ausencia absoluta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de políticas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para reactivar la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economía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el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cierre de empresas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la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pérdida de poder adquisitivo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de los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salarios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las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jubilaciones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la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incapacidad del gobierno para generar empleo.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Señalan que los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precios de los alimentos, los medicamentos y los servicios básicos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han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aumentado significativamente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lo que ha generado una sensación de desesperanza y dificultad para llegar a fin de mes. Esta situación económica precaria es vista como un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fracaso de la gestión y un incumplimiento de las promesas de campaña.</a:t>
            </a:r>
            <a:endParaRPr lang="es-AR" sz="21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Otro aspecto destacado es la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corrupción y la falta de transparencia.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Acusan al gobierno de estar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involucrado en casos de corrupción, como el caso de las criptomonedas $LIBRA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de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rodearse de figuras como Luis Caputo y Bullrich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criticados por su pasado político. También se menciona el nombramiento de familiares y conocidos en cargos públicos con sueldos exorbitantes, como Karina Milei y Manuel </a:t>
            </a:r>
            <a:r>
              <a:rPr lang="es-AR" sz="2100" dirty="0" err="1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Adorni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lo que contradice el discurso de </a:t>
            </a:r>
            <a:r>
              <a:rPr lang="es-AR" sz="21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lucha contra la casta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Además, se critica el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uso excesivo de decretos de necesidad y urgencia para implementar medidas sin pasar por el Congreso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“constantes” violaciones de la Constitución y un abuso de poder.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falta de empatía y el estilo de liderazgo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de Milei son objeto de fuertes críticas. Muchos describen al presidente como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egocéntrico, violento, misógino y autoritario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Se menciona su lenguaje agresivo, su falta de respeto hacia quienes piensan distinto y su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indiferencia ante el sufrimiento de los sectores más vulnerables, como los jubilados y los enfermos. 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Este estilo de liderazgo, combinado con la percepción que el gobierno no está cumpliendo con sus promesas, genera una sensación de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desilusión y frustración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entre quienes esperaban un cambio real.</a:t>
            </a:r>
          </a:p>
          <a:p>
            <a:pPr>
              <a:lnSpc>
                <a:spcPct val="150000"/>
              </a:lnSpc>
            </a:pPr>
            <a:endParaRPr lang="es-AR" sz="2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13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xmlns="" id="{40755512-147C-46B9-A632-0E717B30057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27343" y="1930142"/>
          <a:ext cx="22527726" cy="10871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7634" name="Título 3">
            <a:extLst>
              <a:ext uri="{FF2B5EF4-FFF2-40B4-BE49-F238E27FC236}">
                <a16:creationId xmlns:a16="http://schemas.microsoft.com/office/drawing/2014/main" xmlns="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sz="3600" dirty="0">
                <a:latin typeface="HelveticaNeue Std (Cuerpo)"/>
              </a:rPr>
              <a:t>02. Gestiones | Análisis cualitativo | </a:t>
            </a:r>
            <a:r>
              <a:rPr lang="es-AR" sz="3600" b="0" dirty="0">
                <a:latin typeface="HelveticaNeue Std (Cuerpo)"/>
              </a:rPr>
              <a:t>Por qué haces una evaluación </a:t>
            </a:r>
            <a:r>
              <a:rPr lang="es-AR" sz="3600" u="sng" dirty="0">
                <a:latin typeface="HelveticaNeue Std (Cuerpo)"/>
              </a:rPr>
              <a:t>POSITIVA</a:t>
            </a:r>
            <a:r>
              <a:rPr lang="es-AR" sz="3600" b="0" dirty="0">
                <a:latin typeface="HelveticaNeue Std (Cuerpo)"/>
              </a:rPr>
              <a:t> de la </a:t>
            </a:r>
            <a:r>
              <a:rPr lang="es-AR" sz="3600" dirty="0">
                <a:latin typeface="HelveticaNeue Std (Cuerpo)"/>
              </a:rPr>
              <a:t>gestión del gobierno provincial de Axel </a:t>
            </a:r>
            <a:r>
              <a:rPr lang="es-AR" sz="3600" dirty="0" err="1">
                <a:latin typeface="HelveticaNeue Std (Cuerpo)"/>
              </a:rPr>
              <a:t>Kicillof</a:t>
            </a:r>
            <a:endParaRPr lang="es-AR" altLang="es-ES" sz="360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/>
              <a:t>Encuesta de opinión pública | Provincia de Buenos Aires | Marzo 2025 </a:t>
            </a:r>
            <a:endParaRPr lang="es-AR" altLang="es-ES" sz="1800" b="0"/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xmlns="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sp>
        <p:nvSpPr>
          <p:cNvPr id="12" name="Bocadillo: rectángulo 1">
            <a:extLst>
              <a:ext uri="{FF2B5EF4-FFF2-40B4-BE49-F238E27FC236}">
                <a16:creationId xmlns:a16="http://schemas.microsoft.com/office/drawing/2014/main" xmlns="" id="{B65D0D98-6416-4510-70DF-5AC748F72351}"/>
              </a:ext>
            </a:extLst>
          </p:cNvPr>
          <p:cNvSpPr/>
          <p:nvPr/>
        </p:nvSpPr>
        <p:spPr>
          <a:xfrm>
            <a:off x="1041243" y="2057402"/>
            <a:ext cx="22405353" cy="8484078"/>
          </a:xfrm>
          <a:prstGeom prst="wedgeRectCallout">
            <a:avLst>
              <a:gd name="adj1" fmla="val -22750"/>
              <a:gd name="adj2" fmla="val 49650"/>
            </a:avLst>
          </a:prstGeom>
          <a:solidFill>
            <a:schemeClr val="bg1">
              <a:lumMod val="85000"/>
              <a:alpha val="40000"/>
            </a:schemeClr>
          </a:solidFill>
          <a:ln w="571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252000" rtlCol="0" anchor="t"/>
          <a:lstStyle/>
          <a:p>
            <a:pPr algn="just">
              <a:lnSpc>
                <a:spcPct val="150000"/>
              </a:lnSpc>
            </a:pP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Se destaca la capacidad de Kicillof para gestionar con 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recursos limitados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: dicen ser 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conscientes de los fondos reducidos y retenidos por el gobierno nacional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 que le corresponden a la provincia. Mencionan que, a pesar de estas restricciones, Kicillof </a:t>
            </a:r>
            <a:r>
              <a:rPr lang="es-AR" sz="2400" b="1" dirty="0">
                <a:solidFill>
                  <a:srgbClr val="000000"/>
                </a:solidFill>
                <a:highlight>
                  <a:srgbClr val="FFFF00"/>
                </a:highlight>
                <a:ea typeface="Times New Roman" panose="02020603050405020304" pitchFamily="18" charset="0"/>
              </a:rPr>
              <a:t>mantuvo e hizo obra pública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, </a:t>
            </a:r>
            <a:r>
              <a:rPr lang="es-AR" sz="2400" b="1" dirty="0">
                <a:solidFill>
                  <a:srgbClr val="000000"/>
                </a:solidFill>
                <a:highlight>
                  <a:srgbClr val="FFFF00"/>
                </a:highlight>
                <a:ea typeface="Times New Roman" panose="02020603050405020304" pitchFamily="18" charset="0"/>
              </a:rPr>
              <a:t>invirtió en salud y educación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 y en </a:t>
            </a:r>
            <a:r>
              <a:rPr lang="es-AR" sz="2400" b="1" dirty="0">
                <a:solidFill>
                  <a:srgbClr val="000000"/>
                </a:solidFill>
                <a:highlight>
                  <a:srgbClr val="FFFF00"/>
                </a:highlight>
                <a:ea typeface="Times New Roman" panose="02020603050405020304" pitchFamily="18" charset="0"/>
              </a:rPr>
              <a:t>programas que benefician</a:t>
            </a:r>
            <a:r>
              <a:rPr lang="es-AR" sz="2400" dirty="0">
                <a:solidFill>
                  <a:srgbClr val="000000"/>
                </a:solidFill>
                <a:highlight>
                  <a:srgbClr val="FFFF00"/>
                </a:highlight>
                <a:ea typeface="Times New Roman" panose="02020603050405020304" pitchFamily="18" charset="0"/>
              </a:rPr>
              <a:t> 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a los </a:t>
            </a:r>
            <a:r>
              <a:rPr lang="es-AR" sz="2400" b="1" dirty="0">
                <a:solidFill>
                  <a:srgbClr val="000000"/>
                </a:solidFill>
                <a:highlight>
                  <a:srgbClr val="FFFF00"/>
                </a:highlight>
                <a:ea typeface="Times New Roman" panose="02020603050405020304" pitchFamily="18" charset="0"/>
              </a:rPr>
              <a:t>bonaerenses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. Esta resiliencia y esfuerzo por seguir adelante sin el apoyo del gobierno nacional son valorados como un signo de </a:t>
            </a:r>
            <a:r>
              <a:rPr lang="es-AR" sz="2400" b="1" u="sng" dirty="0">
                <a:solidFill>
                  <a:srgbClr val="000000"/>
                </a:solidFill>
                <a:ea typeface="Times New Roman" panose="02020603050405020304" pitchFamily="18" charset="0"/>
              </a:rPr>
              <a:t>compromiso y eficiencia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Otro aspecto que resalta es la percepción de Kicillof 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como un gobernador </a:t>
            </a:r>
            <a:r>
              <a:rPr lang="es-AR" sz="2400" b="1" dirty="0">
                <a:solidFill>
                  <a:srgbClr val="000000"/>
                </a:solidFill>
                <a:highlight>
                  <a:srgbClr val="FFFF00"/>
                </a:highlight>
                <a:ea typeface="Times New Roman" panose="02020603050405020304" pitchFamily="18" charset="0"/>
              </a:rPr>
              <a:t>cercano 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al pueblo y </a:t>
            </a:r>
            <a:r>
              <a:rPr lang="es-AR" sz="2400" b="1" dirty="0">
                <a:solidFill>
                  <a:srgbClr val="000000"/>
                </a:solidFill>
                <a:highlight>
                  <a:srgbClr val="FFFF00"/>
                </a:highlight>
                <a:ea typeface="Times New Roman" panose="02020603050405020304" pitchFamily="18" charset="0"/>
              </a:rPr>
              <a:t>empático 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con las necesidades de la gente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. Destacan 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su </a:t>
            </a:r>
            <a:r>
              <a:rPr lang="es-AR" sz="2400" b="1" u="sng" dirty="0">
                <a:solidFill>
                  <a:srgbClr val="000000"/>
                </a:solidFill>
                <a:ea typeface="Times New Roman" panose="02020603050405020304" pitchFamily="18" charset="0"/>
              </a:rPr>
              <a:t>honestidad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, su capacidad para </a:t>
            </a:r>
            <a:r>
              <a:rPr lang="es-AR" sz="2400" b="1" u="sng" dirty="0">
                <a:solidFill>
                  <a:srgbClr val="000000"/>
                </a:solidFill>
                <a:ea typeface="Times New Roman" panose="02020603050405020304" pitchFamily="18" charset="0"/>
              </a:rPr>
              <a:t>escuchar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 y su </a:t>
            </a:r>
            <a:r>
              <a:rPr lang="es-AR" sz="2400" b="1" u="sng" dirty="0">
                <a:solidFill>
                  <a:srgbClr val="000000"/>
                </a:solidFill>
                <a:ea typeface="Times New Roman" panose="02020603050405020304" pitchFamily="18" charset="0"/>
              </a:rPr>
              <a:t>enfoque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s-AR" sz="2400" b="1" u="sng" dirty="0">
                <a:solidFill>
                  <a:srgbClr val="000000"/>
                </a:solidFill>
                <a:ea typeface="Times New Roman" panose="02020603050405020304" pitchFamily="18" charset="0"/>
              </a:rPr>
              <a:t>en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 políticas que priorizan a </a:t>
            </a:r>
            <a:r>
              <a:rPr lang="es-AR" sz="2400" b="1" u="sng" dirty="0">
                <a:solidFill>
                  <a:srgbClr val="000000"/>
                </a:solidFill>
                <a:ea typeface="Times New Roman" panose="02020603050405020304" pitchFamily="18" charset="0"/>
              </a:rPr>
              <a:t>los sectores más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es-AR" sz="2400" b="1" u="sng" dirty="0">
                <a:solidFill>
                  <a:srgbClr val="000000"/>
                </a:solidFill>
                <a:ea typeface="Times New Roman" panose="02020603050405020304" pitchFamily="18" charset="0"/>
              </a:rPr>
              <a:t>vulnerables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 Además, se valora su 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defensa de la democracia y las instituciones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, así como su postura firme frente a lo que muchos consideran un gobierno nacional hostil. Esta imagen de Kicillof como un líder que </a:t>
            </a:r>
            <a:r>
              <a:rPr lang="es-AR" sz="2400" b="1" i="1" dirty="0">
                <a:solidFill>
                  <a:srgbClr val="000000"/>
                </a:solidFill>
                <a:highlight>
                  <a:srgbClr val="FFFF00"/>
                </a:highlight>
                <a:ea typeface="Times New Roman" panose="02020603050405020304" pitchFamily="18" charset="0"/>
              </a:rPr>
              <a:t>da la cara y no abandona a su gente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, incluso en situaciones adversas, es destacada y apoyada.</a:t>
            </a:r>
          </a:p>
          <a:p>
            <a:pPr algn="just">
              <a:lnSpc>
                <a:spcPct val="150000"/>
              </a:lnSpc>
            </a:pP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La gestión de Kicillof también es elogiada por su 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enfoque en la obra pública y el desarrollo provincial.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 Se mencionan avances en infraestructura, como la construcción de 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escuelas, hospitales y redes de servicios básicos en zonas históricamente postergadas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. Además, se destaca su esfuerzo por 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mantener las paritarias y los aumentos salariales para los trabajadores estatales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, lo que 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contrasta con la política de ajuste del gobierno nacional.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 Estas acciones son vistas como un intento genuino de </a:t>
            </a:r>
            <a:r>
              <a:rPr lang="es-AR" sz="2400" i="1" dirty="0">
                <a:solidFill>
                  <a:srgbClr val="000000"/>
                </a:solidFill>
                <a:ea typeface="Times New Roman" panose="02020603050405020304" pitchFamily="18" charset="0"/>
              </a:rPr>
              <a:t>mejorar la calidad de vida de los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 bonaerenses y de mantener la provincia en funcionamiento, incluso en un escenario </a:t>
            </a:r>
            <a:r>
              <a:rPr lang="es-AR" sz="2400" i="1" dirty="0">
                <a:solidFill>
                  <a:srgbClr val="000000"/>
                </a:solidFill>
                <a:ea typeface="Times New Roman" panose="02020603050405020304" pitchFamily="18" charset="0"/>
              </a:rPr>
              <a:t>complicado</a:t>
            </a: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AR" sz="2400" dirty="0">
                <a:solidFill>
                  <a:srgbClr val="000000"/>
                </a:solidFill>
                <a:ea typeface="Times New Roman" panose="02020603050405020304" pitchFamily="18" charset="0"/>
              </a:rPr>
              <a:t>Expresan su apoyo a Kicillof por su postura política y su defensa de los intereses de la provincia frente al gobierno nacional. Se lo percibe como un </a:t>
            </a:r>
            <a:r>
              <a:rPr lang="es-AR" sz="2400" b="1" u="sng" dirty="0">
                <a:solidFill>
                  <a:srgbClr val="000000"/>
                </a:solidFill>
                <a:ea typeface="Times New Roman" panose="02020603050405020304" pitchFamily="18" charset="0"/>
              </a:rPr>
              <a:t>contrapeso necesario frente a las políticas de Milei </a:t>
            </a:r>
            <a:r>
              <a:rPr lang="es-AR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y se valora su capacidad para resistir y gestionar en un contexto de confrontación. </a:t>
            </a:r>
            <a:endParaRPr lang="es-AR" sz="24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s-AR" sz="2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329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xmlns="" id="{40755512-147C-46B9-A632-0E717B30057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27343" y="1930142"/>
          <a:ext cx="22527726" cy="10871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7634" name="Título 3">
            <a:extLst>
              <a:ext uri="{FF2B5EF4-FFF2-40B4-BE49-F238E27FC236}">
                <a16:creationId xmlns:a16="http://schemas.microsoft.com/office/drawing/2014/main" xmlns="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sz="3600" dirty="0">
                <a:latin typeface="HelveticaNeue Std (Cuerpo)"/>
              </a:rPr>
              <a:t>02. Gestiones | Análisis cualitativo | </a:t>
            </a:r>
            <a:r>
              <a:rPr lang="es-AR" sz="3600" b="0" dirty="0">
                <a:latin typeface="HelveticaNeue Std (Cuerpo)"/>
              </a:rPr>
              <a:t>Por qué haces una evaluación </a:t>
            </a:r>
            <a:r>
              <a:rPr lang="es-AR" sz="3600" u="sng" dirty="0">
                <a:latin typeface="HelveticaNeue Std (Cuerpo)"/>
              </a:rPr>
              <a:t>NEGATIVA</a:t>
            </a:r>
            <a:r>
              <a:rPr lang="es-AR" sz="3600" b="0" dirty="0">
                <a:latin typeface="HelveticaNeue Std (Cuerpo)"/>
              </a:rPr>
              <a:t> de la </a:t>
            </a:r>
            <a:r>
              <a:rPr lang="es-AR" sz="3600" dirty="0">
                <a:latin typeface="HelveticaNeue Std (Cuerpo)"/>
              </a:rPr>
              <a:t>gestión del gobierno provincial de Axel </a:t>
            </a:r>
            <a:r>
              <a:rPr lang="es-AR" sz="3600" dirty="0" err="1">
                <a:latin typeface="HelveticaNeue Std (Cuerpo)"/>
              </a:rPr>
              <a:t>Kicillof</a:t>
            </a:r>
            <a:endParaRPr lang="es-AR" altLang="es-ES" sz="360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/>
              <a:t>Encuesta de opinión pública | Provincia de Buenos Aires | Marzo 2025 </a:t>
            </a:r>
            <a:endParaRPr lang="es-AR" altLang="es-ES" sz="1800" b="0"/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xmlns="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sp>
        <p:nvSpPr>
          <p:cNvPr id="12" name="Bocadillo: rectángulo 1">
            <a:extLst>
              <a:ext uri="{FF2B5EF4-FFF2-40B4-BE49-F238E27FC236}">
                <a16:creationId xmlns:a16="http://schemas.microsoft.com/office/drawing/2014/main" xmlns="" id="{B65D0D98-6416-4510-70DF-5AC748F72351}"/>
              </a:ext>
            </a:extLst>
          </p:cNvPr>
          <p:cNvSpPr/>
          <p:nvPr/>
        </p:nvSpPr>
        <p:spPr>
          <a:xfrm>
            <a:off x="1041243" y="2057401"/>
            <a:ext cx="22405353" cy="7880229"/>
          </a:xfrm>
          <a:prstGeom prst="wedgeRectCallout">
            <a:avLst>
              <a:gd name="adj1" fmla="val -22750"/>
              <a:gd name="adj2" fmla="val 49650"/>
            </a:avLst>
          </a:prstGeom>
          <a:solidFill>
            <a:schemeClr val="bg1">
              <a:lumMod val="85000"/>
              <a:alpha val="40000"/>
            </a:schemeClr>
          </a:solidFill>
          <a:ln w="571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252000" rtlCol="0" anchor="t"/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lang="es-AR" sz="2400" b="1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Calibri" panose="020F0502020204030204" pitchFamily="34" charset="0"/>
              </a:rPr>
              <a:t>inseguridad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es lo central. La provincia se ha convertido en un lugar peligroso, con altos niveles de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delincuencia, robos y narcotráfico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 La percepción general es que el gobierno provincial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no ha tomado medidas para combatir estos problemas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  </a:t>
            </a:r>
            <a:endParaRPr lang="es-AR" sz="20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Otro tema recurrente es el 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despilfarro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de dinero público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y la corrupción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 Varias personas critican el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aumento de impuestos y la falta de contraprestación en servicios básicos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como salud, educación y seguridad. Se acusa a Kicillof de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malgastar fondos en gastos superfluos,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clientelismo político y mantener una estructura estatal inflada </a:t>
            </a:r>
            <a:r>
              <a:rPr lang="es-AR" sz="2400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por ñoquis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 Además, hay una percepción generalizada que es un gobierno </a:t>
            </a:r>
            <a:r>
              <a:rPr lang="es-AR" sz="2400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corrupto.</a:t>
            </a:r>
            <a:endParaRPr lang="es-AR" sz="20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salud y la educación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también son áreas criticadas. Mencionan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hospitales en mal estado,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falta de insumos médicos y sueldos bajos para los profesionales de la salud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 En el ámbito educativo, se critica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calidad de la enseñanza y la falta de inversión en infraestructura escolar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 Estas carencias son vistas como un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reflejo de la mala administración y la falta de priorización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de las necesidades básicas.</a:t>
            </a:r>
            <a:endParaRPr lang="es-AR" sz="20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Otro punto de descontento es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falta de obras públicas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y mantenimiento de infraestructura ya existente.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El 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terrible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estado de las calles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es frecuentemente mencionado, así como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falta de cloacas, agua potable y otros servicios esenciales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endParaRPr lang="es-AR" sz="20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identidad y pertenencia política de Kicillof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es extremadamente mencionada como una crítica a la gestión del gobierno provincial: la respuesta 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“es kirchnerista”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se repite constantemente, así como que 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“es un burro”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 Por otro lado, se lo critica por ser un dirigente que </a:t>
            </a:r>
            <a:r>
              <a:rPr lang="es-AR" sz="2400" b="1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Calibri" panose="020F0502020204030204" pitchFamily="34" charset="0"/>
              </a:rPr>
              <a:t>no gobierna, sino que se dedica a culpar al gobierno nacional por los problemas de la Provincia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sin asumir responsabilidades propias.  </a:t>
            </a:r>
            <a:endParaRPr lang="es-AR" sz="20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s-AR" sz="2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675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B9352222-F9F9-49AC-B56B-F6AA159858B0}"/>
              </a:ext>
            </a:extLst>
          </p:cNvPr>
          <p:cNvSpPr txBox="1"/>
          <p:nvPr/>
        </p:nvSpPr>
        <p:spPr>
          <a:xfrm>
            <a:off x="1390650" y="2127250"/>
            <a:ext cx="8393113" cy="37861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11999" b="1" dirty="0">
                <a:solidFill>
                  <a:srgbClr val="E85833"/>
                </a:solidFill>
              </a:rPr>
              <a:t>03.</a:t>
            </a:r>
          </a:p>
          <a:p>
            <a:pPr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11999" b="1" dirty="0">
                <a:solidFill>
                  <a:srgbClr val="FFFFFF"/>
                </a:solidFill>
              </a:rPr>
              <a:t>IMÁGENES</a:t>
            </a:r>
          </a:p>
        </p:txBody>
      </p:sp>
      <p:sp>
        <p:nvSpPr>
          <p:cNvPr id="41987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smtClean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 smtClean="0">
                <a:solidFill>
                  <a:srgbClr val="000000"/>
                </a:solidFill>
              </a:rPr>
              <a:t> | </a:t>
            </a:r>
            <a:fld id="{BF7497DC-8FC7-4658-AA65-8F454FB14ABF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s-AR" altLang="es-ES" sz="1800" b="1" smtClean="0">
              <a:solidFill>
                <a:srgbClr val="000000"/>
              </a:solidFill>
            </a:endParaRPr>
          </a:p>
        </p:txBody>
      </p:sp>
      <p:sp>
        <p:nvSpPr>
          <p:cNvPr id="43011" name="CuadroTexto 2"/>
          <p:cNvSpPr txBox="1">
            <a:spLocks noChangeArrowheads="1"/>
          </p:cNvSpPr>
          <p:nvPr/>
        </p:nvSpPr>
        <p:spPr bwMode="auto">
          <a:xfrm>
            <a:off x="1022350" y="2154238"/>
            <a:ext cx="89519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eaLnBrk="1" hangingPunct="1"/>
            <a:r>
              <a:rPr lang="es-AR" altLang="es-ES" sz="2400" b="1" dirty="0">
                <a:solidFill>
                  <a:srgbClr val="000000"/>
                </a:solidFill>
              </a:rPr>
              <a:t>Entre estos dirigentes nacionales, </a:t>
            </a:r>
            <a:r>
              <a:rPr lang="es-AR" altLang="es-ES" sz="2400" b="1" dirty="0" smtClean="0">
                <a:solidFill>
                  <a:srgbClr val="000000"/>
                </a:solidFill>
              </a:rPr>
              <a:t>¿qué </a:t>
            </a:r>
            <a:r>
              <a:rPr lang="es-AR" altLang="es-ES" sz="2400" b="1" dirty="0">
                <a:solidFill>
                  <a:srgbClr val="000000"/>
                </a:solidFill>
              </a:rPr>
              <a:t>imagen tiene de…?</a:t>
            </a:r>
          </a:p>
        </p:txBody>
      </p:sp>
      <p:sp>
        <p:nvSpPr>
          <p:cNvPr id="4301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r>
              <a:rPr lang="es-AR" altLang="es-ES" sz="3600" dirty="0" smtClean="0"/>
              <a:t>03. Imágenes | Nacionales | </a:t>
            </a:r>
            <a:r>
              <a:rPr lang="es-AR" altLang="es-ES" sz="3600" b="0" dirty="0" smtClean="0"/>
              <a:t>Evaluación   </a:t>
            </a:r>
            <a:endParaRPr lang="es-AR" altLang="es-ES" sz="3600" dirty="0" smtClean="0"/>
          </a:p>
        </p:txBody>
      </p:sp>
      <p:sp>
        <p:nvSpPr>
          <p:cNvPr id="43013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 smtClean="0"/>
          </a:p>
        </p:txBody>
      </p:sp>
      <p:cxnSp>
        <p:nvCxnSpPr>
          <p:cNvPr id="111" name="Conector recto 46">
            <a:extLst>
              <a:ext uri="{FF2B5EF4-FFF2-40B4-BE49-F238E27FC236}">
                <a16:creationId xmlns="" xmlns:a16="http://schemas.microsoft.com/office/drawing/2014/main" id="{A44D4601-96C1-4BDC-8452-66DBF6B2E846}"/>
              </a:ext>
            </a:extLst>
          </p:cNvPr>
          <p:cNvCxnSpPr>
            <a:cxnSpLocks/>
          </p:cNvCxnSpPr>
          <p:nvPr/>
        </p:nvCxnSpPr>
        <p:spPr>
          <a:xfrm>
            <a:off x="21129466" y="2930525"/>
            <a:ext cx="38418" cy="9072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47">
            <a:extLst>
              <a:ext uri="{FF2B5EF4-FFF2-40B4-BE49-F238E27FC236}">
                <a16:creationId xmlns="" xmlns:a16="http://schemas.microsoft.com/office/drawing/2014/main" id="{F6F1A894-69CC-4383-9869-80DB01F7BB67}"/>
              </a:ext>
            </a:extLst>
          </p:cNvPr>
          <p:cNvCxnSpPr>
            <a:cxnSpLocks/>
          </p:cNvCxnSpPr>
          <p:nvPr/>
        </p:nvCxnSpPr>
        <p:spPr>
          <a:xfrm flipH="1">
            <a:off x="22225000" y="2730500"/>
            <a:ext cx="6350" cy="9197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50">
            <a:extLst>
              <a:ext uri="{FF2B5EF4-FFF2-40B4-BE49-F238E27FC236}">
                <a16:creationId xmlns="" xmlns:a16="http://schemas.microsoft.com/office/drawing/2014/main" id="{9F88140B-0888-4BEF-B9AF-AE0A0A4A4584}"/>
              </a:ext>
            </a:extLst>
          </p:cNvPr>
          <p:cNvCxnSpPr>
            <a:cxnSpLocks/>
          </p:cNvCxnSpPr>
          <p:nvPr/>
        </p:nvCxnSpPr>
        <p:spPr>
          <a:xfrm flipH="1">
            <a:off x="23355300" y="2730500"/>
            <a:ext cx="12700" cy="9197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Elipse 26">
            <a:extLst>
              <a:ext uri="{FF2B5EF4-FFF2-40B4-BE49-F238E27FC236}">
                <a16:creationId xmlns="" xmlns:a16="http://schemas.microsoft.com/office/drawing/2014/main" id="{644B432F-B8CF-4392-B50A-E18E2B2F6B57}"/>
              </a:ext>
            </a:extLst>
          </p:cNvPr>
          <p:cNvSpPr/>
          <p:nvPr/>
        </p:nvSpPr>
        <p:spPr>
          <a:xfrm>
            <a:off x="20650200" y="2130425"/>
            <a:ext cx="968375" cy="9683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+</a:t>
            </a:r>
          </a:p>
        </p:txBody>
      </p:sp>
      <p:sp>
        <p:nvSpPr>
          <p:cNvPr id="115" name="Elipse 27">
            <a:extLst>
              <a:ext uri="{FF2B5EF4-FFF2-40B4-BE49-F238E27FC236}">
                <a16:creationId xmlns="" xmlns:a16="http://schemas.microsoft.com/office/drawing/2014/main" id="{88A4130C-941E-431D-97E5-EFB235F6D5E5}"/>
              </a:ext>
            </a:extLst>
          </p:cNvPr>
          <p:cNvSpPr/>
          <p:nvPr/>
        </p:nvSpPr>
        <p:spPr>
          <a:xfrm>
            <a:off x="23008264" y="3631378"/>
            <a:ext cx="720000" cy="72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6</a:t>
            </a:r>
            <a:endParaRPr lang="es-AR" sz="20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6" name="Elipse 28">
            <a:extLst>
              <a:ext uri="{FF2B5EF4-FFF2-40B4-BE49-F238E27FC236}">
                <a16:creationId xmlns="" xmlns:a16="http://schemas.microsoft.com/office/drawing/2014/main" id="{EBDDEAD4-9C96-4818-96DF-1E88EDE302B8}"/>
              </a:ext>
            </a:extLst>
          </p:cNvPr>
          <p:cNvSpPr/>
          <p:nvPr/>
        </p:nvSpPr>
        <p:spPr>
          <a:xfrm>
            <a:off x="21909714" y="3631378"/>
            <a:ext cx="720000" cy="720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46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7" name="Elipse 29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20815926" y="3642353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52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8" name="Elipse 24">
            <a:extLst>
              <a:ext uri="{FF2B5EF4-FFF2-40B4-BE49-F238E27FC236}">
                <a16:creationId xmlns="" xmlns:a16="http://schemas.microsoft.com/office/drawing/2014/main" id="{C334C316-FCAC-400F-BA15-7A28927A5823}"/>
              </a:ext>
            </a:extLst>
          </p:cNvPr>
          <p:cNvSpPr/>
          <p:nvPr/>
        </p:nvSpPr>
        <p:spPr>
          <a:xfrm>
            <a:off x="22877463" y="2132013"/>
            <a:ext cx="968375" cy="9683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&lt;&gt;</a:t>
            </a:r>
          </a:p>
        </p:txBody>
      </p:sp>
      <p:sp>
        <p:nvSpPr>
          <p:cNvPr id="119" name="Elipse 25">
            <a:extLst>
              <a:ext uri="{FF2B5EF4-FFF2-40B4-BE49-F238E27FC236}">
                <a16:creationId xmlns="" xmlns:a16="http://schemas.microsoft.com/office/drawing/2014/main" id="{B5A57017-374F-4B0D-B43B-C9AA87B3C0FC}"/>
              </a:ext>
            </a:extLst>
          </p:cNvPr>
          <p:cNvSpPr/>
          <p:nvPr/>
        </p:nvSpPr>
        <p:spPr>
          <a:xfrm>
            <a:off x="21743988" y="2132013"/>
            <a:ext cx="966787" cy="9683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</a:t>
            </a:r>
          </a:p>
        </p:txBody>
      </p:sp>
      <p:sp>
        <p:nvSpPr>
          <p:cNvPr id="120" name="Elipse 32">
            <a:extLst>
              <a:ext uri="{FF2B5EF4-FFF2-40B4-BE49-F238E27FC236}">
                <a16:creationId xmlns="" xmlns:a16="http://schemas.microsoft.com/office/drawing/2014/main" id="{FFBC0D90-F673-4D80-AB29-970D9F5B386B}"/>
              </a:ext>
            </a:extLst>
          </p:cNvPr>
          <p:cNvSpPr/>
          <p:nvPr/>
        </p:nvSpPr>
        <p:spPr>
          <a:xfrm>
            <a:off x="23008264" y="11683087"/>
            <a:ext cx="720000" cy="72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-36</a:t>
            </a:r>
            <a:endParaRPr lang="es-AR" sz="20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21" name="Elipse 36">
            <a:extLst>
              <a:ext uri="{FF2B5EF4-FFF2-40B4-BE49-F238E27FC236}">
                <a16:creationId xmlns="" xmlns:a16="http://schemas.microsoft.com/office/drawing/2014/main" id="{BDEA65EB-6E7E-4512-B4C4-CA743EF9036E}"/>
              </a:ext>
            </a:extLst>
          </p:cNvPr>
          <p:cNvSpPr/>
          <p:nvPr/>
        </p:nvSpPr>
        <p:spPr>
          <a:xfrm>
            <a:off x="21909714" y="11683087"/>
            <a:ext cx="720000" cy="720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61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22" name="Elipse 37">
            <a:extLst>
              <a:ext uri="{FF2B5EF4-FFF2-40B4-BE49-F238E27FC236}">
                <a16:creationId xmlns="" xmlns:a16="http://schemas.microsoft.com/office/drawing/2014/main" id="{C7FD079F-276A-4108-A8E6-C0EDD136ABB7}"/>
              </a:ext>
            </a:extLst>
          </p:cNvPr>
          <p:cNvSpPr/>
          <p:nvPr/>
        </p:nvSpPr>
        <p:spPr>
          <a:xfrm>
            <a:off x="20815926" y="11683087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25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graphicFrame>
        <p:nvGraphicFramePr>
          <p:cNvPr id="54" name="Gráfico 53">
            <a:extLst>
              <a:ext uri="{FF2B5EF4-FFF2-40B4-BE49-F238E27FC236}">
                <a16:creationId xmlns="" xmlns:a16="http://schemas.microsoft.com/office/drawing/2014/main" id="{C1E03979-05D9-41A1-8FEC-DF3CDA1F02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583385"/>
              </p:ext>
            </p:extLst>
          </p:nvPr>
        </p:nvGraphicFramePr>
        <p:xfrm>
          <a:off x="556444" y="2447305"/>
          <a:ext cx="19767389" cy="10276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7" name="Elipse 27">
            <a:extLst>
              <a:ext uri="{FF2B5EF4-FFF2-40B4-BE49-F238E27FC236}">
                <a16:creationId xmlns="" xmlns:a16="http://schemas.microsoft.com/office/drawing/2014/main" id="{88A4130C-941E-431D-97E5-EFB235F6D5E5}"/>
              </a:ext>
            </a:extLst>
          </p:cNvPr>
          <p:cNvSpPr/>
          <p:nvPr/>
        </p:nvSpPr>
        <p:spPr>
          <a:xfrm>
            <a:off x="23008264" y="5233014"/>
            <a:ext cx="720000" cy="72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-6</a:t>
            </a:r>
            <a:endParaRPr lang="es-AR" sz="20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8" name="Elipse 28">
            <a:extLst>
              <a:ext uri="{FF2B5EF4-FFF2-40B4-BE49-F238E27FC236}">
                <a16:creationId xmlns="" xmlns:a16="http://schemas.microsoft.com/office/drawing/2014/main" id="{EBDDEAD4-9C96-4818-96DF-1E88EDE302B8}"/>
              </a:ext>
            </a:extLst>
          </p:cNvPr>
          <p:cNvSpPr/>
          <p:nvPr/>
        </p:nvSpPr>
        <p:spPr>
          <a:xfrm>
            <a:off x="21909714" y="5233014"/>
            <a:ext cx="720000" cy="720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49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0" name="Elipse 29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20815926" y="5233014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43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1" name="Elipse 48">
            <a:extLst>
              <a:ext uri="{FF2B5EF4-FFF2-40B4-BE49-F238E27FC236}">
                <a16:creationId xmlns="" xmlns:a16="http://schemas.microsoft.com/office/drawing/2014/main" id="{D797D2ED-B58E-4632-8636-0F9BD2F7A542}"/>
              </a:ext>
            </a:extLst>
          </p:cNvPr>
          <p:cNvSpPr/>
          <p:nvPr/>
        </p:nvSpPr>
        <p:spPr>
          <a:xfrm>
            <a:off x="23008920" y="6871358"/>
            <a:ext cx="720000" cy="72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-27</a:t>
            </a:r>
            <a:endParaRPr lang="es-AR" sz="20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2" name="Elipse 49">
            <a:extLst>
              <a:ext uri="{FF2B5EF4-FFF2-40B4-BE49-F238E27FC236}">
                <a16:creationId xmlns="" xmlns:a16="http://schemas.microsoft.com/office/drawing/2014/main" id="{BAA94681-AFEA-4157-9DB8-FDA51B977128}"/>
              </a:ext>
            </a:extLst>
          </p:cNvPr>
          <p:cNvSpPr/>
          <p:nvPr/>
        </p:nvSpPr>
        <p:spPr>
          <a:xfrm>
            <a:off x="21910370" y="6871358"/>
            <a:ext cx="720000" cy="720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62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3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20815926" y="6871358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35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0" name="Elipse 48">
            <a:extLst>
              <a:ext uri="{FF2B5EF4-FFF2-40B4-BE49-F238E27FC236}">
                <a16:creationId xmlns="" xmlns:a16="http://schemas.microsoft.com/office/drawing/2014/main" id="{D797D2ED-B58E-4632-8636-0F9BD2F7A542}"/>
              </a:ext>
            </a:extLst>
          </p:cNvPr>
          <p:cNvSpPr/>
          <p:nvPr/>
        </p:nvSpPr>
        <p:spPr>
          <a:xfrm>
            <a:off x="23008920" y="8477686"/>
            <a:ext cx="720000" cy="72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-30</a:t>
            </a:r>
            <a:endParaRPr lang="es-AR" sz="20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1" name="Elipse 49">
            <a:extLst>
              <a:ext uri="{FF2B5EF4-FFF2-40B4-BE49-F238E27FC236}">
                <a16:creationId xmlns="" xmlns:a16="http://schemas.microsoft.com/office/drawing/2014/main" id="{BAA94681-AFEA-4157-9DB8-FDA51B977128}"/>
              </a:ext>
            </a:extLst>
          </p:cNvPr>
          <p:cNvSpPr/>
          <p:nvPr/>
        </p:nvSpPr>
        <p:spPr>
          <a:xfrm>
            <a:off x="21910370" y="8477686"/>
            <a:ext cx="720000" cy="720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59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2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20815926" y="8477686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29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4" name="Elipse 48">
            <a:extLst>
              <a:ext uri="{FF2B5EF4-FFF2-40B4-BE49-F238E27FC236}">
                <a16:creationId xmlns="" xmlns:a16="http://schemas.microsoft.com/office/drawing/2014/main" id="{D797D2ED-B58E-4632-8636-0F9BD2F7A542}"/>
              </a:ext>
            </a:extLst>
          </p:cNvPr>
          <p:cNvSpPr/>
          <p:nvPr/>
        </p:nvSpPr>
        <p:spPr>
          <a:xfrm>
            <a:off x="23008264" y="10094017"/>
            <a:ext cx="720000" cy="72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-40</a:t>
            </a:r>
            <a:endParaRPr lang="es-AR" sz="20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5" name="Elipse 49">
            <a:extLst>
              <a:ext uri="{FF2B5EF4-FFF2-40B4-BE49-F238E27FC236}">
                <a16:creationId xmlns="" xmlns:a16="http://schemas.microsoft.com/office/drawing/2014/main" id="{BAA94681-AFEA-4157-9DB8-FDA51B977128}"/>
              </a:ext>
            </a:extLst>
          </p:cNvPr>
          <p:cNvSpPr/>
          <p:nvPr/>
        </p:nvSpPr>
        <p:spPr>
          <a:xfrm>
            <a:off x="21909714" y="10094017"/>
            <a:ext cx="720000" cy="720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69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6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20815926" y="10094017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29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3" name="Elipse 27">
            <a:extLst>
              <a:ext uri="{FF2B5EF4-FFF2-40B4-BE49-F238E27FC236}">
                <a16:creationId xmlns="" xmlns:a16="http://schemas.microsoft.com/office/drawing/2014/main" id="{88A4130C-941E-431D-97E5-EFB235F6D5E5}"/>
              </a:ext>
            </a:extLst>
          </p:cNvPr>
          <p:cNvSpPr/>
          <p:nvPr/>
        </p:nvSpPr>
        <p:spPr>
          <a:xfrm>
            <a:off x="23008264" y="4404880"/>
            <a:ext cx="720000" cy="72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</a:t>
            </a:r>
            <a:endParaRPr lang="es-AR" sz="20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1" name="Elipse 28">
            <a:extLst>
              <a:ext uri="{FF2B5EF4-FFF2-40B4-BE49-F238E27FC236}">
                <a16:creationId xmlns="" xmlns:a16="http://schemas.microsoft.com/office/drawing/2014/main" id="{EBDDEAD4-9C96-4818-96DF-1E88EDE302B8}"/>
              </a:ext>
            </a:extLst>
          </p:cNvPr>
          <p:cNvSpPr/>
          <p:nvPr/>
        </p:nvSpPr>
        <p:spPr>
          <a:xfrm>
            <a:off x="21909714" y="4404880"/>
            <a:ext cx="720000" cy="720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48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2" name="Elipse 29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20815926" y="4415855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50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6" name="Elipse 27">
            <a:extLst>
              <a:ext uri="{FF2B5EF4-FFF2-40B4-BE49-F238E27FC236}">
                <a16:creationId xmlns="" xmlns:a16="http://schemas.microsoft.com/office/drawing/2014/main" id="{88A4130C-941E-431D-97E5-EFB235F6D5E5}"/>
              </a:ext>
            </a:extLst>
          </p:cNvPr>
          <p:cNvSpPr/>
          <p:nvPr/>
        </p:nvSpPr>
        <p:spPr>
          <a:xfrm>
            <a:off x="23008264" y="6041021"/>
            <a:ext cx="720000" cy="72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-18</a:t>
            </a:r>
            <a:endParaRPr lang="es-AR" sz="20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7" name="Elipse 28">
            <a:extLst>
              <a:ext uri="{FF2B5EF4-FFF2-40B4-BE49-F238E27FC236}">
                <a16:creationId xmlns="" xmlns:a16="http://schemas.microsoft.com/office/drawing/2014/main" id="{EBDDEAD4-9C96-4818-96DF-1E88EDE302B8}"/>
              </a:ext>
            </a:extLst>
          </p:cNvPr>
          <p:cNvSpPr/>
          <p:nvPr/>
        </p:nvSpPr>
        <p:spPr>
          <a:xfrm>
            <a:off x="21909714" y="6041021"/>
            <a:ext cx="720000" cy="720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58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8" name="Elipse 29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20815926" y="6041021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40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9" name="Elipse 48">
            <a:extLst>
              <a:ext uri="{FF2B5EF4-FFF2-40B4-BE49-F238E27FC236}">
                <a16:creationId xmlns="" xmlns:a16="http://schemas.microsoft.com/office/drawing/2014/main" id="{D797D2ED-B58E-4632-8636-0F9BD2F7A542}"/>
              </a:ext>
            </a:extLst>
          </p:cNvPr>
          <p:cNvSpPr/>
          <p:nvPr/>
        </p:nvSpPr>
        <p:spPr>
          <a:xfrm>
            <a:off x="23008920" y="7679363"/>
            <a:ext cx="720000" cy="72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-33</a:t>
            </a:r>
            <a:endParaRPr lang="es-AR" sz="20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0" name="Elipse 49">
            <a:extLst>
              <a:ext uri="{FF2B5EF4-FFF2-40B4-BE49-F238E27FC236}">
                <a16:creationId xmlns="" xmlns:a16="http://schemas.microsoft.com/office/drawing/2014/main" id="{BAA94681-AFEA-4157-9DB8-FDA51B977128}"/>
              </a:ext>
            </a:extLst>
          </p:cNvPr>
          <p:cNvSpPr/>
          <p:nvPr/>
        </p:nvSpPr>
        <p:spPr>
          <a:xfrm>
            <a:off x="21910370" y="7679363"/>
            <a:ext cx="720000" cy="720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65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1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20815926" y="7679363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32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2" name="Elipse 48">
            <a:extLst>
              <a:ext uri="{FF2B5EF4-FFF2-40B4-BE49-F238E27FC236}">
                <a16:creationId xmlns="" xmlns:a16="http://schemas.microsoft.com/office/drawing/2014/main" id="{D797D2ED-B58E-4632-8636-0F9BD2F7A542}"/>
              </a:ext>
            </a:extLst>
          </p:cNvPr>
          <p:cNvSpPr/>
          <p:nvPr/>
        </p:nvSpPr>
        <p:spPr>
          <a:xfrm>
            <a:off x="23008920" y="9285692"/>
            <a:ext cx="720000" cy="72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-32</a:t>
            </a:r>
            <a:endParaRPr lang="es-AR" sz="20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3" name="Elipse 49">
            <a:extLst>
              <a:ext uri="{FF2B5EF4-FFF2-40B4-BE49-F238E27FC236}">
                <a16:creationId xmlns="" xmlns:a16="http://schemas.microsoft.com/office/drawing/2014/main" id="{BAA94681-AFEA-4157-9DB8-FDA51B977128}"/>
              </a:ext>
            </a:extLst>
          </p:cNvPr>
          <p:cNvSpPr/>
          <p:nvPr/>
        </p:nvSpPr>
        <p:spPr>
          <a:xfrm>
            <a:off x="21910370" y="9285692"/>
            <a:ext cx="720000" cy="720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61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4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20815926" y="9285692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29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5" name="Elipse 32">
            <a:extLst>
              <a:ext uri="{FF2B5EF4-FFF2-40B4-BE49-F238E27FC236}">
                <a16:creationId xmlns="" xmlns:a16="http://schemas.microsoft.com/office/drawing/2014/main" id="{FFBC0D90-F673-4D80-AB29-970D9F5B386B}"/>
              </a:ext>
            </a:extLst>
          </p:cNvPr>
          <p:cNvSpPr/>
          <p:nvPr/>
        </p:nvSpPr>
        <p:spPr>
          <a:xfrm>
            <a:off x="23008264" y="10903835"/>
            <a:ext cx="720000" cy="72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-42</a:t>
            </a:r>
            <a:endParaRPr lang="es-AR" sz="20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6" name="Elipse 36">
            <a:extLst>
              <a:ext uri="{FF2B5EF4-FFF2-40B4-BE49-F238E27FC236}">
                <a16:creationId xmlns="" xmlns:a16="http://schemas.microsoft.com/office/drawing/2014/main" id="{BDEA65EB-6E7E-4512-B4C4-CA743EF9036E}"/>
              </a:ext>
            </a:extLst>
          </p:cNvPr>
          <p:cNvSpPr/>
          <p:nvPr/>
        </p:nvSpPr>
        <p:spPr>
          <a:xfrm>
            <a:off x="21909714" y="10903835"/>
            <a:ext cx="720000" cy="7200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68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7" name="Elipse 37">
            <a:extLst>
              <a:ext uri="{FF2B5EF4-FFF2-40B4-BE49-F238E27FC236}">
                <a16:creationId xmlns="" xmlns:a16="http://schemas.microsoft.com/office/drawing/2014/main" id="{C7FD079F-276A-4108-A8E6-C0EDD136ABB7}"/>
              </a:ext>
            </a:extLst>
          </p:cNvPr>
          <p:cNvSpPr/>
          <p:nvPr/>
        </p:nvSpPr>
        <p:spPr>
          <a:xfrm>
            <a:off x="20815926" y="10903835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0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26</a:t>
            </a:r>
            <a:endParaRPr lang="es-AR" sz="20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xmlns="" id="{54B3CCC4-DEF9-8D28-A2AE-810975C89B7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043239" y="1924179"/>
          <a:ext cx="11147967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xmlns="" id="{FE7816B6-E040-4BE0-84B6-0089B6BF636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2220952" y="1933646"/>
          <a:ext cx="11415425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03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ES" sz="3600">
                <a:latin typeface="HelveticaNeue Std (Títulos)"/>
              </a:rPr>
              <a:t>03. Imágenes </a:t>
            </a:r>
            <a:r>
              <a:rPr lang="es-AR" altLang="es-ES" sz="3600"/>
              <a:t>| Nacionales | </a:t>
            </a:r>
            <a:r>
              <a:rPr lang="es-AR" altLang="es-ES" sz="3600" b="0"/>
              <a:t>Evolutivos</a:t>
            </a:r>
            <a:endParaRPr lang="es-AR" altLang="es-AR" sz="360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E84D4F44-FF83-476A-A90C-773F8AE87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6CAC8CFC-2674-417B-A626-80D574E8BA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sz="1800" dirty="0"/>
              <a:t>No difundir este material sin autorización previa | </a:t>
            </a:r>
            <a:fld id="{825D8395-FACE-4F0A-990D-7608309F9C23}" type="slidenum">
              <a:rPr lang="es-AR" sz="1800" b="1" smtClean="0"/>
              <a:pPr>
                <a:defRPr/>
              </a:pPr>
              <a:t>18</a:t>
            </a:fld>
            <a:endParaRPr lang="es-AR" sz="1800" b="1" dirty="0"/>
          </a:p>
        </p:txBody>
      </p:sp>
      <p:pic>
        <p:nvPicPr>
          <p:cNvPr id="44038" name="Gráfico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786" y="2027238"/>
            <a:ext cx="17780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4039" name="Grupo 11"/>
          <p:cNvGrpSpPr>
            <a:grpSpLocks/>
          </p:cNvGrpSpPr>
          <p:nvPr/>
        </p:nvGrpSpPr>
        <p:grpSpPr bwMode="auto">
          <a:xfrm>
            <a:off x="10111417" y="2027238"/>
            <a:ext cx="1778000" cy="1778000"/>
            <a:chOff x="1804279" y="800615"/>
            <a:chExt cx="1778400" cy="17784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xmlns="" id="{5AE22DC3-007B-336F-7E6E-3EF8139F1C11}"/>
                </a:ext>
              </a:extLst>
            </p:cNvPr>
            <p:cNvSpPr/>
            <p:nvPr/>
          </p:nvSpPr>
          <p:spPr>
            <a:xfrm>
              <a:off x="1804279" y="800615"/>
              <a:ext cx="1778400" cy="17784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s-AR">
                <a:solidFill>
                  <a:srgbClr val="FFFFFF"/>
                </a:solidFill>
              </a:endParaRPr>
            </a:p>
          </p:txBody>
        </p:sp>
        <p:pic>
          <p:nvPicPr>
            <p:cNvPr id="19" name="Picture 2" descr="Javier Milei - Wikipedia, la enciclopedia libre">
              <a:extLst>
                <a:ext uri="{FF2B5EF4-FFF2-40B4-BE49-F238E27FC236}">
                  <a16:creationId xmlns:a16="http://schemas.microsoft.com/office/drawing/2014/main" xmlns="" id="{9E6AB3FB-0B24-4BDA-DC8D-6B42346AE3A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duotone>
                <a:prstClr val="black"/>
                <a:srgbClr val="D9AFFF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00" r="108" b="18897"/>
            <a:stretch/>
          </p:blipFill>
          <p:spPr bwMode="auto">
            <a:xfrm>
              <a:off x="2007679" y="1004015"/>
              <a:ext cx="1371600" cy="1371600"/>
            </a:xfrm>
            <a:prstGeom prst="ellipse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61071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r>
              <a:rPr lang="es-AR" altLang="es-ES" sz="3600">
                <a:latin typeface="HelveticaNeue Std (Títulos)"/>
              </a:rPr>
              <a:t>03. Imágenes </a:t>
            </a:r>
            <a:r>
              <a:rPr lang="es-AR" altLang="es-ES" sz="3600"/>
              <a:t>| Nacionales | </a:t>
            </a:r>
            <a:r>
              <a:rPr lang="es-AR" altLang="es-ES" sz="3600" b="0"/>
              <a:t>Evolutivos</a:t>
            </a:r>
            <a:endParaRPr lang="es-AR" altLang="es-AR" sz="360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E84D4F44-FF83-476A-A90C-773F8AE87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6CAC8CFC-2674-417B-A626-80D574E8BA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sz="1800" dirty="0"/>
              <a:t>No difundir este material sin autorización previa | </a:t>
            </a:r>
            <a:fld id="{BE5BE8E8-068A-45D7-A9B3-1E0FF26E289B}" type="slidenum">
              <a:rPr lang="es-AR" sz="1800" b="1" smtClean="0"/>
              <a:pPr>
                <a:defRPr/>
              </a:pPr>
              <a:t>19</a:t>
            </a:fld>
            <a:endParaRPr lang="es-AR" sz="1800" b="1" dirty="0"/>
          </a:p>
        </p:txBody>
      </p:sp>
      <p:grpSp>
        <p:nvGrpSpPr>
          <p:cNvPr id="46085" name="Grupo 8"/>
          <p:cNvGrpSpPr>
            <a:grpSpLocks/>
          </p:cNvGrpSpPr>
          <p:nvPr/>
        </p:nvGrpSpPr>
        <p:grpSpPr bwMode="auto">
          <a:xfrm>
            <a:off x="21817013" y="2078038"/>
            <a:ext cx="1800225" cy="1798637"/>
            <a:chOff x="6448764" y="2152287"/>
            <a:chExt cx="1783008" cy="1778400"/>
          </a:xfrm>
        </p:grpSpPr>
        <p:pic>
          <p:nvPicPr>
            <p:cNvPr id="46089" name="Imagen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48764" y="2152287"/>
              <a:ext cx="1783008" cy="177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xmlns="" id="{76586A4B-1774-2D38-4730-E133C9C944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duotone>
                <a:prstClr val="black"/>
                <a:schemeClr val="accent5">
                  <a:lumMod val="40000"/>
                  <a:lumOff val="60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965" b="4965"/>
            <a:stretch/>
          </p:blipFill>
          <p:spPr>
            <a:xfrm>
              <a:off x="6654468" y="2355687"/>
              <a:ext cx="1371600" cy="1371600"/>
            </a:xfrm>
            <a:prstGeom prst="ellipse">
              <a:avLst/>
            </a:prstGeom>
          </p:spPr>
        </p:pic>
      </p:grpSp>
      <p:pic>
        <p:nvPicPr>
          <p:cNvPr id="4608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4913" y="1997075"/>
            <a:ext cx="1800225" cy="180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xmlns="" id="{84BB05AF-BA68-E691-898F-6234842EB11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57856" y="1915562"/>
          <a:ext cx="11250603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xmlns="" id="{B43351F3-CB7A-46E8-A779-CCB74B843943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2225712" y="1915562"/>
          <a:ext cx="11355387" cy="10853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3036376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r>
              <a:rPr lang="es-AR" altLang="es-ES" sz="3600">
                <a:latin typeface="HelveticaNeue Std (Títulos)"/>
              </a:rPr>
              <a:t>03. Imágenes </a:t>
            </a:r>
            <a:r>
              <a:rPr lang="es-AR" altLang="es-ES" sz="3600"/>
              <a:t>| Nacionales | </a:t>
            </a:r>
            <a:r>
              <a:rPr lang="es-AR" altLang="es-ES" sz="3600" b="0"/>
              <a:t>Evolutivos</a:t>
            </a:r>
            <a:endParaRPr lang="es-AR" altLang="es-AR" sz="360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E84D4F44-FF83-476A-A90C-773F8AE87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6CAC8CFC-2674-417B-A626-80D574E8BA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sz="1800" dirty="0"/>
              <a:t>No difundir este material sin autorización previa | </a:t>
            </a:r>
            <a:fld id="{66D59A23-EF24-4527-B60C-8123EC865352}" type="slidenum">
              <a:rPr lang="es-AR" sz="1800" b="1" smtClean="0"/>
              <a:pPr>
                <a:defRPr/>
              </a:pPr>
              <a:t>20</a:t>
            </a:fld>
            <a:endParaRPr lang="es-AR" sz="1800" b="1" dirty="0"/>
          </a:p>
        </p:txBody>
      </p:sp>
      <p:grpSp>
        <p:nvGrpSpPr>
          <p:cNvPr id="48133" name="Grupo 7"/>
          <p:cNvGrpSpPr>
            <a:grpSpLocks/>
          </p:cNvGrpSpPr>
          <p:nvPr/>
        </p:nvGrpSpPr>
        <p:grpSpPr bwMode="auto">
          <a:xfrm>
            <a:off x="10264775" y="2090738"/>
            <a:ext cx="1778000" cy="1778000"/>
            <a:chOff x="21663016" y="2078118"/>
            <a:chExt cx="1778400" cy="1778400"/>
          </a:xfrm>
        </p:grpSpPr>
        <p:pic>
          <p:nvPicPr>
            <p:cNvPr id="48137" name="Imagen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9" r="519"/>
            <a:stretch>
              <a:fillRect/>
            </a:stretch>
          </p:blipFill>
          <p:spPr bwMode="auto">
            <a:xfrm>
              <a:off x="21663016" y="2078118"/>
              <a:ext cx="1778400" cy="177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xmlns="" id="{0242C397-9C12-B16C-C95D-928CC248C9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duotone>
                <a:prstClr val="black"/>
                <a:schemeClr val="accent5">
                  <a:lumMod val="40000"/>
                  <a:lumOff val="60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838" r="18838"/>
            <a:stretch/>
          </p:blipFill>
          <p:spPr>
            <a:xfrm>
              <a:off x="21848487" y="2281518"/>
              <a:ext cx="1371600" cy="1371600"/>
            </a:xfrm>
            <a:prstGeom prst="ellipse">
              <a:avLst/>
            </a:prstGeom>
          </p:spPr>
        </p:pic>
      </p:grpSp>
      <p:pic>
        <p:nvPicPr>
          <p:cNvPr id="48134" name="Imagen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" r="519"/>
          <a:stretch>
            <a:fillRect/>
          </a:stretch>
        </p:blipFill>
        <p:spPr bwMode="auto">
          <a:xfrm>
            <a:off x="21650325" y="2085975"/>
            <a:ext cx="1782763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xmlns="" id="{FE7816B6-E040-4BE0-84B6-0089B6BF636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77842" y="1923009"/>
          <a:ext cx="11202957" cy="10877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xmlns="" id="{B43351F3-CB7A-46E8-A779-CCB74B843943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2226947" y="1944673"/>
          <a:ext cx="11757131" cy="10865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593930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D902B56-57B6-FA7F-8F6F-C0A51B5AD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xmlns="" id="{DE080E5F-E718-FBC5-FE7B-9AFC5BE42F5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2226947" y="1944673"/>
          <a:ext cx="11757131" cy="10865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xmlns="" id="{A242F7DC-096B-3637-83AB-75928A6BE247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77842" y="1923009"/>
          <a:ext cx="11202957" cy="10877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30" name="Título 1">
            <a:extLst>
              <a:ext uri="{FF2B5EF4-FFF2-40B4-BE49-F238E27FC236}">
                <a16:creationId xmlns:a16="http://schemas.microsoft.com/office/drawing/2014/main" xmlns="" id="{B7679C2F-A1AD-6672-E5BF-2FD542A63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r>
              <a:rPr lang="es-AR" altLang="es-ES" sz="3600">
                <a:latin typeface="HelveticaNeue Std (Títulos)"/>
              </a:rPr>
              <a:t>03. Imágenes </a:t>
            </a:r>
            <a:r>
              <a:rPr lang="es-AR" altLang="es-ES" sz="3600"/>
              <a:t>| Nacionales | </a:t>
            </a:r>
            <a:r>
              <a:rPr lang="es-AR" altLang="es-ES" sz="3600" b="0"/>
              <a:t>Evolutivos</a:t>
            </a:r>
            <a:endParaRPr lang="es-AR" altLang="es-AR" sz="360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8E351300-52A1-4673-9F80-B1C05D5087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F6E4B069-0D1A-5405-D04C-09967B4F08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sz="1800" dirty="0"/>
              <a:t>No difundir este material sin autorización previa | </a:t>
            </a:r>
            <a:fld id="{66D59A23-EF24-4527-B60C-8123EC865352}" type="slidenum">
              <a:rPr lang="es-AR" sz="1800" b="1" smtClean="0"/>
              <a:pPr>
                <a:defRPr/>
              </a:pPr>
              <a:t>21</a:t>
            </a:fld>
            <a:endParaRPr lang="es-AR" sz="1800" b="1" dirty="0"/>
          </a:p>
        </p:txBody>
      </p:sp>
    </p:spTree>
    <p:extLst>
      <p:ext uri="{BB962C8B-B14F-4D97-AF65-F5344CB8AC3E}">
        <p14:creationId xmlns:p14="http://schemas.microsoft.com/office/powerpoint/2010/main" val="963848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xmlns="" id="{5183416D-A0D2-4E6D-9E06-67C53543689C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19594" y="1914502"/>
          <a:ext cx="11360904" cy="10884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0179" name="Título 3"/>
          <p:cNvSpPr>
            <a:spLocks noGrp="1"/>
          </p:cNvSpPr>
          <p:nvPr>
            <p:ph type="title"/>
          </p:nvPr>
        </p:nvSpPr>
        <p:spPr>
          <a:xfrm>
            <a:off x="1022350" y="782638"/>
            <a:ext cx="19118263" cy="1123950"/>
          </a:xfrm>
        </p:spPr>
        <p:txBody>
          <a:bodyPr/>
          <a:lstStyle/>
          <a:p>
            <a:pPr eaLnBrk="1" hangingPunct="1"/>
            <a:r>
              <a:rPr lang="es-AR" altLang="es-ES" sz="3600">
                <a:latin typeface="HelveticaNeue Std (Títulos)"/>
              </a:rPr>
              <a:t>03. Imágenes </a:t>
            </a:r>
            <a:r>
              <a:rPr lang="es-AR" altLang="es-ES" sz="3600"/>
              <a:t>| Nacionales | </a:t>
            </a:r>
            <a:r>
              <a:rPr lang="es-AR" altLang="es-ES" sz="3600" b="0"/>
              <a:t>Evolutivos</a:t>
            </a:r>
            <a:endParaRPr lang="es-AR" altLang="es-ES" sz="360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sp>
        <p:nvSpPr>
          <p:cNvPr id="50181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488214E5-9A85-46C9-8A6B-02BF7C1B4C45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pic>
        <p:nvPicPr>
          <p:cNvPr id="50182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1900" y="2073275"/>
            <a:ext cx="19431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3" name="Imagen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5525" y="2054225"/>
            <a:ext cx="1957388" cy="195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xmlns="" id="{5183416D-A0D2-4E6D-9E06-67C53543689C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2249510" y="1920666"/>
          <a:ext cx="11169518" cy="108845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2748432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xfrm>
            <a:off x="14820900" y="12785725"/>
            <a:ext cx="9017000" cy="730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smtClean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 smtClean="0">
                <a:solidFill>
                  <a:srgbClr val="000000"/>
                </a:solidFill>
              </a:rPr>
              <a:t> | </a:t>
            </a:r>
            <a:fld id="{DFF2D979-491B-443C-A205-F5C3D1A07F04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s-AR" altLang="es-ES" sz="1800" b="1" smtClean="0">
              <a:solidFill>
                <a:srgbClr val="000000"/>
              </a:solidFill>
            </a:endParaRPr>
          </a:p>
        </p:txBody>
      </p:sp>
      <p:sp>
        <p:nvSpPr>
          <p:cNvPr id="53251" name="CuadroTexto 2"/>
          <p:cNvSpPr txBox="1">
            <a:spLocks noChangeArrowheads="1"/>
          </p:cNvSpPr>
          <p:nvPr/>
        </p:nvSpPr>
        <p:spPr bwMode="auto">
          <a:xfrm>
            <a:off x="1022350" y="2154238"/>
            <a:ext cx="9070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eaLnBrk="1" hangingPunct="1"/>
            <a:r>
              <a:rPr lang="es-AR" altLang="es-ES" sz="2400" b="1" dirty="0">
                <a:solidFill>
                  <a:srgbClr val="000000"/>
                </a:solidFill>
              </a:rPr>
              <a:t>Entre estos dirigentes provinciales, </a:t>
            </a:r>
            <a:r>
              <a:rPr lang="es-AR" altLang="es-ES" sz="2400" b="1" dirty="0" smtClean="0">
                <a:solidFill>
                  <a:srgbClr val="000000"/>
                </a:solidFill>
              </a:rPr>
              <a:t>¿qué </a:t>
            </a:r>
            <a:r>
              <a:rPr lang="es-AR" altLang="es-ES" sz="2400" b="1" dirty="0">
                <a:solidFill>
                  <a:srgbClr val="000000"/>
                </a:solidFill>
              </a:rPr>
              <a:t>imagen tiene de…?</a:t>
            </a:r>
          </a:p>
        </p:txBody>
      </p:sp>
      <p:sp>
        <p:nvSpPr>
          <p:cNvPr id="5325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r>
              <a:rPr lang="es-AR" altLang="es-ES" sz="3600" smtClean="0"/>
              <a:t>03. Imágenes | Provinciales | </a:t>
            </a:r>
            <a:r>
              <a:rPr lang="es-AR" altLang="es-ES" sz="3600" b="0" smtClean="0"/>
              <a:t>Evaluación </a:t>
            </a:r>
            <a:endParaRPr lang="es-AR" altLang="es-ES" sz="3600" smtClean="0"/>
          </a:p>
        </p:txBody>
      </p:sp>
      <p:sp>
        <p:nvSpPr>
          <p:cNvPr id="53253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 smtClean="0"/>
          </a:p>
        </p:txBody>
      </p:sp>
      <p:cxnSp>
        <p:nvCxnSpPr>
          <p:cNvPr id="111" name="Conector recto 46">
            <a:extLst>
              <a:ext uri="{FF2B5EF4-FFF2-40B4-BE49-F238E27FC236}">
                <a16:creationId xmlns="" xmlns:a16="http://schemas.microsoft.com/office/drawing/2014/main" id="{A44D4601-96C1-4BDC-8452-66DBF6B2E846}"/>
              </a:ext>
            </a:extLst>
          </p:cNvPr>
          <p:cNvCxnSpPr>
            <a:cxnSpLocks/>
          </p:cNvCxnSpPr>
          <p:nvPr/>
        </p:nvCxnSpPr>
        <p:spPr>
          <a:xfrm>
            <a:off x="21132800" y="2930525"/>
            <a:ext cx="31750" cy="9072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47">
            <a:extLst>
              <a:ext uri="{FF2B5EF4-FFF2-40B4-BE49-F238E27FC236}">
                <a16:creationId xmlns="" xmlns:a16="http://schemas.microsoft.com/office/drawing/2014/main" id="{F6F1A894-69CC-4383-9869-80DB01F7BB67}"/>
              </a:ext>
            </a:extLst>
          </p:cNvPr>
          <p:cNvCxnSpPr>
            <a:cxnSpLocks/>
          </p:cNvCxnSpPr>
          <p:nvPr/>
        </p:nvCxnSpPr>
        <p:spPr>
          <a:xfrm flipH="1">
            <a:off x="22225000" y="2730500"/>
            <a:ext cx="6350" cy="9197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50">
            <a:extLst>
              <a:ext uri="{FF2B5EF4-FFF2-40B4-BE49-F238E27FC236}">
                <a16:creationId xmlns="" xmlns:a16="http://schemas.microsoft.com/office/drawing/2014/main" id="{9F88140B-0888-4BEF-B9AF-AE0A0A4A4584}"/>
              </a:ext>
            </a:extLst>
          </p:cNvPr>
          <p:cNvCxnSpPr>
            <a:cxnSpLocks/>
          </p:cNvCxnSpPr>
          <p:nvPr/>
        </p:nvCxnSpPr>
        <p:spPr>
          <a:xfrm flipH="1">
            <a:off x="23355300" y="2730500"/>
            <a:ext cx="12700" cy="9197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Elipse 26">
            <a:extLst>
              <a:ext uri="{FF2B5EF4-FFF2-40B4-BE49-F238E27FC236}">
                <a16:creationId xmlns="" xmlns:a16="http://schemas.microsoft.com/office/drawing/2014/main" id="{644B432F-B8CF-4392-B50A-E18E2B2F6B57}"/>
              </a:ext>
            </a:extLst>
          </p:cNvPr>
          <p:cNvSpPr/>
          <p:nvPr/>
        </p:nvSpPr>
        <p:spPr>
          <a:xfrm>
            <a:off x="20650200" y="2130425"/>
            <a:ext cx="968375" cy="9683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+</a:t>
            </a:r>
          </a:p>
        </p:txBody>
      </p:sp>
      <p:sp>
        <p:nvSpPr>
          <p:cNvPr id="115" name="Elipse 27">
            <a:extLst>
              <a:ext uri="{FF2B5EF4-FFF2-40B4-BE49-F238E27FC236}">
                <a16:creationId xmlns="" xmlns:a16="http://schemas.microsoft.com/office/drawing/2014/main" id="{88A4130C-941E-431D-97E5-EFB235F6D5E5}"/>
              </a:ext>
            </a:extLst>
          </p:cNvPr>
          <p:cNvSpPr/>
          <p:nvPr/>
        </p:nvSpPr>
        <p:spPr>
          <a:xfrm>
            <a:off x="22890163" y="3981362"/>
            <a:ext cx="950912" cy="94932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8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6" name="Elipse 28">
            <a:extLst>
              <a:ext uri="{FF2B5EF4-FFF2-40B4-BE49-F238E27FC236}">
                <a16:creationId xmlns="" xmlns:a16="http://schemas.microsoft.com/office/drawing/2014/main" id="{EBDDEAD4-9C96-4818-96DF-1E88EDE302B8}"/>
              </a:ext>
            </a:extLst>
          </p:cNvPr>
          <p:cNvSpPr/>
          <p:nvPr/>
        </p:nvSpPr>
        <p:spPr>
          <a:xfrm>
            <a:off x="21791613" y="3981362"/>
            <a:ext cx="950912" cy="949325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40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7" name="Elipse 29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20697825" y="3957549"/>
            <a:ext cx="950913" cy="949325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48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8" name="Elipse 24">
            <a:extLst>
              <a:ext uri="{FF2B5EF4-FFF2-40B4-BE49-F238E27FC236}">
                <a16:creationId xmlns="" xmlns:a16="http://schemas.microsoft.com/office/drawing/2014/main" id="{C334C316-FCAC-400F-BA15-7A28927A5823}"/>
              </a:ext>
            </a:extLst>
          </p:cNvPr>
          <p:cNvSpPr/>
          <p:nvPr/>
        </p:nvSpPr>
        <p:spPr>
          <a:xfrm>
            <a:off x="22877463" y="2132013"/>
            <a:ext cx="968375" cy="9683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&lt;&gt;</a:t>
            </a:r>
          </a:p>
        </p:txBody>
      </p:sp>
      <p:sp>
        <p:nvSpPr>
          <p:cNvPr id="119" name="Elipse 25">
            <a:extLst>
              <a:ext uri="{FF2B5EF4-FFF2-40B4-BE49-F238E27FC236}">
                <a16:creationId xmlns="" xmlns:a16="http://schemas.microsoft.com/office/drawing/2014/main" id="{B5A57017-374F-4B0D-B43B-C9AA87B3C0FC}"/>
              </a:ext>
            </a:extLst>
          </p:cNvPr>
          <p:cNvSpPr/>
          <p:nvPr/>
        </p:nvSpPr>
        <p:spPr>
          <a:xfrm>
            <a:off x="21743988" y="2132013"/>
            <a:ext cx="966787" cy="9683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</a:t>
            </a:r>
          </a:p>
        </p:txBody>
      </p:sp>
      <p:sp>
        <p:nvSpPr>
          <p:cNvPr id="120" name="Elipse 32">
            <a:extLst>
              <a:ext uri="{FF2B5EF4-FFF2-40B4-BE49-F238E27FC236}">
                <a16:creationId xmlns="" xmlns:a16="http://schemas.microsoft.com/office/drawing/2014/main" id="{FFBC0D90-F673-4D80-AB29-970D9F5B386B}"/>
              </a:ext>
            </a:extLst>
          </p:cNvPr>
          <p:cNvSpPr/>
          <p:nvPr/>
        </p:nvSpPr>
        <p:spPr>
          <a:xfrm>
            <a:off x="22890163" y="11083804"/>
            <a:ext cx="950912" cy="95091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-11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21" name="Elipse 36">
            <a:extLst>
              <a:ext uri="{FF2B5EF4-FFF2-40B4-BE49-F238E27FC236}">
                <a16:creationId xmlns="" xmlns:a16="http://schemas.microsoft.com/office/drawing/2014/main" id="{BDEA65EB-6E7E-4512-B4C4-CA743EF9036E}"/>
              </a:ext>
            </a:extLst>
          </p:cNvPr>
          <p:cNvSpPr/>
          <p:nvPr/>
        </p:nvSpPr>
        <p:spPr>
          <a:xfrm>
            <a:off x="21791613" y="11083804"/>
            <a:ext cx="950912" cy="950913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25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22" name="Elipse 37">
            <a:extLst>
              <a:ext uri="{FF2B5EF4-FFF2-40B4-BE49-F238E27FC236}">
                <a16:creationId xmlns="" xmlns:a16="http://schemas.microsoft.com/office/drawing/2014/main" id="{C7FD079F-276A-4108-A8E6-C0EDD136ABB7}"/>
              </a:ext>
            </a:extLst>
          </p:cNvPr>
          <p:cNvSpPr/>
          <p:nvPr/>
        </p:nvSpPr>
        <p:spPr>
          <a:xfrm>
            <a:off x="20697825" y="11083804"/>
            <a:ext cx="950913" cy="950913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14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6" name="Elipse 48">
            <a:extLst>
              <a:ext uri="{FF2B5EF4-FFF2-40B4-BE49-F238E27FC236}">
                <a16:creationId xmlns="" xmlns:a16="http://schemas.microsoft.com/office/drawing/2014/main" id="{D797D2ED-B58E-4632-8636-0F9BD2F7A542}"/>
              </a:ext>
            </a:extLst>
          </p:cNvPr>
          <p:cNvSpPr/>
          <p:nvPr/>
        </p:nvSpPr>
        <p:spPr>
          <a:xfrm>
            <a:off x="22890163" y="5744264"/>
            <a:ext cx="950912" cy="95091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-8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7" name="Elipse 49">
            <a:extLst>
              <a:ext uri="{FF2B5EF4-FFF2-40B4-BE49-F238E27FC236}">
                <a16:creationId xmlns="" xmlns:a16="http://schemas.microsoft.com/office/drawing/2014/main" id="{BAA94681-AFEA-4157-9DB8-FDA51B977128}"/>
              </a:ext>
            </a:extLst>
          </p:cNvPr>
          <p:cNvSpPr/>
          <p:nvPr/>
        </p:nvSpPr>
        <p:spPr>
          <a:xfrm>
            <a:off x="21791613" y="5744264"/>
            <a:ext cx="950912" cy="950912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45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8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20697825" y="5744264"/>
            <a:ext cx="950913" cy="95091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37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graphicFrame>
        <p:nvGraphicFramePr>
          <p:cNvPr id="54" name="Gráfico 53">
            <a:extLst>
              <a:ext uri="{FF2B5EF4-FFF2-40B4-BE49-F238E27FC236}">
                <a16:creationId xmlns="" xmlns:a16="http://schemas.microsoft.com/office/drawing/2014/main" id="{C1E03979-05D9-41A1-8FEC-DF3CDA1F02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0849386"/>
              </p:ext>
            </p:extLst>
          </p:nvPr>
        </p:nvGraphicFramePr>
        <p:xfrm>
          <a:off x="556445" y="2447305"/>
          <a:ext cx="18560818" cy="10276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9" name="Elipse 48">
            <a:extLst>
              <a:ext uri="{FF2B5EF4-FFF2-40B4-BE49-F238E27FC236}">
                <a16:creationId xmlns="" xmlns:a16="http://schemas.microsoft.com/office/drawing/2014/main" id="{D797D2ED-B58E-4632-8636-0F9BD2F7A542}"/>
              </a:ext>
            </a:extLst>
          </p:cNvPr>
          <p:cNvSpPr/>
          <p:nvPr/>
        </p:nvSpPr>
        <p:spPr>
          <a:xfrm>
            <a:off x="22890163" y="9294333"/>
            <a:ext cx="950912" cy="95091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-43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3" name="Elipse 49">
            <a:extLst>
              <a:ext uri="{FF2B5EF4-FFF2-40B4-BE49-F238E27FC236}">
                <a16:creationId xmlns="" xmlns:a16="http://schemas.microsoft.com/office/drawing/2014/main" id="{BAA94681-AFEA-4157-9DB8-FDA51B977128}"/>
              </a:ext>
            </a:extLst>
          </p:cNvPr>
          <p:cNvSpPr/>
          <p:nvPr/>
        </p:nvSpPr>
        <p:spPr>
          <a:xfrm>
            <a:off x="21791613" y="9294333"/>
            <a:ext cx="950912" cy="950912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62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5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20697825" y="9294333"/>
            <a:ext cx="950913" cy="95091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19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7" name="Elipse 27">
            <a:extLst>
              <a:ext uri="{FF2B5EF4-FFF2-40B4-BE49-F238E27FC236}">
                <a16:creationId xmlns="" xmlns:a16="http://schemas.microsoft.com/office/drawing/2014/main" id="{88A4130C-941E-431D-97E5-EFB235F6D5E5}"/>
              </a:ext>
            </a:extLst>
          </p:cNvPr>
          <p:cNvSpPr/>
          <p:nvPr/>
        </p:nvSpPr>
        <p:spPr>
          <a:xfrm>
            <a:off x="22890163" y="7514356"/>
            <a:ext cx="950912" cy="95091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-16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8" name="Elipse 28">
            <a:extLst>
              <a:ext uri="{FF2B5EF4-FFF2-40B4-BE49-F238E27FC236}">
                <a16:creationId xmlns="" xmlns:a16="http://schemas.microsoft.com/office/drawing/2014/main" id="{EBDDEAD4-9C96-4818-96DF-1E88EDE302B8}"/>
              </a:ext>
            </a:extLst>
          </p:cNvPr>
          <p:cNvSpPr/>
          <p:nvPr/>
        </p:nvSpPr>
        <p:spPr>
          <a:xfrm>
            <a:off x="21791613" y="7514356"/>
            <a:ext cx="950912" cy="950912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44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0" name="Elipse 29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20697825" y="7514356"/>
            <a:ext cx="950913" cy="95091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28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cxnSp>
        <p:nvCxnSpPr>
          <p:cNvPr id="40" name="Conector recto 46">
            <a:extLst>
              <a:ext uri="{FF2B5EF4-FFF2-40B4-BE49-F238E27FC236}">
                <a16:creationId xmlns="" xmlns:a16="http://schemas.microsoft.com/office/drawing/2014/main" id="{A44D4601-96C1-4BDC-8452-66DBF6B2E846}"/>
              </a:ext>
            </a:extLst>
          </p:cNvPr>
          <p:cNvCxnSpPr>
            <a:cxnSpLocks/>
          </p:cNvCxnSpPr>
          <p:nvPr/>
        </p:nvCxnSpPr>
        <p:spPr>
          <a:xfrm>
            <a:off x="20008850" y="2930525"/>
            <a:ext cx="31750" cy="9072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26">
            <a:extLst>
              <a:ext uri="{FF2B5EF4-FFF2-40B4-BE49-F238E27FC236}">
                <a16:creationId xmlns="" xmlns:a16="http://schemas.microsoft.com/office/drawing/2014/main" id="{644B432F-B8CF-4392-B50A-E18E2B2F6B57}"/>
              </a:ext>
            </a:extLst>
          </p:cNvPr>
          <p:cNvSpPr/>
          <p:nvPr/>
        </p:nvSpPr>
        <p:spPr>
          <a:xfrm>
            <a:off x="19524663" y="2130425"/>
            <a:ext cx="968375" cy="9683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1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conocimiento</a:t>
            </a:r>
          </a:p>
        </p:txBody>
      </p:sp>
      <p:sp>
        <p:nvSpPr>
          <p:cNvPr id="42" name="Elipse 29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19572288" y="3974802"/>
            <a:ext cx="950912" cy="949325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88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4" name="Elipse 37">
            <a:extLst>
              <a:ext uri="{FF2B5EF4-FFF2-40B4-BE49-F238E27FC236}">
                <a16:creationId xmlns="" xmlns:a16="http://schemas.microsoft.com/office/drawing/2014/main" id="{C7FD079F-276A-4108-A8E6-C0EDD136ABB7}"/>
              </a:ext>
            </a:extLst>
          </p:cNvPr>
          <p:cNvSpPr/>
          <p:nvPr/>
        </p:nvSpPr>
        <p:spPr>
          <a:xfrm>
            <a:off x="19572288" y="11083804"/>
            <a:ext cx="950912" cy="950913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39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5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19572288" y="5761517"/>
            <a:ext cx="950912" cy="950912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82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6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19572288" y="9294333"/>
            <a:ext cx="950912" cy="950912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81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2" name="Elipse 29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19572288" y="7514356"/>
            <a:ext cx="950912" cy="950912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72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xmlns="" id="{54B3CCC4-DEF9-8D28-A2AE-810975C89B7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043239" y="1924179"/>
          <a:ext cx="11147967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4275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ES" sz="3600">
                <a:latin typeface="HelveticaNeue Std (Títulos)"/>
              </a:rPr>
              <a:t>03. Imágenes </a:t>
            </a:r>
            <a:r>
              <a:rPr lang="es-AR" altLang="es-ES" sz="3600"/>
              <a:t>| Provinciales | </a:t>
            </a:r>
            <a:r>
              <a:rPr lang="es-AR" altLang="es-ES" sz="3600" b="0"/>
              <a:t>Evolutivos</a:t>
            </a:r>
            <a:endParaRPr lang="es-AR" altLang="es-AR" sz="360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E84D4F44-FF83-476A-A90C-773F8AE87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6CAC8CFC-2674-417B-A626-80D574E8BA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sz="1800" dirty="0"/>
              <a:t>No difundir este material sin autorización previa | </a:t>
            </a:r>
            <a:fld id="{5DDCD626-35B8-4BF2-8D48-A8BE50250EA3}" type="slidenum">
              <a:rPr lang="es-AR" sz="1800" b="1" smtClean="0"/>
              <a:pPr>
                <a:defRPr/>
              </a:pPr>
              <a:t>24</a:t>
            </a:fld>
            <a:endParaRPr lang="es-AR" sz="1800" b="1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xmlns="" id="{4641191A-EE28-04E4-35EB-D671B6F0CD9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2229349" y="1924115"/>
          <a:ext cx="11592676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26982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xmlns="" id="{54B3CCC4-DEF9-8D28-A2AE-810975C89B7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043240" y="1924179"/>
          <a:ext cx="7397375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323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r>
              <a:rPr lang="es-AR" altLang="es-ES" sz="3600">
                <a:latin typeface="HelveticaNeue Std (Títulos)"/>
              </a:rPr>
              <a:t>03. Imágenes </a:t>
            </a:r>
            <a:r>
              <a:rPr lang="es-AR" altLang="es-ES" sz="3600"/>
              <a:t>| Provinciales | </a:t>
            </a:r>
            <a:r>
              <a:rPr lang="es-AR" altLang="es-ES" sz="3600" b="0"/>
              <a:t>Evolutivos</a:t>
            </a:r>
            <a:endParaRPr lang="es-AR" altLang="es-AR" sz="360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E84D4F44-FF83-476A-A90C-773F8AE87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6CAC8CFC-2674-417B-A626-80D574E8BA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sz="1800" dirty="0"/>
              <a:t>No difundir este material sin autorización previa | </a:t>
            </a:r>
            <a:fld id="{CB904E44-6EEA-4D60-A00E-A8DB47A9654F}" type="slidenum">
              <a:rPr lang="es-AR" sz="1800" b="1" smtClean="0"/>
              <a:pPr>
                <a:defRPr/>
              </a:pPr>
              <a:t>25</a:t>
            </a:fld>
            <a:endParaRPr lang="es-AR" sz="1800" b="1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xmlns="" id="{4641191A-EE28-04E4-35EB-D671B6F0CD9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483823" y="1924115"/>
          <a:ext cx="7729192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xmlns="" id="{CED6BB9A-0F8D-AE53-1CC7-F595C5C6196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6233511" y="1940118"/>
          <a:ext cx="7729192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146262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xfrm>
            <a:off x="14820900" y="12785725"/>
            <a:ext cx="9017000" cy="730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smtClean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 smtClean="0">
                <a:solidFill>
                  <a:srgbClr val="000000"/>
                </a:solidFill>
              </a:rPr>
              <a:t> | </a:t>
            </a:r>
            <a:fld id="{24DF96FD-AABA-4899-ABD1-C82BF74BCA9F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s-AR" altLang="es-ES" sz="1800" b="1" smtClean="0">
              <a:solidFill>
                <a:srgbClr val="000000"/>
              </a:solidFill>
            </a:endParaRPr>
          </a:p>
        </p:txBody>
      </p:sp>
      <p:sp>
        <p:nvSpPr>
          <p:cNvPr id="60419" name="CuadroTexto 2"/>
          <p:cNvSpPr txBox="1">
            <a:spLocks noChangeArrowheads="1"/>
          </p:cNvSpPr>
          <p:nvPr/>
        </p:nvSpPr>
        <p:spPr bwMode="auto">
          <a:xfrm>
            <a:off x="1022350" y="2154238"/>
            <a:ext cx="9517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eaLnBrk="1" hangingPunct="1"/>
            <a:r>
              <a:rPr lang="es-AR" altLang="es-ES" sz="2400" b="1" dirty="0">
                <a:solidFill>
                  <a:srgbClr val="000000"/>
                </a:solidFill>
              </a:rPr>
              <a:t>Entre estos intendentes bonaerenses, </a:t>
            </a:r>
            <a:r>
              <a:rPr lang="es-AR" altLang="es-ES" sz="2400" b="1" dirty="0" smtClean="0">
                <a:solidFill>
                  <a:srgbClr val="000000"/>
                </a:solidFill>
              </a:rPr>
              <a:t>¿qué </a:t>
            </a:r>
            <a:r>
              <a:rPr lang="es-AR" altLang="es-ES" sz="2400" b="1" dirty="0">
                <a:solidFill>
                  <a:srgbClr val="000000"/>
                </a:solidFill>
              </a:rPr>
              <a:t>imagen tiene de…?</a:t>
            </a:r>
          </a:p>
        </p:txBody>
      </p:sp>
      <p:sp>
        <p:nvSpPr>
          <p:cNvPr id="60420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r>
              <a:rPr lang="es-AR" altLang="es-ES" sz="3600" smtClean="0"/>
              <a:t>03. Imágenes | Intendentes | </a:t>
            </a:r>
            <a:r>
              <a:rPr lang="es-AR" altLang="es-ES" sz="3600" b="0" smtClean="0"/>
              <a:t>Evaluación </a:t>
            </a:r>
            <a:endParaRPr lang="es-AR" altLang="es-ES" sz="3600" smtClean="0"/>
          </a:p>
        </p:txBody>
      </p:sp>
      <p:sp>
        <p:nvSpPr>
          <p:cNvPr id="60421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>
                <a:solidFill>
                  <a:srgbClr val="000000"/>
                </a:solidFill>
              </a:rPr>
              <a:t>Encuesta de opinión pública | Provincia de Buenos Aires | Marzo 2025 </a:t>
            </a:r>
            <a:endParaRPr lang="es-AR" altLang="es-ES" sz="1800" b="0" dirty="0" smtClean="0">
              <a:solidFill>
                <a:srgbClr val="000000"/>
              </a:solidFill>
            </a:endParaRPr>
          </a:p>
        </p:txBody>
      </p:sp>
      <p:cxnSp>
        <p:nvCxnSpPr>
          <p:cNvPr id="111" name="Conector recto 46">
            <a:extLst>
              <a:ext uri="{FF2B5EF4-FFF2-40B4-BE49-F238E27FC236}">
                <a16:creationId xmlns="" xmlns:a16="http://schemas.microsoft.com/office/drawing/2014/main" id="{A44D4601-96C1-4BDC-8452-66DBF6B2E846}"/>
              </a:ext>
            </a:extLst>
          </p:cNvPr>
          <p:cNvCxnSpPr>
            <a:cxnSpLocks/>
          </p:cNvCxnSpPr>
          <p:nvPr/>
        </p:nvCxnSpPr>
        <p:spPr>
          <a:xfrm>
            <a:off x="21132800" y="2930525"/>
            <a:ext cx="31750" cy="9072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47">
            <a:extLst>
              <a:ext uri="{FF2B5EF4-FFF2-40B4-BE49-F238E27FC236}">
                <a16:creationId xmlns="" xmlns:a16="http://schemas.microsoft.com/office/drawing/2014/main" id="{F6F1A894-69CC-4383-9869-80DB01F7BB67}"/>
              </a:ext>
            </a:extLst>
          </p:cNvPr>
          <p:cNvCxnSpPr>
            <a:cxnSpLocks/>
          </p:cNvCxnSpPr>
          <p:nvPr/>
        </p:nvCxnSpPr>
        <p:spPr>
          <a:xfrm flipH="1">
            <a:off x="22225000" y="2730500"/>
            <a:ext cx="6350" cy="9197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50">
            <a:extLst>
              <a:ext uri="{FF2B5EF4-FFF2-40B4-BE49-F238E27FC236}">
                <a16:creationId xmlns="" xmlns:a16="http://schemas.microsoft.com/office/drawing/2014/main" id="{9F88140B-0888-4BEF-B9AF-AE0A0A4A4584}"/>
              </a:ext>
            </a:extLst>
          </p:cNvPr>
          <p:cNvCxnSpPr>
            <a:cxnSpLocks/>
          </p:cNvCxnSpPr>
          <p:nvPr/>
        </p:nvCxnSpPr>
        <p:spPr>
          <a:xfrm flipH="1">
            <a:off x="23355300" y="2730500"/>
            <a:ext cx="12700" cy="9197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Elipse 26">
            <a:extLst>
              <a:ext uri="{FF2B5EF4-FFF2-40B4-BE49-F238E27FC236}">
                <a16:creationId xmlns="" xmlns:a16="http://schemas.microsoft.com/office/drawing/2014/main" id="{644B432F-B8CF-4392-B50A-E18E2B2F6B57}"/>
              </a:ext>
            </a:extLst>
          </p:cNvPr>
          <p:cNvSpPr/>
          <p:nvPr/>
        </p:nvSpPr>
        <p:spPr>
          <a:xfrm>
            <a:off x="20650200" y="2130425"/>
            <a:ext cx="968375" cy="9683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+</a:t>
            </a:r>
          </a:p>
        </p:txBody>
      </p:sp>
      <p:sp>
        <p:nvSpPr>
          <p:cNvPr id="115" name="Elipse 27">
            <a:extLst>
              <a:ext uri="{FF2B5EF4-FFF2-40B4-BE49-F238E27FC236}">
                <a16:creationId xmlns="" xmlns:a16="http://schemas.microsoft.com/office/drawing/2014/main" id="{88A4130C-941E-431D-97E5-EFB235F6D5E5}"/>
              </a:ext>
            </a:extLst>
          </p:cNvPr>
          <p:cNvSpPr/>
          <p:nvPr/>
        </p:nvSpPr>
        <p:spPr>
          <a:xfrm>
            <a:off x="22890163" y="3843338"/>
            <a:ext cx="950912" cy="94932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-32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6" name="Elipse 28">
            <a:extLst>
              <a:ext uri="{FF2B5EF4-FFF2-40B4-BE49-F238E27FC236}">
                <a16:creationId xmlns="" xmlns:a16="http://schemas.microsoft.com/office/drawing/2014/main" id="{EBDDEAD4-9C96-4818-96DF-1E88EDE302B8}"/>
              </a:ext>
            </a:extLst>
          </p:cNvPr>
          <p:cNvSpPr/>
          <p:nvPr/>
        </p:nvSpPr>
        <p:spPr>
          <a:xfrm>
            <a:off x="21791613" y="3843338"/>
            <a:ext cx="950912" cy="949325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56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7" name="Elipse 29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20697825" y="3819525"/>
            <a:ext cx="950913" cy="949325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24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8" name="Elipse 24">
            <a:extLst>
              <a:ext uri="{FF2B5EF4-FFF2-40B4-BE49-F238E27FC236}">
                <a16:creationId xmlns="" xmlns:a16="http://schemas.microsoft.com/office/drawing/2014/main" id="{C334C316-FCAC-400F-BA15-7A28927A5823}"/>
              </a:ext>
            </a:extLst>
          </p:cNvPr>
          <p:cNvSpPr/>
          <p:nvPr/>
        </p:nvSpPr>
        <p:spPr>
          <a:xfrm>
            <a:off x="22877463" y="2132013"/>
            <a:ext cx="968375" cy="9683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&lt;&gt;</a:t>
            </a:r>
          </a:p>
        </p:txBody>
      </p:sp>
      <p:sp>
        <p:nvSpPr>
          <p:cNvPr id="119" name="Elipse 25">
            <a:extLst>
              <a:ext uri="{FF2B5EF4-FFF2-40B4-BE49-F238E27FC236}">
                <a16:creationId xmlns="" xmlns:a16="http://schemas.microsoft.com/office/drawing/2014/main" id="{B5A57017-374F-4B0D-B43B-C9AA87B3C0FC}"/>
              </a:ext>
            </a:extLst>
          </p:cNvPr>
          <p:cNvSpPr/>
          <p:nvPr/>
        </p:nvSpPr>
        <p:spPr>
          <a:xfrm>
            <a:off x="21743988" y="2132013"/>
            <a:ext cx="966787" cy="9683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</a:t>
            </a:r>
          </a:p>
        </p:txBody>
      </p:sp>
      <p:sp>
        <p:nvSpPr>
          <p:cNvPr id="120" name="Elipse 32">
            <a:extLst>
              <a:ext uri="{FF2B5EF4-FFF2-40B4-BE49-F238E27FC236}">
                <a16:creationId xmlns="" xmlns:a16="http://schemas.microsoft.com/office/drawing/2014/main" id="{FFBC0D90-F673-4D80-AB29-970D9F5B386B}"/>
              </a:ext>
            </a:extLst>
          </p:cNvPr>
          <p:cNvSpPr/>
          <p:nvPr/>
        </p:nvSpPr>
        <p:spPr>
          <a:xfrm>
            <a:off x="22890163" y="11204575"/>
            <a:ext cx="950912" cy="95091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-2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21" name="Elipse 36">
            <a:extLst>
              <a:ext uri="{FF2B5EF4-FFF2-40B4-BE49-F238E27FC236}">
                <a16:creationId xmlns="" xmlns:a16="http://schemas.microsoft.com/office/drawing/2014/main" id="{BDEA65EB-6E7E-4512-B4C4-CA743EF9036E}"/>
              </a:ext>
            </a:extLst>
          </p:cNvPr>
          <p:cNvSpPr/>
          <p:nvPr/>
        </p:nvSpPr>
        <p:spPr>
          <a:xfrm>
            <a:off x="21791613" y="11204575"/>
            <a:ext cx="950912" cy="950913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19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22" name="Elipse 37">
            <a:extLst>
              <a:ext uri="{FF2B5EF4-FFF2-40B4-BE49-F238E27FC236}">
                <a16:creationId xmlns="" xmlns:a16="http://schemas.microsoft.com/office/drawing/2014/main" id="{C7FD079F-276A-4108-A8E6-C0EDD136ABB7}"/>
              </a:ext>
            </a:extLst>
          </p:cNvPr>
          <p:cNvSpPr/>
          <p:nvPr/>
        </p:nvSpPr>
        <p:spPr>
          <a:xfrm>
            <a:off x="20697825" y="11204575"/>
            <a:ext cx="950913" cy="950913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17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6" name="Elipse 48">
            <a:extLst>
              <a:ext uri="{FF2B5EF4-FFF2-40B4-BE49-F238E27FC236}">
                <a16:creationId xmlns="" xmlns:a16="http://schemas.microsoft.com/office/drawing/2014/main" id="{D797D2ED-B58E-4632-8636-0F9BD2F7A542}"/>
              </a:ext>
            </a:extLst>
          </p:cNvPr>
          <p:cNvSpPr/>
          <p:nvPr/>
        </p:nvSpPr>
        <p:spPr>
          <a:xfrm>
            <a:off x="22890163" y="5278438"/>
            <a:ext cx="950912" cy="95091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23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7" name="Elipse 49">
            <a:extLst>
              <a:ext uri="{FF2B5EF4-FFF2-40B4-BE49-F238E27FC236}">
                <a16:creationId xmlns="" xmlns:a16="http://schemas.microsoft.com/office/drawing/2014/main" id="{BAA94681-AFEA-4157-9DB8-FDA51B977128}"/>
              </a:ext>
            </a:extLst>
          </p:cNvPr>
          <p:cNvSpPr/>
          <p:nvPr/>
        </p:nvSpPr>
        <p:spPr>
          <a:xfrm>
            <a:off x="21791613" y="5278438"/>
            <a:ext cx="950912" cy="950912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19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8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20697825" y="5278438"/>
            <a:ext cx="950913" cy="95091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42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graphicFrame>
        <p:nvGraphicFramePr>
          <p:cNvPr id="54" name="Gráfico 53">
            <a:extLst>
              <a:ext uri="{FF2B5EF4-FFF2-40B4-BE49-F238E27FC236}">
                <a16:creationId xmlns="" xmlns:a16="http://schemas.microsoft.com/office/drawing/2014/main" id="{C1E03979-05D9-41A1-8FEC-DF3CDA1F02F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56445" y="2447305"/>
          <a:ext cx="18560818" cy="10276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9" name="Elipse 48">
            <a:extLst>
              <a:ext uri="{FF2B5EF4-FFF2-40B4-BE49-F238E27FC236}">
                <a16:creationId xmlns="" xmlns:a16="http://schemas.microsoft.com/office/drawing/2014/main" id="{D797D2ED-B58E-4632-8636-0F9BD2F7A542}"/>
              </a:ext>
            </a:extLst>
          </p:cNvPr>
          <p:cNvSpPr/>
          <p:nvPr/>
        </p:nvSpPr>
        <p:spPr>
          <a:xfrm>
            <a:off x="22890163" y="9777413"/>
            <a:ext cx="950912" cy="95091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-7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3" name="Elipse 49">
            <a:extLst>
              <a:ext uri="{FF2B5EF4-FFF2-40B4-BE49-F238E27FC236}">
                <a16:creationId xmlns="" xmlns:a16="http://schemas.microsoft.com/office/drawing/2014/main" id="{BAA94681-AFEA-4157-9DB8-FDA51B977128}"/>
              </a:ext>
            </a:extLst>
          </p:cNvPr>
          <p:cNvSpPr/>
          <p:nvPr/>
        </p:nvSpPr>
        <p:spPr>
          <a:xfrm>
            <a:off x="21791613" y="9777413"/>
            <a:ext cx="950912" cy="950912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23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5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20697825" y="9777413"/>
            <a:ext cx="950913" cy="95091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16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7" name="Elipse 27">
            <a:extLst>
              <a:ext uri="{FF2B5EF4-FFF2-40B4-BE49-F238E27FC236}">
                <a16:creationId xmlns="" xmlns:a16="http://schemas.microsoft.com/office/drawing/2014/main" id="{88A4130C-941E-431D-97E5-EFB235F6D5E5}"/>
              </a:ext>
            </a:extLst>
          </p:cNvPr>
          <p:cNvSpPr/>
          <p:nvPr/>
        </p:nvSpPr>
        <p:spPr>
          <a:xfrm>
            <a:off x="22890163" y="6789738"/>
            <a:ext cx="950912" cy="95091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-13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8" name="Elipse 28">
            <a:extLst>
              <a:ext uri="{FF2B5EF4-FFF2-40B4-BE49-F238E27FC236}">
                <a16:creationId xmlns="" xmlns:a16="http://schemas.microsoft.com/office/drawing/2014/main" id="{EBDDEAD4-9C96-4818-96DF-1E88EDE302B8}"/>
              </a:ext>
            </a:extLst>
          </p:cNvPr>
          <p:cNvSpPr/>
          <p:nvPr/>
        </p:nvSpPr>
        <p:spPr>
          <a:xfrm>
            <a:off x="21791613" y="6789738"/>
            <a:ext cx="950912" cy="950912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36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0" name="Elipse 29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20697825" y="6789738"/>
            <a:ext cx="950913" cy="95091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23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1" name="Elipse 48">
            <a:extLst>
              <a:ext uri="{FF2B5EF4-FFF2-40B4-BE49-F238E27FC236}">
                <a16:creationId xmlns="" xmlns:a16="http://schemas.microsoft.com/office/drawing/2014/main" id="{D797D2ED-B58E-4632-8636-0F9BD2F7A542}"/>
              </a:ext>
            </a:extLst>
          </p:cNvPr>
          <p:cNvSpPr/>
          <p:nvPr/>
        </p:nvSpPr>
        <p:spPr>
          <a:xfrm>
            <a:off x="22888575" y="8272463"/>
            <a:ext cx="949325" cy="95091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-3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2" name="Elipse 49">
            <a:extLst>
              <a:ext uri="{FF2B5EF4-FFF2-40B4-BE49-F238E27FC236}">
                <a16:creationId xmlns="" xmlns:a16="http://schemas.microsoft.com/office/drawing/2014/main" id="{BAA94681-AFEA-4157-9DB8-FDA51B977128}"/>
              </a:ext>
            </a:extLst>
          </p:cNvPr>
          <p:cNvSpPr/>
          <p:nvPr/>
        </p:nvSpPr>
        <p:spPr>
          <a:xfrm>
            <a:off x="21790025" y="8272463"/>
            <a:ext cx="949325" cy="950912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21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3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20694650" y="8272463"/>
            <a:ext cx="950913" cy="950912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18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cxnSp>
        <p:nvCxnSpPr>
          <p:cNvPr id="40" name="Conector recto 46">
            <a:extLst>
              <a:ext uri="{FF2B5EF4-FFF2-40B4-BE49-F238E27FC236}">
                <a16:creationId xmlns="" xmlns:a16="http://schemas.microsoft.com/office/drawing/2014/main" id="{A44D4601-96C1-4BDC-8452-66DBF6B2E846}"/>
              </a:ext>
            </a:extLst>
          </p:cNvPr>
          <p:cNvCxnSpPr>
            <a:cxnSpLocks/>
          </p:cNvCxnSpPr>
          <p:nvPr/>
        </p:nvCxnSpPr>
        <p:spPr>
          <a:xfrm>
            <a:off x="20008850" y="2930525"/>
            <a:ext cx="31750" cy="90725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lipse 26">
            <a:extLst>
              <a:ext uri="{FF2B5EF4-FFF2-40B4-BE49-F238E27FC236}">
                <a16:creationId xmlns="" xmlns:a16="http://schemas.microsoft.com/office/drawing/2014/main" id="{644B432F-B8CF-4392-B50A-E18E2B2F6B57}"/>
              </a:ext>
            </a:extLst>
          </p:cNvPr>
          <p:cNvSpPr/>
          <p:nvPr/>
        </p:nvSpPr>
        <p:spPr>
          <a:xfrm>
            <a:off x="19524663" y="2130425"/>
            <a:ext cx="968375" cy="9683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1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conocimiento</a:t>
            </a:r>
          </a:p>
        </p:txBody>
      </p:sp>
      <p:sp>
        <p:nvSpPr>
          <p:cNvPr id="42" name="Elipse 29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19572288" y="3819525"/>
            <a:ext cx="950912" cy="949325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80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4" name="Elipse 37">
            <a:extLst>
              <a:ext uri="{FF2B5EF4-FFF2-40B4-BE49-F238E27FC236}">
                <a16:creationId xmlns="" xmlns:a16="http://schemas.microsoft.com/office/drawing/2014/main" id="{C7FD079F-276A-4108-A8E6-C0EDD136ABB7}"/>
              </a:ext>
            </a:extLst>
          </p:cNvPr>
          <p:cNvSpPr/>
          <p:nvPr/>
        </p:nvSpPr>
        <p:spPr>
          <a:xfrm>
            <a:off x="19572288" y="11204575"/>
            <a:ext cx="950912" cy="950913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36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5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19572288" y="5278438"/>
            <a:ext cx="950912" cy="950912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61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6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19572288" y="9777413"/>
            <a:ext cx="950912" cy="950912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39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2" name="Elipse 29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19572288" y="6789738"/>
            <a:ext cx="950912" cy="950912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59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6" name="Elipse 51">
            <a:extLst>
              <a:ext uri="{FF2B5EF4-FFF2-40B4-BE49-F238E27FC236}">
                <a16:creationId xmlns="" xmlns:a16="http://schemas.microsoft.com/office/drawing/2014/main" id="{352B82E5-5514-499B-8481-7A11ADAA3CB9}"/>
              </a:ext>
            </a:extLst>
          </p:cNvPr>
          <p:cNvSpPr/>
          <p:nvPr/>
        </p:nvSpPr>
        <p:spPr>
          <a:xfrm>
            <a:off x="19570700" y="8272463"/>
            <a:ext cx="949325" cy="950912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39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6215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xmlns="" id="{54B3CCC4-DEF9-8D28-A2AE-810975C89B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785431"/>
              </p:ext>
            </p:extLst>
          </p:nvPr>
        </p:nvGraphicFramePr>
        <p:xfrm>
          <a:off x="1043239" y="1924179"/>
          <a:ext cx="11147967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1443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r>
              <a:rPr lang="es-AR" altLang="es-ES" sz="3600">
                <a:latin typeface="HelveticaNeue Std (Títulos)"/>
              </a:rPr>
              <a:t>03. Imágenes </a:t>
            </a:r>
            <a:r>
              <a:rPr lang="es-AR" altLang="es-ES" sz="3600"/>
              <a:t>| Intendentes | </a:t>
            </a:r>
            <a:r>
              <a:rPr lang="es-AR" altLang="es-ES" sz="3600" b="0"/>
              <a:t>Evolutivos</a:t>
            </a:r>
            <a:endParaRPr lang="es-AR" altLang="es-AR" sz="360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E84D4F44-FF83-476A-A90C-773F8AE87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6CAC8CFC-2674-417B-A626-80D574E8BA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sz="1800" dirty="0"/>
              <a:t>No difundir este material sin autorización previa | </a:t>
            </a:r>
            <a:fld id="{8D49D18A-2431-4123-AEBB-87E49E6F67B4}" type="slidenum">
              <a:rPr lang="es-AR" sz="1800" b="1" smtClean="0"/>
              <a:pPr>
                <a:defRPr/>
              </a:pPr>
              <a:t>27</a:t>
            </a:fld>
            <a:endParaRPr lang="es-AR" sz="1800" b="1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xmlns="" id="{4641191A-EE28-04E4-35EB-D671B6F0CD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6858843"/>
              </p:ext>
            </p:extLst>
          </p:nvPr>
        </p:nvGraphicFramePr>
        <p:xfrm>
          <a:off x="12229349" y="1924115"/>
          <a:ext cx="11592676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53218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xmlns="" id="{54B3CCC4-DEF9-8D28-A2AE-810975C89B7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043239" y="1924179"/>
          <a:ext cx="11147967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3491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r>
              <a:rPr lang="es-AR" altLang="es-ES" sz="3600">
                <a:latin typeface="HelveticaNeue Std (Títulos)"/>
              </a:rPr>
              <a:t>03. Imágenes </a:t>
            </a:r>
            <a:r>
              <a:rPr lang="es-AR" altLang="es-ES" sz="3600"/>
              <a:t>| Intendentes | </a:t>
            </a:r>
            <a:r>
              <a:rPr lang="es-AR" altLang="es-ES" sz="3600" b="0"/>
              <a:t>Evolutivos</a:t>
            </a:r>
            <a:endParaRPr lang="es-AR" altLang="es-AR" sz="360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E84D4F44-FF83-476A-A90C-773F8AE87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6CAC8CFC-2674-417B-A626-80D574E8BA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sz="1800" dirty="0"/>
              <a:t>No difundir este material sin autorización previa | </a:t>
            </a:r>
            <a:fld id="{2F65C3E0-7B80-4E11-86CA-50D4176B7F5B}" type="slidenum">
              <a:rPr lang="es-AR" sz="1800" b="1" smtClean="0"/>
              <a:pPr>
                <a:defRPr/>
              </a:pPr>
              <a:t>28</a:t>
            </a:fld>
            <a:endParaRPr lang="es-AR" sz="1800" b="1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xmlns="" id="{4641191A-EE28-04E4-35EB-D671B6F0CD9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2229349" y="1924115"/>
          <a:ext cx="11592676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6685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xmlns="" id="{54B3CCC4-DEF9-8D28-A2AE-810975C89B7B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043239" y="1924179"/>
          <a:ext cx="11147967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5539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r>
              <a:rPr lang="es-AR" altLang="es-ES" sz="3600">
                <a:latin typeface="HelveticaNeue Std (Títulos)"/>
              </a:rPr>
              <a:t>03. Imágenes </a:t>
            </a:r>
            <a:r>
              <a:rPr lang="es-AR" altLang="es-ES" sz="3600"/>
              <a:t>| Intendentes | </a:t>
            </a:r>
            <a:r>
              <a:rPr lang="es-AR" altLang="es-ES" sz="3600" b="0"/>
              <a:t>Evolutivos</a:t>
            </a:r>
            <a:endParaRPr lang="es-AR" altLang="es-AR" sz="360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E84D4F44-FF83-476A-A90C-773F8AE87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6CAC8CFC-2674-417B-A626-80D574E8BA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sz="1800" dirty="0"/>
              <a:t>No difundir este material sin autorización previa | </a:t>
            </a:r>
            <a:fld id="{D0AF1CBA-E004-4201-921E-073C82073277}" type="slidenum">
              <a:rPr lang="es-AR" sz="1800" b="1" smtClean="0"/>
              <a:pPr>
                <a:defRPr/>
              </a:pPr>
              <a:t>29</a:t>
            </a:fld>
            <a:endParaRPr lang="es-AR" sz="1800" b="1" dirty="0"/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xmlns="" id="{4641191A-EE28-04E4-35EB-D671B6F0CD9E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2229681" y="1924115"/>
          <a:ext cx="11740732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856372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Google Shape;803;p29">
            <a:extLst>
              <a:ext uri="{FF2B5EF4-FFF2-40B4-BE49-F238E27FC236}">
                <a16:creationId xmlns="" xmlns:a16="http://schemas.microsoft.com/office/drawing/2014/main" id="{70AA656A-43BF-3669-60E2-A0DF0953F296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68176" y="1936905"/>
          <a:ext cx="23046060" cy="10877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7587" name="Google Shape;804;p29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>
                <a:solidFill>
                  <a:schemeClr val="tx1"/>
                </a:solidFill>
                <a:latin typeface="HelveticaNeue Std"/>
              </a:defRPr>
            </a:lvl1pPr>
            <a:lvl2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>
                <a:solidFill>
                  <a:schemeClr val="tx1"/>
                </a:solidFill>
                <a:latin typeface="HelveticaNeue Std"/>
              </a:defRPr>
            </a:lvl2pPr>
            <a:lvl3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HelveticaNeue Std"/>
              </a:defRPr>
            </a:lvl3pPr>
            <a:lvl4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HelveticaNeue Std"/>
              </a:defRPr>
            </a:lvl4pPr>
            <a:lvl5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HelveticaNeue Std"/>
              </a:defRPr>
            </a:lvl5pPr>
            <a:lvl6pPr marL="457200" defTabSz="1217613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HelveticaNeue Std"/>
              </a:defRPr>
            </a:lvl6pPr>
            <a:lvl7pPr marL="914400" defTabSz="1217613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HelveticaNeue Std"/>
              </a:defRPr>
            </a:lvl7pPr>
            <a:lvl8pPr marL="1371600" defTabSz="1217613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HelveticaNeue Std"/>
              </a:defRPr>
            </a:lvl8pPr>
            <a:lvl9pPr marL="1828800" defTabSz="1217613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AR" altLang="es-AR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difundir este material sin autorización previa</a:t>
            </a:r>
            <a:r>
              <a:rPr lang="es-AR" altLang="es-AR"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| </a:t>
            </a:r>
            <a:fld id="{E47DAF30-FB28-4354-884A-A8EFDE98991E}" type="slidenum">
              <a:rPr lang="es-AR" altLang="es-AR" sz="2000" b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defTabSz="1217613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30</a:t>
            </a:fld>
            <a:endParaRPr lang="es-AR" altLang="es-AR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7588" name="Google Shape;805;p29"/>
          <p:cNvCxnSpPr>
            <a:cxnSpLocks noChangeShapeType="1"/>
          </p:cNvCxnSpPr>
          <p:nvPr/>
        </p:nvCxnSpPr>
        <p:spPr bwMode="auto">
          <a:xfrm>
            <a:off x="1558925" y="7170738"/>
            <a:ext cx="221551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589" name="Google Shape;806;p29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54925" cy="1123950"/>
          </a:xfrm>
        </p:spPr>
        <p:txBody>
          <a:bodyPr lIns="91425" tIns="45700" rIns="91425" bIns="45700"/>
          <a:lstStyle/>
          <a:p>
            <a:r>
              <a:rPr lang="es-AR" altLang="es-ES" sz="3600"/>
              <a:t>03. Imágenes </a:t>
            </a:r>
            <a:r>
              <a:rPr lang="es-AR" altLang="es-ES" sz="3600">
                <a:latin typeface="HelveticaNeue Std (Títulos)"/>
              </a:rPr>
              <a:t>| Intendentes </a:t>
            </a:r>
            <a:r>
              <a:rPr lang="es-AR" altLang="es-AR" sz="3600" b="0">
                <a:latin typeface="HelveticaNeue Std (Títulos)"/>
                <a:sym typeface="Helvetica Neue"/>
              </a:rPr>
              <a:t>| Conocimiento de intendentes bonaerenses</a:t>
            </a:r>
            <a:endParaRPr lang="es-AR" altLang="es-AR" sz="3600" b="0">
              <a:latin typeface="HelveticaNeue Std (Títulos)"/>
            </a:endParaRPr>
          </a:p>
        </p:txBody>
      </p:sp>
      <p:sp>
        <p:nvSpPr>
          <p:cNvPr id="4" name="Marcador de pie de página 2">
            <a:extLst>
              <a:ext uri="{FF2B5EF4-FFF2-40B4-BE49-F238E27FC236}">
                <a16:creationId xmlns="" xmlns:a16="http://schemas.microsoft.com/office/drawing/2014/main" id="{5421A4EB-8FA8-3F9E-5C03-6D7CAA17E5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z="1800"/>
              <a:t>Encuesta de opinión pública | Provincia de Buenos Aires | Marzo 2025</a:t>
            </a:r>
            <a:endParaRPr lang="es-AR" sz="1800"/>
          </a:p>
        </p:txBody>
      </p:sp>
      <p:grpSp>
        <p:nvGrpSpPr>
          <p:cNvPr id="36" name="Grupo 35">
            <a:extLst>
              <a:ext uri="{FF2B5EF4-FFF2-40B4-BE49-F238E27FC236}">
                <a16:creationId xmlns="" xmlns:a16="http://schemas.microsoft.com/office/drawing/2014/main" id="{D7E9D10D-D871-E206-42EA-FCED9212603F}"/>
              </a:ext>
            </a:extLst>
          </p:cNvPr>
          <p:cNvGrpSpPr/>
          <p:nvPr/>
        </p:nvGrpSpPr>
        <p:grpSpPr>
          <a:xfrm>
            <a:off x="2158253" y="2732088"/>
            <a:ext cx="21571419" cy="1007177"/>
            <a:chOff x="2158253" y="2732088"/>
            <a:chExt cx="21571419" cy="1007177"/>
          </a:xfrm>
        </p:grpSpPr>
        <p:grpSp>
          <p:nvGrpSpPr>
            <p:cNvPr id="37" name="Grupo 27">
              <a:extLst>
                <a:ext uri="{FF2B5EF4-FFF2-40B4-BE49-F238E27FC236}">
                  <a16:creationId xmlns="" xmlns:a16="http://schemas.microsoft.com/office/drawing/2014/main" id="{294A0013-7ECF-C0BF-B027-6035433A94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8253" y="2732088"/>
              <a:ext cx="21571419" cy="1000126"/>
              <a:chOff x="2298519" y="2855498"/>
              <a:chExt cx="21571363" cy="1000603"/>
            </a:xfrm>
          </p:grpSpPr>
          <p:grpSp>
            <p:nvGrpSpPr>
              <p:cNvPr id="42" name="Grupo 28">
                <a:extLst>
                  <a:ext uri="{FF2B5EF4-FFF2-40B4-BE49-F238E27FC236}">
                    <a16:creationId xmlns="" xmlns:a16="http://schemas.microsoft.com/office/drawing/2014/main" id="{4F09E4EE-68C2-88E0-76A0-547B951221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98519" y="2855498"/>
                <a:ext cx="21571363" cy="1000603"/>
                <a:chOff x="1993719" y="2969798"/>
                <a:chExt cx="21571363" cy="1000603"/>
              </a:xfrm>
            </p:grpSpPr>
            <p:sp>
              <p:nvSpPr>
                <p:cNvPr id="45" name="CuadroTexto 44">
                  <a:extLst>
                    <a:ext uri="{FF2B5EF4-FFF2-40B4-BE49-F238E27FC236}">
                      <a16:creationId xmlns="" xmlns:a16="http://schemas.microsoft.com/office/drawing/2014/main" id="{192DE1BC-F7D1-FE9A-8F4B-A5F9F88F09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66609" y="3222480"/>
                  <a:ext cx="1977303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Estudios</a:t>
                  </a:r>
                </a:p>
              </p:txBody>
            </p:sp>
            <p:sp>
              <p:nvSpPr>
                <p:cNvPr id="46" name="CuadroTexto 26">
                  <a:extLst>
                    <a:ext uri="{FF2B5EF4-FFF2-40B4-BE49-F238E27FC236}">
                      <a16:creationId xmlns="" xmlns:a16="http://schemas.microsoft.com/office/drawing/2014/main" id="{58A26BA9-4896-5A6F-A932-4342861219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394996" y="2969798"/>
                  <a:ext cx="1594074" cy="646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Voto </a:t>
                  </a:r>
                  <a:br>
                    <a:rPr lang="es-AR" altLang="es-AR" sz="1800" b="1" dirty="0">
                      <a:solidFill>
                        <a:srgbClr val="000000"/>
                      </a:solidFill>
                    </a:rPr>
                  </a:br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balo. ‘23</a:t>
                  </a:r>
                </a:p>
              </p:txBody>
            </p:sp>
            <p:sp>
              <p:nvSpPr>
                <p:cNvPr id="47" name="Cerrar corchete 29">
                  <a:extLst>
                    <a:ext uri="{FF2B5EF4-FFF2-40B4-BE49-F238E27FC236}">
                      <a16:creationId xmlns="" xmlns:a16="http://schemas.microsoft.com/office/drawing/2014/main" id="{3CAF4C59-7751-7051-E610-661EF8362220}"/>
                    </a:ext>
                  </a:extLst>
                </p:cNvPr>
                <p:cNvSpPr/>
                <p:nvPr/>
              </p:nvSpPr>
              <p:spPr bwMode="auto">
                <a:xfrm rot="16200000">
                  <a:off x="18988989" y="3399325"/>
                  <a:ext cx="341476" cy="775264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" name="Cerrar corchete 30">
                  <a:extLst>
                    <a:ext uri="{FF2B5EF4-FFF2-40B4-BE49-F238E27FC236}">
                      <a16:creationId xmlns="" xmlns:a16="http://schemas.microsoft.com/office/drawing/2014/main" id="{64F15A62-1025-692F-CCD2-640644A538CD}"/>
                    </a:ext>
                  </a:extLst>
                </p:cNvPr>
                <p:cNvSpPr/>
                <p:nvPr/>
              </p:nvSpPr>
              <p:spPr bwMode="auto">
                <a:xfrm rot="16200000">
                  <a:off x="5887421" y="3167150"/>
                  <a:ext cx="335123" cy="1233262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9" name="Cerrar corchete 31">
                  <a:extLst>
                    <a:ext uri="{FF2B5EF4-FFF2-40B4-BE49-F238E27FC236}">
                      <a16:creationId xmlns="" xmlns:a16="http://schemas.microsoft.com/office/drawing/2014/main" id="{316CFE3E-40F1-D81E-2276-F40A0AA7B1CB}"/>
                    </a:ext>
                  </a:extLst>
                </p:cNvPr>
                <p:cNvSpPr/>
                <p:nvPr/>
              </p:nvSpPr>
              <p:spPr bwMode="auto">
                <a:xfrm rot="16200000">
                  <a:off x="20562467" y="3027603"/>
                  <a:ext cx="335123" cy="1512355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0" name="CuadroTexto 21">
                  <a:extLst>
                    <a:ext uri="{FF2B5EF4-FFF2-40B4-BE49-F238E27FC236}">
                      <a16:creationId xmlns="" xmlns:a16="http://schemas.microsoft.com/office/drawing/2014/main" id="{0ED86771-1C34-87AE-74D2-948B35DC34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44492" y="3222480"/>
                  <a:ext cx="217144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GGN</a:t>
                  </a:r>
                </a:p>
              </p:txBody>
            </p:sp>
            <p:sp>
              <p:nvSpPr>
                <p:cNvPr id="51" name="Cerrar corchete 50">
                  <a:extLst>
                    <a:ext uri="{FF2B5EF4-FFF2-40B4-BE49-F238E27FC236}">
                      <a16:creationId xmlns="" xmlns:a16="http://schemas.microsoft.com/office/drawing/2014/main" id="{F13760E1-9BD0-D347-7CC1-C08FC2EDBEF2}"/>
                    </a:ext>
                  </a:extLst>
                </p:cNvPr>
                <p:cNvSpPr/>
                <p:nvPr/>
              </p:nvSpPr>
              <p:spPr bwMode="auto">
                <a:xfrm rot="16200000">
                  <a:off x="22491006" y="2984785"/>
                  <a:ext cx="335123" cy="1597991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" name="Cerrar corchete 51">
                  <a:extLst>
                    <a:ext uri="{FF2B5EF4-FFF2-40B4-BE49-F238E27FC236}">
                      <a16:creationId xmlns="" xmlns:a16="http://schemas.microsoft.com/office/drawing/2014/main" id="{4E78206D-08E1-0355-3DF6-6F72B98A6216}"/>
                    </a:ext>
                  </a:extLst>
                </p:cNvPr>
                <p:cNvSpPr/>
                <p:nvPr/>
              </p:nvSpPr>
              <p:spPr bwMode="auto">
                <a:xfrm rot="16200000">
                  <a:off x="4067506" y="3021031"/>
                  <a:ext cx="354182" cy="1544558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3" name="CuadroTexto 59">
                  <a:extLst>
                    <a:ext uri="{FF2B5EF4-FFF2-40B4-BE49-F238E27FC236}">
                      <a16:creationId xmlns="" xmlns:a16="http://schemas.microsoft.com/office/drawing/2014/main" id="{6FCC28DB-07CF-EB75-5099-C06614F615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10128" y="3222480"/>
                  <a:ext cx="1868458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Edad</a:t>
                  </a:r>
                </a:p>
              </p:txBody>
            </p:sp>
            <p:sp>
              <p:nvSpPr>
                <p:cNvPr id="54" name="Cerrar corchete 53">
                  <a:extLst>
                    <a:ext uri="{FF2B5EF4-FFF2-40B4-BE49-F238E27FC236}">
                      <a16:creationId xmlns="" xmlns:a16="http://schemas.microsoft.com/office/drawing/2014/main" id="{19EA523B-C00E-7112-3E96-B32215E3CE9E}"/>
                    </a:ext>
                  </a:extLst>
                </p:cNvPr>
                <p:cNvSpPr/>
                <p:nvPr/>
              </p:nvSpPr>
              <p:spPr bwMode="auto">
                <a:xfrm rot="16200000">
                  <a:off x="2441321" y="3390843"/>
                  <a:ext cx="335123" cy="785875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5" name="CuadroTexto 44">
                  <a:extLst>
                    <a:ext uri="{FF2B5EF4-FFF2-40B4-BE49-F238E27FC236}">
                      <a16:creationId xmlns="" xmlns:a16="http://schemas.microsoft.com/office/drawing/2014/main" id="{B2D0B485-2164-7F85-20DF-6A058E227C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93719" y="3222480"/>
                  <a:ext cx="121228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Género</a:t>
                  </a:r>
                </a:p>
              </p:txBody>
            </p:sp>
            <p:sp>
              <p:nvSpPr>
                <p:cNvPr id="56" name="Cerrar corchete 55">
                  <a:extLst>
                    <a:ext uri="{FF2B5EF4-FFF2-40B4-BE49-F238E27FC236}">
                      <a16:creationId xmlns="" xmlns:a16="http://schemas.microsoft.com/office/drawing/2014/main" id="{6333B281-EC6F-0B3B-8D2E-3666955D50D3}"/>
                    </a:ext>
                  </a:extLst>
                </p:cNvPr>
                <p:cNvSpPr/>
                <p:nvPr/>
              </p:nvSpPr>
              <p:spPr bwMode="auto">
                <a:xfrm rot="16200000">
                  <a:off x="14912183" y="2567574"/>
                  <a:ext cx="335123" cy="2432410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7" name="CuadroTexto 65">
                  <a:extLst>
                    <a:ext uri="{FF2B5EF4-FFF2-40B4-BE49-F238E27FC236}">
                      <a16:creationId xmlns="" xmlns:a16="http://schemas.microsoft.com/office/drawing/2014/main" id="{51A2EEE9-D599-6C16-B3D3-4F0B8D4335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404509" y="3222480"/>
                  <a:ext cx="341942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Cercanía partidaria</a:t>
                  </a:r>
                </a:p>
              </p:txBody>
            </p:sp>
            <p:sp>
              <p:nvSpPr>
                <p:cNvPr id="58" name="Cerrar corchete 39">
                  <a:extLst>
                    <a:ext uri="{FF2B5EF4-FFF2-40B4-BE49-F238E27FC236}">
                      <a16:creationId xmlns="" xmlns:a16="http://schemas.microsoft.com/office/drawing/2014/main" id="{E2D00256-5686-640F-6F86-67CA3500B3BB}"/>
                    </a:ext>
                  </a:extLst>
                </p:cNvPr>
                <p:cNvSpPr/>
                <p:nvPr/>
              </p:nvSpPr>
              <p:spPr bwMode="auto">
                <a:xfrm rot="16200000">
                  <a:off x="7693676" y="3017463"/>
                  <a:ext cx="335123" cy="1532632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" name="CuadroTexto 21">
                  <a:extLst>
                    <a:ext uri="{FF2B5EF4-FFF2-40B4-BE49-F238E27FC236}">
                      <a16:creationId xmlns="" xmlns:a16="http://schemas.microsoft.com/office/drawing/2014/main" id="{A3981D0F-BBF0-461A-A576-598591B824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47802" y="3009265"/>
                  <a:ext cx="2497473" cy="584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600" b="1" dirty="0">
                      <a:solidFill>
                        <a:srgbClr val="000000"/>
                      </a:solidFill>
                    </a:rPr>
                    <a:t>NSE</a:t>
                  </a:r>
                </a:p>
                <a:p>
                  <a:pPr algn="ctr" eaLnBrk="1" hangingPunct="1"/>
                  <a:r>
                    <a:rPr lang="es-AR" altLang="es-AR" sz="1600" b="1" dirty="0" err="1">
                      <a:solidFill>
                        <a:srgbClr val="000000"/>
                      </a:solidFill>
                    </a:rPr>
                    <a:t>autopercibido</a:t>
                  </a:r>
                  <a:endParaRPr lang="es-AR" altLang="es-AR" sz="16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" name="Cerrar corchete 39">
                  <a:extLst>
                    <a:ext uri="{FF2B5EF4-FFF2-40B4-BE49-F238E27FC236}">
                      <a16:creationId xmlns="" xmlns:a16="http://schemas.microsoft.com/office/drawing/2014/main" id="{E8B8E930-A26B-1A29-8D88-019E12CE4B0E}"/>
                    </a:ext>
                  </a:extLst>
                </p:cNvPr>
                <p:cNvSpPr/>
                <p:nvPr/>
              </p:nvSpPr>
              <p:spPr bwMode="auto">
                <a:xfrm rot="16200000">
                  <a:off x="9389886" y="3444727"/>
                  <a:ext cx="330357" cy="673338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1" name="CuadroTexto 21">
                  <a:extLst>
                    <a:ext uri="{FF2B5EF4-FFF2-40B4-BE49-F238E27FC236}">
                      <a16:creationId xmlns="" xmlns:a16="http://schemas.microsoft.com/office/drawing/2014/main" id="{0FD60AB8-0A45-8DF9-C601-434FD03DDB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37170" y="3222480"/>
                  <a:ext cx="1235708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Zona</a:t>
                  </a:r>
                </a:p>
              </p:txBody>
            </p:sp>
            <p:sp>
              <p:nvSpPr>
                <p:cNvPr id="62" name="CuadroTexto 21">
                  <a:extLst>
                    <a:ext uri="{FF2B5EF4-FFF2-40B4-BE49-F238E27FC236}">
                      <a16:creationId xmlns="" xmlns:a16="http://schemas.microsoft.com/office/drawing/2014/main" id="{7EADC255-5C1F-6E03-ACF7-29B5AC67EE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693510" y="3228576"/>
                  <a:ext cx="187157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GGP</a:t>
                  </a:r>
                </a:p>
              </p:txBody>
            </p:sp>
          </p:grpSp>
          <p:sp>
            <p:nvSpPr>
              <p:cNvPr id="43" name="Cerrar corchete 42">
                <a:extLst>
                  <a:ext uri="{FF2B5EF4-FFF2-40B4-BE49-F238E27FC236}">
                    <a16:creationId xmlns="" xmlns:a16="http://schemas.microsoft.com/office/drawing/2014/main" id="{0D568926-3FBC-5D9F-A8CE-124EDD098830}"/>
                  </a:ext>
                </a:extLst>
              </p:cNvPr>
              <p:cNvSpPr/>
              <p:nvPr/>
            </p:nvSpPr>
            <p:spPr bwMode="auto">
              <a:xfrm rot="16200000">
                <a:off x="17828009" y="2913898"/>
                <a:ext cx="335123" cy="151116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" name="CuadroTexto 65">
                <a:extLst>
                  <a:ext uri="{FF2B5EF4-FFF2-40B4-BE49-F238E27FC236}">
                    <a16:creationId xmlns="" xmlns:a16="http://schemas.microsoft.com/office/drawing/2014/main" id="{000C0915-266E-CD79-F26B-F67305E1B4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28083" y="3108180"/>
                <a:ext cx="233551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Voto </a:t>
                </a:r>
                <a:r>
                  <a:rPr lang="es-AR" altLang="es-AR" sz="1800" b="1" dirty="0" err="1">
                    <a:solidFill>
                      <a:srgbClr val="000000"/>
                    </a:solidFill>
                  </a:rPr>
                  <a:t>grales</a:t>
                </a:r>
                <a:r>
                  <a:rPr lang="es-AR" altLang="es-AR" sz="1800" b="1" dirty="0">
                    <a:solidFill>
                      <a:srgbClr val="000000"/>
                    </a:solidFill>
                  </a:rPr>
                  <a:t> ‘23</a:t>
                </a:r>
              </a:p>
            </p:txBody>
          </p:sp>
        </p:grpSp>
        <p:sp>
          <p:nvSpPr>
            <p:cNvPr id="38" name="CuadroTexto 17">
              <a:extLst>
                <a:ext uri="{FF2B5EF4-FFF2-40B4-BE49-F238E27FC236}">
                  <a16:creationId xmlns="" xmlns:a16="http://schemas.microsoft.com/office/drawing/2014/main" id="{A8C770FD-90DF-D989-11E5-F24C47C08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62159" y="2991702"/>
              <a:ext cx="1977308" cy="36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SE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3F2A890-2F11-F5C6-574B-A19D023897A4}"/>
                </a:ext>
              </a:extLst>
            </p:cNvPr>
            <p:cNvSpPr/>
            <p:nvPr/>
          </p:nvSpPr>
          <p:spPr bwMode="auto">
            <a:xfrm rot="16200000">
              <a:off x="12883053" y="2992159"/>
              <a:ext cx="334963" cy="112115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0" name="Cerrar corchete 39">
              <a:extLst>
                <a:ext uri="{FF2B5EF4-FFF2-40B4-BE49-F238E27FC236}">
                  <a16:creationId xmlns="" xmlns:a16="http://schemas.microsoft.com/office/drawing/2014/main" id="{1918F8D9-DBC0-999E-AC07-2595850F8FA3}"/>
                </a:ext>
              </a:extLst>
            </p:cNvPr>
            <p:cNvSpPr/>
            <p:nvPr/>
          </p:nvSpPr>
          <p:spPr bwMode="auto">
            <a:xfrm rot="16200000">
              <a:off x="11166655" y="2789978"/>
              <a:ext cx="354013" cy="1544562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1" name="CuadroTexto 59">
              <a:extLst>
                <a:ext uri="{FF2B5EF4-FFF2-40B4-BE49-F238E27FC236}">
                  <a16:creationId xmlns="" xmlns:a16="http://schemas.microsoft.com/office/drawing/2014/main" id="{D89178BE-3573-A638-F8CE-545DDB1B1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09192" y="2991702"/>
              <a:ext cx="1868463" cy="36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Cordón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28432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D13A5E5-A9BD-7A59-E519-B5F5008BE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Google Shape;803;p29">
            <a:extLst>
              <a:ext uri="{FF2B5EF4-FFF2-40B4-BE49-F238E27FC236}">
                <a16:creationId xmlns="" xmlns:a16="http://schemas.microsoft.com/office/drawing/2014/main" id="{DD9DF734-E684-49DD-0B8B-627C7FEC9DC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68176" y="1936905"/>
          <a:ext cx="23046060" cy="10877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7587" name="Google Shape;804;p29">
            <a:extLst>
              <a:ext uri="{FF2B5EF4-FFF2-40B4-BE49-F238E27FC236}">
                <a16:creationId xmlns="" xmlns:a16="http://schemas.microsoft.com/office/drawing/2014/main" id="{38204E05-4A54-22F7-426D-2C5375CD4D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00" rIns="91425" bIns="45700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>
                <a:solidFill>
                  <a:schemeClr val="tx1"/>
                </a:solidFill>
                <a:latin typeface="HelveticaNeue Std"/>
              </a:defRPr>
            </a:lvl1pPr>
            <a:lvl2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>
                <a:solidFill>
                  <a:schemeClr val="tx1"/>
                </a:solidFill>
                <a:latin typeface="HelveticaNeue Std"/>
              </a:defRPr>
            </a:lvl2pPr>
            <a:lvl3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>
                <a:solidFill>
                  <a:schemeClr val="tx1"/>
                </a:solidFill>
                <a:latin typeface="HelveticaNeue Std"/>
              </a:defRPr>
            </a:lvl3pPr>
            <a:lvl4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HelveticaNeue Std"/>
              </a:defRPr>
            </a:lvl4pPr>
            <a:lvl5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HelveticaNeue Std"/>
              </a:defRPr>
            </a:lvl5pPr>
            <a:lvl6pPr marL="457200" defTabSz="1217613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HelveticaNeue Std"/>
              </a:defRPr>
            </a:lvl6pPr>
            <a:lvl7pPr marL="914400" defTabSz="1217613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HelveticaNeue Std"/>
              </a:defRPr>
            </a:lvl7pPr>
            <a:lvl8pPr marL="1371600" defTabSz="1217613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HelveticaNeue Std"/>
              </a:defRPr>
            </a:lvl8pPr>
            <a:lvl9pPr marL="1828800" defTabSz="1217613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s-AR" altLang="es-AR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difundir este material sin autorización previa</a:t>
            </a:r>
            <a:r>
              <a:rPr lang="es-AR" altLang="es-AR"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| </a:t>
            </a:r>
            <a:fld id="{E47DAF30-FB28-4354-884A-A8EFDE98991E}" type="slidenum">
              <a:rPr lang="es-AR" altLang="es-AR" sz="2000" b="1" smtClean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pPr defTabSz="1217613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31</a:t>
            </a:fld>
            <a:endParaRPr lang="es-AR" altLang="es-AR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7588" name="Google Shape;805;p29">
            <a:extLst>
              <a:ext uri="{FF2B5EF4-FFF2-40B4-BE49-F238E27FC236}">
                <a16:creationId xmlns="" xmlns:a16="http://schemas.microsoft.com/office/drawing/2014/main" id="{051CC9A7-9EF3-9BE1-2F18-66025F0D930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467003" y="6386325"/>
            <a:ext cx="221551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589" name="Google Shape;806;p29">
            <a:extLst>
              <a:ext uri="{FF2B5EF4-FFF2-40B4-BE49-F238E27FC236}">
                <a16:creationId xmlns="" xmlns:a16="http://schemas.microsoft.com/office/drawing/2014/main" id="{9E1B13B3-F62A-C08B-F311-49FA89941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54925" cy="1123950"/>
          </a:xfrm>
        </p:spPr>
        <p:txBody>
          <a:bodyPr lIns="91425" tIns="45700" rIns="91425" bIns="45700"/>
          <a:lstStyle/>
          <a:p>
            <a:r>
              <a:rPr lang="es-AR" altLang="es-ES" sz="3600" dirty="0"/>
              <a:t>03. Imágenes </a:t>
            </a:r>
            <a:r>
              <a:rPr lang="es-AR" altLang="es-ES" sz="3600" dirty="0">
                <a:latin typeface="HelveticaNeue Std (Títulos)"/>
              </a:rPr>
              <a:t>| Intendentes </a:t>
            </a:r>
            <a:r>
              <a:rPr lang="es-AR" altLang="es-AR" sz="3600" b="0" dirty="0">
                <a:latin typeface="HelveticaNeue Std (Títulos)"/>
                <a:sym typeface="Helvetica Neue"/>
              </a:rPr>
              <a:t>| Imagen positiva de intendentes bonaerenses</a:t>
            </a:r>
            <a:endParaRPr lang="es-AR" altLang="es-AR" sz="3600" b="0" dirty="0">
              <a:latin typeface="HelveticaNeue Std (Títulos)"/>
            </a:endParaRPr>
          </a:p>
        </p:txBody>
      </p:sp>
      <p:sp>
        <p:nvSpPr>
          <p:cNvPr id="4" name="Marcador de pie de página 2">
            <a:extLst>
              <a:ext uri="{FF2B5EF4-FFF2-40B4-BE49-F238E27FC236}">
                <a16:creationId xmlns="" xmlns:a16="http://schemas.microsoft.com/office/drawing/2014/main" id="{B42F4806-33BD-F415-B7A0-2D93F60D9C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z="1800"/>
              <a:t>Encuesta de opinión pública | Provincia de Buenos Aires | Marzo 2025</a:t>
            </a:r>
            <a:endParaRPr lang="es-AR" sz="1800"/>
          </a:p>
        </p:txBody>
      </p:sp>
      <p:grpSp>
        <p:nvGrpSpPr>
          <p:cNvPr id="36" name="Grupo 35">
            <a:extLst>
              <a:ext uri="{FF2B5EF4-FFF2-40B4-BE49-F238E27FC236}">
                <a16:creationId xmlns="" xmlns:a16="http://schemas.microsoft.com/office/drawing/2014/main" id="{D7E9D10D-D871-E206-42EA-FCED9212603F}"/>
              </a:ext>
            </a:extLst>
          </p:cNvPr>
          <p:cNvGrpSpPr/>
          <p:nvPr/>
        </p:nvGrpSpPr>
        <p:grpSpPr>
          <a:xfrm>
            <a:off x="2158253" y="2732088"/>
            <a:ext cx="21571419" cy="1007177"/>
            <a:chOff x="2158253" y="2732088"/>
            <a:chExt cx="21571419" cy="1007177"/>
          </a:xfrm>
        </p:grpSpPr>
        <p:grpSp>
          <p:nvGrpSpPr>
            <p:cNvPr id="37" name="Grupo 27">
              <a:extLst>
                <a:ext uri="{FF2B5EF4-FFF2-40B4-BE49-F238E27FC236}">
                  <a16:creationId xmlns="" xmlns:a16="http://schemas.microsoft.com/office/drawing/2014/main" id="{294A0013-7ECF-C0BF-B027-6035433A94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8253" y="2732088"/>
              <a:ext cx="21571419" cy="1000126"/>
              <a:chOff x="2298519" y="2855498"/>
              <a:chExt cx="21571363" cy="1000603"/>
            </a:xfrm>
          </p:grpSpPr>
          <p:grpSp>
            <p:nvGrpSpPr>
              <p:cNvPr id="42" name="Grupo 28">
                <a:extLst>
                  <a:ext uri="{FF2B5EF4-FFF2-40B4-BE49-F238E27FC236}">
                    <a16:creationId xmlns="" xmlns:a16="http://schemas.microsoft.com/office/drawing/2014/main" id="{4F09E4EE-68C2-88E0-76A0-547B951221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98519" y="2855498"/>
                <a:ext cx="21571363" cy="1000603"/>
                <a:chOff x="1993719" y="2969798"/>
                <a:chExt cx="21571363" cy="1000603"/>
              </a:xfrm>
            </p:grpSpPr>
            <p:sp>
              <p:nvSpPr>
                <p:cNvPr id="45" name="CuadroTexto 44">
                  <a:extLst>
                    <a:ext uri="{FF2B5EF4-FFF2-40B4-BE49-F238E27FC236}">
                      <a16:creationId xmlns="" xmlns:a16="http://schemas.microsoft.com/office/drawing/2014/main" id="{192DE1BC-F7D1-FE9A-8F4B-A5F9F88F09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066609" y="3222480"/>
                  <a:ext cx="1977303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Estudios</a:t>
                  </a:r>
                </a:p>
              </p:txBody>
            </p:sp>
            <p:sp>
              <p:nvSpPr>
                <p:cNvPr id="46" name="CuadroTexto 26">
                  <a:extLst>
                    <a:ext uri="{FF2B5EF4-FFF2-40B4-BE49-F238E27FC236}">
                      <a16:creationId xmlns="" xmlns:a16="http://schemas.microsoft.com/office/drawing/2014/main" id="{58A26BA9-4896-5A6F-A932-4342861219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394996" y="2969798"/>
                  <a:ext cx="1594074" cy="646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Voto </a:t>
                  </a:r>
                  <a:br>
                    <a:rPr lang="es-AR" altLang="es-AR" sz="1800" b="1" dirty="0">
                      <a:solidFill>
                        <a:srgbClr val="000000"/>
                      </a:solidFill>
                    </a:rPr>
                  </a:br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balo. ‘23</a:t>
                  </a:r>
                </a:p>
              </p:txBody>
            </p:sp>
            <p:sp>
              <p:nvSpPr>
                <p:cNvPr id="47" name="Cerrar corchete 29">
                  <a:extLst>
                    <a:ext uri="{FF2B5EF4-FFF2-40B4-BE49-F238E27FC236}">
                      <a16:creationId xmlns="" xmlns:a16="http://schemas.microsoft.com/office/drawing/2014/main" id="{3CAF4C59-7751-7051-E610-661EF8362220}"/>
                    </a:ext>
                  </a:extLst>
                </p:cNvPr>
                <p:cNvSpPr/>
                <p:nvPr/>
              </p:nvSpPr>
              <p:spPr bwMode="auto">
                <a:xfrm rot="16200000">
                  <a:off x="18988989" y="3399325"/>
                  <a:ext cx="341476" cy="775264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8" name="Cerrar corchete 30">
                  <a:extLst>
                    <a:ext uri="{FF2B5EF4-FFF2-40B4-BE49-F238E27FC236}">
                      <a16:creationId xmlns="" xmlns:a16="http://schemas.microsoft.com/office/drawing/2014/main" id="{64F15A62-1025-692F-CCD2-640644A538CD}"/>
                    </a:ext>
                  </a:extLst>
                </p:cNvPr>
                <p:cNvSpPr/>
                <p:nvPr/>
              </p:nvSpPr>
              <p:spPr bwMode="auto">
                <a:xfrm rot="16200000">
                  <a:off x="5887421" y="3167150"/>
                  <a:ext cx="335123" cy="1233262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49" name="Cerrar corchete 31">
                  <a:extLst>
                    <a:ext uri="{FF2B5EF4-FFF2-40B4-BE49-F238E27FC236}">
                      <a16:creationId xmlns="" xmlns:a16="http://schemas.microsoft.com/office/drawing/2014/main" id="{316CFE3E-40F1-D81E-2276-F40A0AA7B1CB}"/>
                    </a:ext>
                  </a:extLst>
                </p:cNvPr>
                <p:cNvSpPr/>
                <p:nvPr/>
              </p:nvSpPr>
              <p:spPr bwMode="auto">
                <a:xfrm rot="16200000">
                  <a:off x="20562467" y="3027603"/>
                  <a:ext cx="335123" cy="1512355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0" name="CuadroTexto 21">
                  <a:extLst>
                    <a:ext uri="{FF2B5EF4-FFF2-40B4-BE49-F238E27FC236}">
                      <a16:creationId xmlns="" xmlns:a16="http://schemas.microsoft.com/office/drawing/2014/main" id="{0ED86771-1C34-87AE-74D2-948B35DC349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44492" y="3222480"/>
                  <a:ext cx="2171444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GGN</a:t>
                  </a:r>
                </a:p>
              </p:txBody>
            </p:sp>
            <p:sp>
              <p:nvSpPr>
                <p:cNvPr id="51" name="Cerrar corchete 50">
                  <a:extLst>
                    <a:ext uri="{FF2B5EF4-FFF2-40B4-BE49-F238E27FC236}">
                      <a16:creationId xmlns="" xmlns:a16="http://schemas.microsoft.com/office/drawing/2014/main" id="{F13760E1-9BD0-D347-7CC1-C08FC2EDBEF2}"/>
                    </a:ext>
                  </a:extLst>
                </p:cNvPr>
                <p:cNvSpPr/>
                <p:nvPr/>
              </p:nvSpPr>
              <p:spPr bwMode="auto">
                <a:xfrm rot="16200000">
                  <a:off x="22491006" y="2984785"/>
                  <a:ext cx="335123" cy="1597991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2" name="Cerrar corchete 51">
                  <a:extLst>
                    <a:ext uri="{FF2B5EF4-FFF2-40B4-BE49-F238E27FC236}">
                      <a16:creationId xmlns="" xmlns:a16="http://schemas.microsoft.com/office/drawing/2014/main" id="{4E78206D-08E1-0355-3DF6-6F72B98A6216}"/>
                    </a:ext>
                  </a:extLst>
                </p:cNvPr>
                <p:cNvSpPr/>
                <p:nvPr/>
              </p:nvSpPr>
              <p:spPr bwMode="auto">
                <a:xfrm rot="16200000">
                  <a:off x="4067506" y="3021031"/>
                  <a:ext cx="354182" cy="1544558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3" name="CuadroTexto 59">
                  <a:extLst>
                    <a:ext uri="{FF2B5EF4-FFF2-40B4-BE49-F238E27FC236}">
                      <a16:creationId xmlns="" xmlns:a16="http://schemas.microsoft.com/office/drawing/2014/main" id="{6FCC28DB-07CF-EB75-5099-C06614F615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10128" y="3222480"/>
                  <a:ext cx="1868458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Edad</a:t>
                  </a:r>
                </a:p>
              </p:txBody>
            </p:sp>
            <p:sp>
              <p:nvSpPr>
                <p:cNvPr id="54" name="Cerrar corchete 53">
                  <a:extLst>
                    <a:ext uri="{FF2B5EF4-FFF2-40B4-BE49-F238E27FC236}">
                      <a16:creationId xmlns="" xmlns:a16="http://schemas.microsoft.com/office/drawing/2014/main" id="{19EA523B-C00E-7112-3E96-B32215E3CE9E}"/>
                    </a:ext>
                  </a:extLst>
                </p:cNvPr>
                <p:cNvSpPr/>
                <p:nvPr/>
              </p:nvSpPr>
              <p:spPr bwMode="auto">
                <a:xfrm rot="16200000">
                  <a:off x="2441321" y="3390843"/>
                  <a:ext cx="335123" cy="785875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5" name="CuadroTexto 44">
                  <a:extLst>
                    <a:ext uri="{FF2B5EF4-FFF2-40B4-BE49-F238E27FC236}">
                      <a16:creationId xmlns="" xmlns:a16="http://schemas.microsoft.com/office/drawing/2014/main" id="{B2D0B485-2164-7F85-20DF-6A058E227C8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93719" y="3222480"/>
                  <a:ext cx="1212286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Género</a:t>
                  </a:r>
                </a:p>
              </p:txBody>
            </p:sp>
            <p:sp>
              <p:nvSpPr>
                <p:cNvPr id="56" name="Cerrar corchete 55">
                  <a:extLst>
                    <a:ext uri="{FF2B5EF4-FFF2-40B4-BE49-F238E27FC236}">
                      <a16:creationId xmlns="" xmlns:a16="http://schemas.microsoft.com/office/drawing/2014/main" id="{6333B281-EC6F-0B3B-8D2E-3666955D50D3}"/>
                    </a:ext>
                  </a:extLst>
                </p:cNvPr>
                <p:cNvSpPr/>
                <p:nvPr/>
              </p:nvSpPr>
              <p:spPr bwMode="auto">
                <a:xfrm rot="16200000">
                  <a:off x="14912183" y="2567574"/>
                  <a:ext cx="335123" cy="2432410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7" name="CuadroTexto 65">
                  <a:extLst>
                    <a:ext uri="{FF2B5EF4-FFF2-40B4-BE49-F238E27FC236}">
                      <a16:creationId xmlns="" xmlns:a16="http://schemas.microsoft.com/office/drawing/2014/main" id="{51A2EEE9-D599-6C16-B3D3-4F0B8D4335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404509" y="3222480"/>
                  <a:ext cx="341942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Cercanía partidaria</a:t>
                  </a:r>
                </a:p>
              </p:txBody>
            </p:sp>
            <p:sp>
              <p:nvSpPr>
                <p:cNvPr id="58" name="Cerrar corchete 39">
                  <a:extLst>
                    <a:ext uri="{FF2B5EF4-FFF2-40B4-BE49-F238E27FC236}">
                      <a16:creationId xmlns="" xmlns:a16="http://schemas.microsoft.com/office/drawing/2014/main" id="{E2D00256-5686-640F-6F86-67CA3500B3BB}"/>
                    </a:ext>
                  </a:extLst>
                </p:cNvPr>
                <p:cNvSpPr/>
                <p:nvPr/>
              </p:nvSpPr>
              <p:spPr bwMode="auto">
                <a:xfrm rot="16200000">
                  <a:off x="7693676" y="3017463"/>
                  <a:ext cx="335123" cy="1532632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59" name="CuadroTexto 21">
                  <a:extLst>
                    <a:ext uri="{FF2B5EF4-FFF2-40B4-BE49-F238E27FC236}">
                      <a16:creationId xmlns="" xmlns:a16="http://schemas.microsoft.com/office/drawing/2014/main" id="{A3981D0F-BBF0-461A-A576-598591B8248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647802" y="3009265"/>
                  <a:ext cx="2497473" cy="5847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600" b="1" dirty="0">
                      <a:solidFill>
                        <a:srgbClr val="000000"/>
                      </a:solidFill>
                    </a:rPr>
                    <a:t>NSE</a:t>
                  </a:r>
                </a:p>
                <a:p>
                  <a:pPr algn="ctr" eaLnBrk="1" hangingPunct="1"/>
                  <a:r>
                    <a:rPr lang="es-AR" altLang="es-AR" sz="1600" b="1" dirty="0" err="1">
                      <a:solidFill>
                        <a:srgbClr val="000000"/>
                      </a:solidFill>
                    </a:rPr>
                    <a:t>autopercibido</a:t>
                  </a:r>
                  <a:endParaRPr lang="es-AR" altLang="es-AR" sz="16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0" name="Cerrar corchete 39">
                  <a:extLst>
                    <a:ext uri="{FF2B5EF4-FFF2-40B4-BE49-F238E27FC236}">
                      <a16:creationId xmlns="" xmlns:a16="http://schemas.microsoft.com/office/drawing/2014/main" id="{E8B8E930-A26B-1A29-8D88-019E12CE4B0E}"/>
                    </a:ext>
                  </a:extLst>
                </p:cNvPr>
                <p:cNvSpPr/>
                <p:nvPr/>
              </p:nvSpPr>
              <p:spPr bwMode="auto">
                <a:xfrm rot="16200000">
                  <a:off x="9389886" y="3444727"/>
                  <a:ext cx="330357" cy="673338"/>
                </a:xfrm>
                <a:prstGeom prst="rightBracket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vert="vert" anchor="b" anchorCtr="1"/>
                <a:lstStyle/>
                <a:p>
                  <a:pPr algn="ctr" defTabSz="1219124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s-AR" sz="1000" b="1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1" name="CuadroTexto 21">
                  <a:extLst>
                    <a:ext uri="{FF2B5EF4-FFF2-40B4-BE49-F238E27FC236}">
                      <a16:creationId xmlns="" xmlns:a16="http://schemas.microsoft.com/office/drawing/2014/main" id="{0FD60AB8-0A45-8DF9-C601-434FD03DDB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937170" y="3222480"/>
                  <a:ext cx="1235708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Zona</a:t>
                  </a:r>
                </a:p>
              </p:txBody>
            </p:sp>
            <p:sp>
              <p:nvSpPr>
                <p:cNvPr id="62" name="CuadroTexto 21">
                  <a:extLst>
                    <a:ext uri="{FF2B5EF4-FFF2-40B4-BE49-F238E27FC236}">
                      <a16:creationId xmlns="" xmlns:a16="http://schemas.microsoft.com/office/drawing/2014/main" id="{7EADC255-5C1F-6E03-ACF7-29B5AC67EE6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693510" y="3228576"/>
                  <a:ext cx="1871572" cy="3693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1pPr>
                  <a:lvl2pPr marL="742950" indent="-28575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2pPr>
                  <a:lvl3pPr marL="11430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3pPr>
                  <a:lvl4pPr marL="16002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4pPr>
                  <a:lvl5pPr marL="2057400" indent="-228600"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5pPr>
                  <a:lvl6pPr marL="25146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6pPr>
                  <a:lvl7pPr marL="29718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7pPr>
                  <a:lvl8pPr marL="34290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8pPr>
                  <a:lvl9pPr marL="3886200" indent="-228600" defTabSz="121761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4800">
                      <a:solidFill>
                        <a:schemeClr val="tx1"/>
                      </a:solidFill>
                      <a:latin typeface="HelveticaNeue Std"/>
                    </a:defRPr>
                  </a:lvl9pPr>
                </a:lstStyle>
                <a:p>
                  <a:pPr algn="ctr" eaLnBrk="1" hangingPunct="1"/>
                  <a:r>
                    <a:rPr lang="es-AR" altLang="es-AR" sz="1800" b="1" dirty="0">
                      <a:solidFill>
                        <a:srgbClr val="000000"/>
                      </a:solidFill>
                    </a:rPr>
                    <a:t>GGP</a:t>
                  </a:r>
                </a:p>
              </p:txBody>
            </p:sp>
          </p:grpSp>
          <p:sp>
            <p:nvSpPr>
              <p:cNvPr id="43" name="Cerrar corchete 42">
                <a:extLst>
                  <a:ext uri="{FF2B5EF4-FFF2-40B4-BE49-F238E27FC236}">
                    <a16:creationId xmlns="" xmlns:a16="http://schemas.microsoft.com/office/drawing/2014/main" id="{0D568926-3FBC-5D9F-A8CE-124EDD098830}"/>
                  </a:ext>
                </a:extLst>
              </p:cNvPr>
              <p:cNvSpPr/>
              <p:nvPr/>
            </p:nvSpPr>
            <p:spPr bwMode="auto">
              <a:xfrm rot="16200000">
                <a:off x="17828009" y="2913898"/>
                <a:ext cx="335123" cy="151116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00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4" name="CuadroTexto 65">
                <a:extLst>
                  <a:ext uri="{FF2B5EF4-FFF2-40B4-BE49-F238E27FC236}">
                    <a16:creationId xmlns="" xmlns:a16="http://schemas.microsoft.com/office/drawing/2014/main" id="{000C0915-266E-CD79-F26B-F67305E1B4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28083" y="3108180"/>
                <a:ext cx="233551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1800" b="1" dirty="0">
                    <a:solidFill>
                      <a:srgbClr val="000000"/>
                    </a:solidFill>
                  </a:rPr>
                  <a:t>Voto </a:t>
                </a:r>
                <a:r>
                  <a:rPr lang="es-AR" altLang="es-AR" sz="1800" b="1" dirty="0" err="1">
                    <a:solidFill>
                      <a:srgbClr val="000000"/>
                    </a:solidFill>
                  </a:rPr>
                  <a:t>grales</a:t>
                </a:r>
                <a:r>
                  <a:rPr lang="es-AR" altLang="es-AR" sz="1800" b="1" dirty="0">
                    <a:solidFill>
                      <a:srgbClr val="000000"/>
                    </a:solidFill>
                  </a:rPr>
                  <a:t> ‘23</a:t>
                </a:r>
              </a:p>
            </p:txBody>
          </p:sp>
        </p:grpSp>
        <p:sp>
          <p:nvSpPr>
            <p:cNvPr id="38" name="CuadroTexto 17">
              <a:extLst>
                <a:ext uri="{FF2B5EF4-FFF2-40B4-BE49-F238E27FC236}">
                  <a16:creationId xmlns="" xmlns:a16="http://schemas.microsoft.com/office/drawing/2014/main" id="{A8C770FD-90DF-D989-11E5-F24C47C08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62159" y="2991702"/>
              <a:ext cx="1977308" cy="36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SE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3F2A890-2F11-F5C6-574B-A19D023897A4}"/>
                </a:ext>
              </a:extLst>
            </p:cNvPr>
            <p:cNvSpPr/>
            <p:nvPr/>
          </p:nvSpPr>
          <p:spPr bwMode="auto">
            <a:xfrm rot="16200000">
              <a:off x="12883053" y="2992159"/>
              <a:ext cx="334963" cy="112115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0" name="Cerrar corchete 39">
              <a:extLst>
                <a:ext uri="{FF2B5EF4-FFF2-40B4-BE49-F238E27FC236}">
                  <a16:creationId xmlns="" xmlns:a16="http://schemas.microsoft.com/office/drawing/2014/main" id="{1918F8D9-DBC0-999E-AC07-2595850F8FA3}"/>
                </a:ext>
              </a:extLst>
            </p:cNvPr>
            <p:cNvSpPr/>
            <p:nvPr/>
          </p:nvSpPr>
          <p:spPr bwMode="auto">
            <a:xfrm rot="16200000">
              <a:off x="11166655" y="2789978"/>
              <a:ext cx="354013" cy="1544562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1" name="CuadroTexto 59">
              <a:extLst>
                <a:ext uri="{FF2B5EF4-FFF2-40B4-BE49-F238E27FC236}">
                  <a16:creationId xmlns="" xmlns:a16="http://schemas.microsoft.com/office/drawing/2014/main" id="{D89178BE-3573-A638-F8CE-545DDB1B1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09192" y="2991702"/>
              <a:ext cx="1868463" cy="369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Cordón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25128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03. Imágenes | Intendentes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Federico Achával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16765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23175" cy="1123950"/>
          </a:xfrm>
        </p:spPr>
        <p:txBody>
          <a:bodyPr/>
          <a:lstStyle/>
          <a:p>
            <a:pPr eaLnBrk="1" hangingPunct="1"/>
            <a:r>
              <a:rPr lang="es-AR" altLang="es-ES" sz="3600"/>
              <a:t>03. Imágenes | Intendentes | </a:t>
            </a:r>
            <a:r>
              <a:rPr lang="es-AR" altLang="es-ES" sz="3600" b="0">
                <a:latin typeface="HelveticaNeue Std (Títulos)"/>
              </a:rPr>
              <a:t>Evolutivo </a:t>
            </a:r>
            <a:r>
              <a:rPr lang="es-AR" altLang="es-ES" sz="3600">
                <a:latin typeface="HelveticaNeue Std (Títulos)"/>
              </a:rPr>
              <a:t>|</a:t>
            </a:r>
            <a:r>
              <a:rPr lang="es-AR" altLang="es-ES" sz="3600" b="0">
                <a:latin typeface="HelveticaNeue Std (Títulos)"/>
              </a:rPr>
              <a:t> Conocimiento de Federico Achával</a:t>
            </a:r>
            <a:endParaRPr lang="es-AR" altLang="es-AR" sz="3600" b="0"/>
          </a:p>
        </p:txBody>
      </p:sp>
      <p:sp>
        <p:nvSpPr>
          <p:cNvPr id="73732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AR" sz="1800" dirty="0"/>
              <a:t>Encuesta de opinión pública | Provincia de Buenos Aires | Marzo 2025</a:t>
            </a:r>
            <a:endParaRPr lang="es-AR" altLang="es-AR" sz="1800" dirty="0"/>
          </a:p>
        </p:txBody>
      </p:sp>
      <p:sp>
        <p:nvSpPr>
          <p:cNvPr id="73733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F898969C-A7D8-426C-8C4A-5770D8884A12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pic>
        <p:nvPicPr>
          <p:cNvPr id="73734" name="Imagen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8488" y="1985963"/>
            <a:ext cx="1314450" cy="131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3735" name="Grupo 2"/>
          <p:cNvGrpSpPr>
            <a:grpSpLocks/>
          </p:cNvGrpSpPr>
          <p:nvPr/>
        </p:nvGrpSpPr>
        <p:grpSpPr bwMode="auto">
          <a:xfrm>
            <a:off x="1901825" y="3289300"/>
            <a:ext cx="21553488" cy="995363"/>
            <a:chOff x="1901767" y="3130550"/>
            <a:chExt cx="21553286" cy="995817"/>
          </a:xfrm>
        </p:grpSpPr>
        <p:grpSp>
          <p:nvGrpSpPr>
            <p:cNvPr id="73736" name="Grupo 25"/>
            <p:cNvGrpSpPr>
              <a:grpSpLocks/>
            </p:cNvGrpSpPr>
            <p:nvPr/>
          </p:nvGrpSpPr>
          <p:grpSpPr bwMode="auto">
            <a:xfrm>
              <a:off x="1901767" y="3130550"/>
              <a:ext cx="19469337" cy="993776"/>
              <a:chOff x="2040999" y="2902373"/>
              <a:chExt cx="19470028" cy="992897"/>
            </a:xfrm>
          </p:grpSpPr>
          <p:sp>
            <p:nvSpPr>
              <p:cNvPr id="73747" name="CuadroTexto 17"/>
              <p:cNvSpPr txBox="1">
                <a:spLocks noChangeArrowheads="1"/>
              </p:cNvSpPr>
              <p:nvPr/>
            </p:nvSpPr>
            <p:spPr bwMode="auto">
              <a:xfrm>
                <a:off x="2040999" y="3040872"/>
                <a:ext cx="209134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2000" b="1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73748" name="CuadroTexto 27"/>
              <p:cNvSpPr txBox="1">
                <a:spLocks noChangeArrowheads="1"/>
              </p:cNvSpPr>
              <p:nvPr/>
            </p:nvSpPr>
            <p:spPr bwMode="auto">
              <a:xfrm>
                <a:off x="3805313" y="3048562"/>
                <a:ext cx="1934110" cy="4107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2000" b="1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8" name="Cerrar corchete 29">
                <a:extLst>
                  <a:ext uri="{FF2B5EF4-FFF2-40B4-BE49-F238E27FC236}">
                    <a16:creationId xmlns:a16="http://schemas.microsoft.com/office/drawing/2014/main" xmlns="" id="{44091EC8-57BB-ECB6-D7C4-2FC6B562D219}"/>
                  </a:ext>
                </a:extLst>
              </p:cNvPr>
              <p:cNvSpPr/>
              <p:nvPr/>
            </p:nvSpPr>
            <p:spPr bwMode="auto">
              <a:xfrm rot="16200000">
                <a:off x="4617650" y="2854371"/>
                <a:ext cx="315778" cy="175105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13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Cerrar corchete 30">
                <a:extLst>
                  <a:ext uri="{FF2B5EF4-FFF2-40B4-BE49-F238E27FC236}">
                    <a16:creationId xmlns:a16="http://schemas.microsoft.com/office/drawing/2014/main" xmlns="" id="{F3488883-2AF9-9E8A-031B-7565E72C2C57}"/>
                  </a:ext>
                </a:extLst>
              </p:cNvPr>
              <p:cNvSpPr/>
              <p:nvPr/>
            </p:nvSpPr>
            <p:spPr bwMode="auto">
              <a:xfrm rot="16200000">
                <a:off x="2941206" y="3298883"/>
                <a:ext cx="315778" cy="86203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13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Cerrar corchete 31">
                <a:extLst>
                  <a:ext uri="{FF2B5EF4-FFF2-40B4-BE49-F238E27FC236}">
                    <a16:creationId xmlns:a16="http://schemas.microsoft.com/office/drawing/2014/main" xmlns="" id="{ED7ED29A-D7E9-E9E4-4A71-A7731C002541}"/>
                  </a:ext>
                </a:extLst>
              </p:cNvPr>
              <p:cNvSpPr/>
              <p:nvPr/>
            </p:nvSpPr>
            <p:spPr bwMode="auto">
              <a:xfrm rot="16200000">
                <a:off x="6494124" y="3102028"/>
                <a:ext cx="315778" cy="125574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13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3752" name="CuadroTexto 21"/>
              <p:cNvSpPr txBox="1">
                <a:spLocks noChangeArrowheads="1"/>
              </p:cNvSpPr>
              <p:nvPr/>
            </p:nvSpPr>
            <p:spPr bwMode="auto">
              <a:xfrm>
                <a:off x="5320147" y="3059160"/>
                <a:ext cx="265811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2000" b="1">
                    <a:solidFill>
                      <a:srgbClr val="000000"/>
                    </a:solidFill>
                  </a:rPr>
                  <a:t>Estudios </a:t>
                </a:r>
              </a:p>
            </p:txBody>
          </p:sp>
          <p:sp>
            <p:nvSpPr>
              <p:cNvPr id="12" name="Cerrar corchete 39">
                <a:extLst>
                  <a:ext uri="{FF2B5EF4-FFF2-40B4-BE49-F238E27FC236}">
                    <a16:creationId xmlns:a16="http://schemas.microsoft.com/office/drawing/2014/main" xmlns="" id="{C7C1A1EB-E76E-B2D6-3421-FC5204321C2A}"/>
                  </a:ext>
                </a:extLst>
              </p:cNvPr>
              <p:cNvSpPr/>
              <p:nvPr/>
            </p:nvSpPr>
            <p:spPr bwMode="auto">
              <a:xfrm rot="16200000">
                <a:off x="15909833" y="2503520"/>
                <a:ext cx="312603" cy="247180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13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3754" name="CuadroTexto 21"/>
              <p:cNvSpPr txBox="1">
                <a:spLocks noChangeArrowheads="1"/>
              </p:cNvSpPr>
              <p:nvPr/>
            </p:nvSpPr>
            <p:spPr bwMode="auto">
              <a:xfrm>
                <a:off x="14696138" y="3068056"/>
                <a:ext cx="264978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2000" b="1">
                    <a:solidFill>
                      <a:srgbClr val="000000"/>
                    </a:solidFill>
                  </a:rPr>
                  <a:t>Cercanía partidaria</a:t>
                </a:r>
              </a:p>
            </p:txBody>
          </p:sp>
          <p:sp>
            <p:nvSpPr>
              <p:cNvPr id="73755" name="CuadroTexto 26"/>
              <p:cNvSpPr txBox="1">
                <a:spLocks noChangeArrowheads="1"/>
              </p:cNvSpPr>
              <p:nvPr/>
            </p:nvSpPr>
            <p:spPr bwMode="auto">
              <a:xfrm>
                <a:off x="19930629" y="3068056"/>
                <a:ext cx="149699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2000" b="1">
                    <a:solidFill>
                      <a:srgbClr val="000000"/>
                    </a:solidFill>
                  </a:rPr>
                  <a:t>GGN</a:t>
                </a:r>
              </a:p>
            </p:txBody>
          </p:sp>
          <p:sp>
            <p:nvSpPr>
              <p:cNvPr id="15" name="Cerrar corchete 29">
                <a:extLst>
                  <a:ext uri="{FF2B5EF4-FFF2-40B4-BE49-F238E27FC236}">
                    <a16:creationId xmlns:a16="http://schemas.microsoft.com/office/drawing/2014/main" xmlns="" id="{68065D23-CD55-60B2-8DCD-6DB0B6AE70EA}"/>
                  </a:ext>
                </a:extLst>
              </p:cNvPr>
              <p:cNvSpPr/>
              <p:nvPr/>
            </p:nvSpPr>
            <p:spPr bwMode="auto">
              <a:xfrm rot="16200000">
                <a:off x="20527198" y="2912312"/>
                <a:ext cx="314190" cy="165263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13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Cerrar corchete 15">
                <a:extLst>
                  <a:ext uri="{FF2B5EF4-FFF2-40B4-BE49-F238E27FC236}">
                    <a16:creationId xmlns:a16="http://schemas.microsoft.com/office/drawing/2014/main" xmlns="" id="{B706F2AC-CD4C-B425-D3B1-719DD74173E3}"/>
                  </a:ext>
                </a:extLst>
              </p:cNvPr>
              <p:cNvSpPr/>
              <p:nvPr/>
            </p:nvSpPr>
            <p:spPr bwMode="auto">
              <a:xfrm rot="16200000">
                <a:off x="8430123" y="2874206"/>
                <a:ext cx="277694" cy="174947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13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3758" name="CuadroTexto 21"/>
              <p:cNvSpPr txBox="1">
                <a:spLocks noChangeArrowheads="1"/>
              </p:cNvSpPr>
              <p:nvPr/>
            </p:nvSpPr>
            <p:spPr bwMode="auto">
              <a:xfrm>
                <a:off x="7201187" y="2902373"/>
                <a:ext cx="2764288" cy="677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2000" b="1">
                    <a:solidFill>
                      <a:srgbClr val="000000"/>
                    </a:solidFill>
                  </a:rPr>
                  <a:t>NSE</a:t>
                </a:r>
                <a:r>
                  <a:rPr lang="es-AR" altLang="es-AR" sz="1800" b="1">
                    <a:solidFill>
                      <a:srgbClr val="000000"/>
                    </a:solidFill>
                  </a:rPr>
                  <a:t> </a:t>
                </a:r>
              </a:p>
              <a:p>
                <a:pPr algn="ctr" eaLnBrk="1" hangingPunct="1"/>
                <a:r>
                  <a:rPr lang="es-AR" altLang="es-AR" sz="1800" b="1">
                    <a:solidFill>
                      <a:srgbClr val="000000"/>
                    </a:solidFill>
                  </a:rPr>
                  <a:t>Autopercibido</a:t>
                </a:r>
              </a:p>
            </p:txBody>
          </p:sp>
        </p:grpSp>
        <p:sp>
          <p:nvSpPr>
            <p:cNvPr id="4" name="Cerrar corchete 3">
              <a:extLst>
                <a:ext uri="{FF2B5EF4-FFF2-40B4-BE49-F238E27FC236}">
                  <a16:creationId xmlns:a16="http://schemas.microsoft.com/office/drawing/2014/main" xmlns="" id="{411730B6-0E6C-4ACD-B460-1629A0E53E84}"/>
                </a:ext>
              </a:extLst>
            </p:cNvPr>
            <p:cNvSpPr/>
            <p:nvPr/>
          </p:nvSpPr>
          <p:spPr bwMode="auto">
            <a:xfrm rot="16200000">
              <a:off x="9943108" y="3519080"/>
              <a:ext cx="277940" cy="898517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13" b="1" dirty="0">
                <a:solidFill>
                  <a:srgbClr val="000000"/>
                </a:solidFill>
              </a:endParaRPr>
            </a:p>
          </p:txBody>
        </p:sp>
        <p:sp>
          <p:nvSpPr>
            <p:cNvPr id="73738" name="CuadroTexto 21"/>
            <p:cNvSpPr txBox="1">
              <a:spLocks noChangeArrowheads="1"/>
            </p:cNvSpPr>
            <p:nvPr/>
          </p:nvSpPr>
          <p:spPr bwMode="auto">
            <a:xfrm>
              <a:off x="9597700" y="3269172"/>
              <a:ext cx="96883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2000" b="1">
                  <a:solidFill>
                    <a:srgbClr val="000000"/>
                  </a:solidFill>
                </a:rPr>
                <a:t>Zona</a:t>
              </a:r>
              <a:endParaRPr lang="es-AR" altLang="es-AR" sz="1800" b="1">
                <a:solidFill>
                  <a:srgbClr val="000000"/>
                </a:solidFill>
              </a:endParaRPr>
            </a:p>
          </p:txBody>
        </p:sp>
        <p:sp>
          <p:nvSpPr>
            <p:cNvPr id="19" name="Cerrar corchete 18">
              <a:extLst>
                <a:ext uri="{FF2B5EF4-FFF2-40B4-BE49-F238E27FC236}">
                  <a16:creationId xmlns:a16="http://schemas.microsoft.com/office/drawing/2014/main" xmlns="" id="{A190D92F-1234-FA80-0774-F15AFF9037D7}"/>
                </a:ext>
              </a:extLst>
            </p:cNvPr>
            <p:cNvSpPr/>
            <p:nvPr/>
          </p:nvSpPr>
          <p:spPr bwMode="auto">
            <a:xfrm rot="16200000">
              <a:off x="11410738" y="3310326"/>
              <a:ext cx="277940" cy="1316025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13" b="1" dirty="0">
                <a:solidFill>
                  <a:srgbClr val="000000"/>
                </a:solidFill>
              </a:endParaRPr>
            </a:p>
          </p:txBody>
        </p:sp>
        <p:sp>
          <p:nvSpPr>
            <p:cNvPr id="73740" name="CuadroTexto 21"/>
            <p:cNvSpPr txBox="1">
              <a:spLocks noChangeArrowheads="1"/>
            </p:cNvSpPr>
            <p:nvPr/>
          </p:nvSpPr>
          <p:spPr bwMode="auto">
            <a:xfrm>
              <a:off x="11065186" y="3269172"/>
              <a:ext cx="96883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2000" b="1">
                  <a:solidFill>
                    <a:srgbClr val="000000"/>
                  </a:solidFill>
                </a:rPr>
                <a:t>SE</a:t>
              </a:r>
              <a:endParaRPr lang="es-AR" altLang="es-AR" sz="1800" b="1">
                <a:solidFill>
                  <a:srgbClr val="000000"/>
                </a:solidFill>
              </a:endParaRPr>
            </a:p>
          </p:txBody>
        </p:sp>
        <p:sp>
          <p:nvSpPr>
            <p:cNvPr id="21" name="Cerrar corchete 20">
              <a:extLst>
                <a:ext uri="{FF2B5EF4-FFF2-40B4-BE49-F238E27FC236}">
                  <a16:creationId xmlns:a16="http://schemas.microsoft.com/office/drawing/2014/main" xmlns="" id="{FEA5DDE2-7718-9E16-D0CE-6848DBE94C82}"/>
                </a:ext>
              </a:extLst>
            </p:cNvPr>
            <p:cNvSpPr/>
            <p:nvPr/>
          </p:nvSpPr>
          <p:spPr bwMode="auto">
            <a:xfrm rot="16200000">
              <a:off x="13310957" y="3172215"/>
              <a:ext cx="277940" cy="1592247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13" b="1" dirty="0">
                <a:solidFill>
                  <a:srgbClr val="000000"/>
                </a:solidFill>
              </a:endParaRPr>
            </a:p>
          </p:txBody>
        </p:sp>
        <p:sp>
          <p:nvSpPr>
            <p:cNvPr id="73742" name="CuadroTexto 21"/>
            <p:cNvSpPr txBox="1">
              <a:spLocks noChangeArrowheads="1"/>
            </p:cNvSpPr>
            <p:nvPr/>
          </p:nvSpPr>
          <p:spPr bwMode="auto">
            <a:xfrm>
              <a:off x="12876020" y="3268002"/>
              <a:ext cx="117841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2000" b="1">
                  <a:solidFill>
                    <a:srgbClr val="000000"/>
                  </a:solidFill>
                </a:rPr>
                <a:t>Cordón</a:t>
              </a:r>
              <a:endParaRPr lang="es-AR" altLang="es-AR" sz="1800" b="1">
                <a:solidFill>
                  <a:srgbClr val="000000"/>
                </a:solidFill>
              </a:endParaRPr>
            </a:p>
          </p:txBody>
        </p:sp>
        <p:sp>
          <p:nvSpPr>
            <p:cNvPr id="23" name="Cerrar corchete 39">
              <a:extLst>
                <a:ext uri="{FF2B5EF4-FFF2-40B4-BE49-F238E27FC236}">
                  <a16:creationId xmlns:a16="http://schemas.microsoft.com/office/drawing/2014/main" xmlns="" id="{F0251017-AC4E-DB73-3FD2-BCE8C9066EC3}"/>
                </a:ext>
              </a:extLst>
            </p:cNvPr>
            <p:cNvSpPr/>
            <p:nvPr/>
          </p:nvSpPr>
          <p:spPr bwMode="auto">
            <a:xfrm rot="16200000">
              <a:off x="18318671" y="3120620"/>
              <a:ext cx="312880" cy="168908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13" b="1" dirty="0">
                <a:solidFill>
                  <a:srgbClr val="000000"/>
                </a:solidFill>
              </a:endParaRPr>
            </a:p>
          </p:txBody>
        </p:sp>
        <p:sp>
          <p:nvSpPr>
            <p:cNvPr id="73744" name="CuadroTexto 21"/>
            <p:cNvSpPr txBox="1">
              <a:spLocks noChangeArrowheads="1"/>
            </p:cNvSpPr>
            <p:nvPr/>
          </p:nvSpPr>
          <p:spPr bwMode="auto">
            <a:xfrm>
              <a:off x="17104492" y="3294121"/>
              <a:ext cx="2649688" cy="400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2000" b="1">
                  <a:solidFill>
                    <a:srgbClr val="000000"/>
                  </a:solidFill>
                </a:rPr>
                <a:t>Voto balotaje ‘23</a:t>
              </a:r>
            </a:p>
          </p:txBody>
        </p:sp>
        <p:sp>
          <p:nvSpPr>
            <p:cNvPr id="73745" name="CuadroTexto 26"/>
            <p:cNvSpPr txBox="1">
              <a:spLocks noChangeArrowheads="1"/>
            </p:cNvSpPr>
            <p:nvPr/>
          </p:nvSpPr>
          <p:spPr bwMode="auto">
            <a:xfrm>
              <a:off x="21874712" y="3298421"/>
              <a:ext cx="1496938" cy="400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2000" b="1">
                  <a:solidFill>
                    <a:srgbClr val="000000"/>
                  </a:solidFill>
                </a:rPr>
                <a:t>GGP</a:t>
              </a:r>
            </a:p>
          </p:txBody>
        </p:sp>
        <p:sp>
          <p:nvSpPr>
            <p:cNvPr id="26" name="Cerrar corchete 29">
              <a:extLst>
                <a:ext uri="{FF2B5EF4-FFF2-40B4-BE49-F238E27FC236}">
                  <a16:creationId xmlns:a16="http://schemas.microsoft.com/office/drawing/2014/main" xmlns="" id="{A8F92BE1-0E8A-FB35-05E0-00962ADEA93B}"/>
                </a:ext>
              </a:extLst>
            </p:cNvPr>
            <p:cNvSpPr/>
            <p:nvPr/>
          </p:nvSpPr>
          <p:spPr bwMode="auto">
            <a:xfrm rot="16200000">
              <a:off x="22471532" y="3142847"/>
              <a:ext cx="314468" cy="165257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13" b="1" dirty="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xmlns="" id="{E8E1C8EC-D636-4F82-AC10-4360DBC6B5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9959852"/>
              </p:ext>
            </p:extLst>
          </p:nvPr>
        </p:nvGraphicFramePr>
        <p:xfrm>
          <a:off x="916123" y="1930912"/>
          <a:ext cx="22550167" cy="10889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281410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23175" cy="1123950"/>
          </a:xfrm>
        </p:spPr>
        <p:txBody>
          <a:bodyPr/>
          <a:lstStyle/>
          <a:p>
            <a:pPr eaLnBrk="1" hangingPunct="1"/>
            <a:r>
              <a:rPr lang="es-AR" altLang="es-ES" sz="3600"/>
              <a:t>03. Imágenes | Intendentes | </a:t>
            </a:r>
            <a:r>
              <a:rPr lang="es-AR" altLang="es-ES" sz="3600" b="0">
                <a:latin typeface="HelveticaNeue Std (Títulos)"/>
              </a:rPr>
              <a:t>Evolutivo </a:t>
            </a:r>
            <a:r>
              <a:rPr lang="es-AR" altLang="es-ES" sz="3600">
                <a:latin typeface="HelveticaNeue Std (Títulos)"/>
              </a:rPr>
              <a:t>|</a:t>
            </a:r>
            <a:r>
              <a:rPr lang="es-AR" altLang="es-ES" sz="3600" b="0">
                <a:latin typeface="HelveticaNeue Std (Títulos)"/>
              </a:rPr>
              <a:t> Imagen positiva de Federico Achával</a:t>
            </a:r>
            <a:endParaRPr lang="es-AR" altLang="es-AR" sz="3600" b="0"/>
          </a:p>
        </p:txBody>
      </p:sp>
      <p:sp>
        <p:nvSpPr>
          <p:cNvPr id="75780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AR" sz="1800" dirty="0"/>
              <a:t>Encuesta de opinión pública | Provincia de Buenos Aires | Marzo 2025</a:t>
            </a:r>
            <a:endParaRPr lang="es-AR" altLang="es-AR" sz="1800" dirty="0"/>
          </a:p>
        </p:txBody>
      </p:sp>
      <p:sp>
        <p:nvSpPr>
          <p:cNvPr id="75781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E4F16C56-DD0D-4C87-8BA9-8CC4FF580A82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pic>
        <p:nvPicPr>
          <p:cNvPr id="75782" name="Imagen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8488" y="1985963"/>
            <a:ext cx="1314450" cy="131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5783" name="Grupo 2"/>
          <p:cNvGrpSpPr>
            <a:grpSpLocks/>
          </p:cNvGrpSpPr>
          <p:nvPr/>
        </p:nvGrpSpPr>
        <p:grpSpPr bwMode="auto">
          <a:xfrm>
            <a:off x="1901825" y="3289300"/>
            <a:ext cx="21553488" cy="995363"/>
            <a:chOff x="1901767" y="3130550"/>
            <a:chExt cx="21553286" cy="995817"/>
          </a:xfrm>
        </p:grpSpPr>
        <p:grpSp>
          <p:nvGrpSpPr>
            <p:cNvPr id="75784" name="Grupo 25"/>
            <p:cNvGrpSpPr>
              <a:grpSpLocks/>
            </p:cNvGrpSpPr>
            <p:nvPr/>
          </p:nvGrpSpPr>
          <p:grpSpPr bwMode="auto">
            <a:xfrm>
              <a:off x="1901767" y="3130550"/>
              <a:ext cx="19469337" cy="993776"/>
              <a:chOff x="2040999" y="2902373"/>
              <a:chExt cx="19470028" cy="992897"/>
            </a:xfrm>
          </p:grpSpPr>
          <p:sp>
            <p:nvSpPr>
              <p:cNvPr id="75795" name="CuadroTexto 17"/>
              <p:cNvSpPr txBox="1">
                <a:spLocks noChangeArrowheads="1"/>
              </p:cNvSpPr>
              <p:nvPr/>
            </p:nvSpPr>
            <p:spPr bwMode="auto">
              <a:xfrm>
                <a:off x="2040999" y="3040872"/>
                <a:ext cx="209134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2000" b="1">
                    <a:solidFill>
                      <a:srgbClr val="000000"/>
                    </a:solidFill>
                  </a:rPr>
                  <a:t>Género</a:t>
                </a:r>
              </a:p>
            </p:txBody>
          </p:sp>
          <p:sp>
            <p:nvSpPr>
              <p:cNvPr id="75796" name="CuadroTexto 27"/>
              <p:cNvSpPr txBox="1">
                <a:spLocks noChangeArrowheads="1"/>
              </p:cNvSpPr>
              <p:nvPr/>
            </p:nvSpPr>
            <p:spPr bwMode="auto">
              <a:xfrm>
                <a:off x="3805313" y="3048562"/>
                <a:ext cx="1934110" cy="4107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2000" b="1">
                    <a:solidFill>
                      <a:srgbClr val="000000"/>
                    </a:solidFill>
                  </a:rPr>
                  <a:t>Edad</a:t>
                </a:r>
              </a:p>
            </p:txBody>
          </p:sp>
          <p:sp>
            <p:nvSpPr>
              <p:cNvPr id="8" name="Cerrar corchete 29">
                <a:extLst>
                  <a:ext uri="{FF2B5EF4-FFF2-40B4-BE49-F238E27FC236}">
                    <a16:creationId xmlns:a16="http://schemas.microsoft.com/office/drawing/2014/main" xmlns="" id="{6987B0D3-3B3B-6450-C823-7D2F001CD932}"/>
                  </a:ext>
                </a:extLst>
              </p:cNvPr>
              <p:cNvSpPr/>
              <p:nvPr/>
            </p:nvSpPr>
            <p:spPr bwMode="auto">
              <a:xfrm rot="16200000">
                <a:off x="4617650" y="2854371"/>
                <a:ext cx="315778" cy="1751058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13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Cerrar corchete 30">
                <a:extLst>
                  <a:ext uri="{FF2B5EF4-FFF2-40B4-BE49-F238E27FC236}">
                    <a16:creationId xmlns:a16="http://schemas.microsoft.com/office/drawing/2014/main" xmlns="" id="{A5404D7A-3698-1FE2-83AE-462656D7054C}"/>
                  </a:ext>
                </a:extLst>
              </p:cNvPr>
              <p:cNvSpPr/>
              <p:nvPr/>
            </p:nvSpPr>
            <p:spPr bwMode="auto">
              <a:xfrm rot="16200000">
                <a:off x="2941206" y="3298883"/>
                <a:ext cx="315778" cy="86203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13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Cerrar corchete 31">
                <a:extLst>
                  <a:ext uri="{FF2B5EF4-FFF2-40B4-BE49-F238E27FC236}">
                    <a16:creationId xmlns:a16="http://schemas.microsoft.com/office/drawing/2014/main" xmlns="" id="{5C60414F-3A30-C48B-D80D-8221BC4D99EC}"/>
                  </a:ext>
                </a:extLst>
              </p:cNvPr>
              <p:cNvSpPr/>
              <p:nvPr/>
            </p:nvSpPr>
            <p:spPr bwMode="auto">
              <a:xfrm rot="16200000">
                <a:off x="6494124" y="3102028"/>
                <a:ext cx="315778" cy="1255745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13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5800" name="CuadroTexto 21"/>
              <p:cNvSpPr txBox="1">
                <a:spLocks noChangeArrowheads="1"/>
              </p:cNvSpPr>
              <p:nvPr/>
            </p:nvSpPr>
            <p:spPr bwMode="auto">
              <a:xfrm>
                <a:off x="5320147" y="3059160"/>
                <a:ext cx="2658118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2000" b="1">
                    <a:solidFill>
                      <a:srgbClr val="000000"/>
                    </a:solidFill>
                  </a:rPr>
                  <a:t>Estudios </a:t>
                </a:r>
              </a:p>
            </p:txBody>
          </p:sp>
          <p:sp>
            <p:nvSpPr>
              <p:cNvPr id="12" name="Cerrar corchete 39">
                <a:extLst>
                  <a:ext uri="{FF2B5EF4-FFF2-40B4-BE49-F238E27FC236}">
                    <a16:creationId xmlns:a16="http://schemas.microsoft.com/office/drawing/2014/main" xmlns="" id="{9FCDF635-0C0F-65D5-19A8-30B64475096A}"/>
                  </a:ext>
                </a:extLst>
              </p:cNvPr>
              <p:cNvSpPr/>
              <p:nvPr/>
            </p:nvSpPr>
            <p:spPr bwMode="auto">
              <a:xfrm rot="16200000">
                <a:off x="15909833" y="2503520"/>
                <a:ext cx="312603" cy="2471803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13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5802" name="CuadroTexto 21"/>
              <p:cNvSpPr txBox="1">
                <a:spLocks noChangeArrowheads="1"/>
              </p:cNvSpPr>
              <p:nvPr/>
            </p:nvSpPr>
            <p:spPr bwMode="auto">
              <a:xfrm>
                <a:off x="14696138" y="3068056"/>
                <a:ext cx="2649783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2000" b="1">
                    <a:solidFill>
                      <a:srgbClr val="000000"/>
                    </a:solidFill>
                  </a:rPr>
                  <a:t>Cercanía partidaria</a:t>
                </a:r>
              </a:p>
            </p:txBody>
          </p:sp>
          <p:sp>
            <p:nvSpPr>
              <p:cNvPr id="75803" name="CuadroTexto 26"/>
              <p:cNvSpPr txBox="1">
                <a:spLocks noChangeArrowheads="1"/>
              </p:cNvSpPr>
              <p:nvPr/>
            </p:nvSpPr>
            <p:spPr bwMode="auto">
              <a:xfrm>
                <a:off x="19930629" y="3068056"/>
                <a:ext cx="149699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2000" b="1">
                    <a:solidFill>
                      <a:srgbClr val="000000"/>
                    </a:solidFill>
                  </a:rPr>
                  <a:t>GGN</a:t>
                </a:r>
              </a:p>
            </p:txBody>
          </p:sp>
          <p:sp>
            <p:nvSpPr>
              <p:cNvPr id="15" name="Cerrar corchete 29">
                <a:extLst>
                  <a:ext uri="{FF2B5EF4-FFF2-40B4-BE49-F238E27FC236}">
                    <a16:creationId xmlns:a16="http://schemas.microsoft.com/office/drawing/2014/main" xmlns="" id="{F582308A-0184-0450-F70D-14D071D9253B}"/>
                  </a:ext>
                </a:extLst>
              </p:cNvPr>
              <p:cNvSpPr/>
              <p:nvPr/>
            </p:nvSpPr>
            <p:spPr bwMode="auto">
              <a:xfrm rot="16200000">
                <a:off x="20527198" y="2912312"/>
                <a:ext cx="314190" cy="1652630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13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Cerrar corchete 15">
                <a:extLst>
                  <a:ext uri="{FF2B5EF4-FFF2-40B4-BE49-F238E27FC236}">
                    <a16:creationId xmlns:a16="http://schemas.microsoft.com/office/drawing/2014/main" xmlns="" id="{69E1EF27-CFA9-9393-D456-C3263AC9A033}"/>
                  </a:ext>
                </a:extLst>
              </p:cNvPr>
              <p:cNvSpPr/>
              <p:nvPr/>
            </p:nvSpPr>
            <p:spPr bwMode="auto">
              <a:xfrm rot="16200000">
                <a:off x="8430123" y="2874206"/>
                <a:ext cx="277694" cy="1749471"/>
              </a:xfrm>
              <a:prstGeom prst="rightBracket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vert="vert" anchor="b" anchorCtr="1"/>
              <a:lstStyle/>
              <a:p>
                <a:pPr algn="ctr" defTabSz="1219124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s-AR" sz="1013" b="1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5806" name="CuadroTexto 21"/>
              <p:cNvSpPr txBox="1">
                <a:spLocks noChangeArrowheads="1"/>
              </p:cNvSpPr>
              <p:nvPr/>
            </p:nvSpPr>
            <p:spPr bwMode="auto">
              <a:xfrm>
                <a:off x="7201187" y="2902373"/>
                <a:ext cx="2764288" cy="6771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4800">
                    <a:solidFill>
                      <a:schemeClr val="tx1"/>
                    </a:solidFill>
                    <a:latin typeface="HelveticaNeue Std"/>
                  </a:defRPr>
                </a:lvl1pPr>
                <a:lvl2pPr marL="742950" indent="-285750">
                  <a:defRPr sz="4800">
                    <a:solidFill>
                      <a:schemeClr val="tx1"/>
                    </a:solidFill>
                    <a:latin typeface="HelveticaNeue Std"/>
                  </a:defRPr>
                </a:lvl2pPr>
                <a:lvl3pPr marL="11430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3pPr>
                <a:lvl4pPr marL="16002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4pPr>
                <a:lvl5pPr marL="2057400" indent="-228600">
                  <a:defRPr sz="4800">
                    <a:solidFill>
                      <a:schemeClr val="tx1"/>
                    </a:solidFill>
                    <a:latin typeface="HelveticaNeue Std"/>
                  </a:defRPr>
                </a:lvl5pPr>
                <a:lvl6pPr marL="25146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6pPr>
                <a:lvl7pPr marL="29718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7pPr>
                <a:lvl8pPr marL="34290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8pPr>
                <a:lvl9pPr marL="3886200" indent="-228600" defTabSz="1217613" eaLnBrk="0" fontAlgn="base" hangingPunct="0">
                  <a:spcBef>
                    <a:spcPct val="0"/>
                  </a:spcBef>
                  <a:spcAft>
                    <a:spcPct val="0"/>
                  </a:spcAft>
                  <a:defRPr sz="4800">
                    <a:solidFill>
                      <a:schemeClr val="tx1"/>
                    </a:solidFill>
                    <a:latin typeface="HelveticaNeue Std"/>
                  </a:defRPr>
                </a:lvl9pPr>
              </a:lstStyle>
              <a:p>
                <a:pPr algn="ctr" eaLnBrk="1" hangingPunct="1"/>
                <a:r>
                  <a:rPr lang="es-AR" altLang="es-AR" sz="2000" b="1">
                    <a:solidFill>
                      <a:srgbClr val="000000"/>
                    </a:solidFill>
                  </a:rPr>
                  <a:t>NSE</a:t>
                </a:r>
                <a:r>
                  <a:rPr lang="es-AR" altLang="es-AR" sz="1800" b="1">
                    <a:solidFill>
                      <a:srgbClr val="000000"/>
                    </a:solidFill>
                  </a:rPr>
                  <a:t> </a:t>
                </a:r>
              </a:p>
              <a:p>
                <a:pPr algn="ctr" eaLnBrk="1" hangingPunct="1"/>
                <a:r>
                  <a:rPr lang="es-AR" altLang="es-AR" sz="1800" b="1">
                    <a:solidFill>
                      <a:srgbClr val="000000"/>
                    </a:solidFill>
                  </a:rPr>
                  <a:t>Autopercibido</a:t>
                </a:r>
              </a:p>
            </p:txBody>
          </p:sp>
        </p:grpSp>
        <p:sp>
          <p:nvSpPr>
            <p:cNvPr id="4" name="Cerrar corchete 3">
              <a:extLst>
                <a:ext uri="{FF2B5EF4-FFF2-40B4-BE49-F238E27FC236}">
                  <a16:creationId xmlns:a16="http://schemas.microsoft.com/office/drawing/2014/main" xmlns="" id="{980D3FC4-F9F5-C699-5AB6-B2AE68520A63}"/>
                </a:ext>
              </a:extLst>
            </p:cNvPr>
            <p:cNvSpPr/>
            <p:nvPr/>
          </p:nvSpPr>
          <p:spPr bwMode="auto">
            <a:xfrm rot="16200000">
              <a:off x="9943108" y="3519080"/>
              <a:ext cx="277940" cy="898517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13" b="1" dirty="0">
                <a:solidFill>
                  <a:srgbClr val="000000"/>
                </a:solidFill>
              </a:endParaRPr>
            </a:p>
          </p:txBody>
        </p:sp>
        <p:sp>
          <p:nvSpPr>
            <p:cNvPr id="75786" name="CuadroTexto 21"/>
            <p:cNvSpPr txBox="1">
              <a:spLocks noChangeArrowheads="1"/>
            </p:cNvSpPr>
            <p:nvPr/>
          </p:nvSpPr>
          <p:spPr bwMode="auto">
            <a:xfrm>
              <a:off x="9597700" y="3269172"/>
              <a:ext cx="96883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2000" b="1">
                  <a:solidFill>
                    <a:srgbClr val="000000"/>
                  </a:solidFill>
                </a:rPr>
                <a:t>Zona</a:t>
              </a:r>
              <a:endParaRPr lang="es-AR" altLang="es-AR" sz="1800" b="1">
                <a:solidFill>
                  <a:srgbClr val="000000"/>
                </a:solidFill>
              </a:endParaRPr>
            </a:p>
          </p:txBody>
        </p:sp>
        <p:sp>
          <p:nvSpPr>
            <p:cNvPr id="19" name="Cerrar corchete 18">
              <a:extLst>
                <a:ext uri="{FF2B5EF4-FFF2-40B4-BE49-F238E27FC236}">
                  <a16:creationId xmlns:a16="http://schemas.microsoft.com/office/drawing/2014/main" xmlns="" id="{44E2BF61-5CEB-1C0C-574B-31DC2A824FAC}"/>
                </a:ext>
              </a:extLst>
            </p:cNvPr>
            <p:cNvSpPr/>
            <p:nvPr/>
          </p:nvSpPr>
          <p:spPr bwMode="auto">
            <a:xfrm rot="16200000">
              <a:off x="11410738" y="3310326"/>
              <a:ext cx="277940" cy="1316025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13" b="1" dirty="0">
                <a:solidFill>
                  <a:srgbClr val="000000"/>
                </a:solidFill>
              </a:endParaRPr>
            </a:p>
          </p:txBody>
        </p:sp>
        <p:sp>
          <p:nvSpPr>
            <p:cNvPr id="75788" name="CuadroTexto 21"/>
            <p:cNvSpPr txBox="1">
              <a:spLocks noChangeArrowheads="1"/>
            </p:cNvSpPr>
            <p:nvPr/>
          </p:nvSpPr>
          <p:spPr bwMode="auto">
            <a:xfrm>
              <a:off x="11065186" y="3269172"/>
              <a:ext cx="96883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2000" b="1">
                  <a:solidFill>
                    <a:srgbClr val="000000"/>
                  </a:solidFill>
                </a:rPr>
                <a:t>SE</a:t>
              </a:r>
              <a:endParaRPr lang="es-AR" altLang="es-AR" sz="1800" b="1">
                <a:solidFill>
                  <a:srgbClr val="000000"/>
                </a:solidFill>
              </a:endParaRPr>
            </a:p>
          </p:txBody>
        </p:sp>
        <p:sp>
          <p:nvSpPr>
            <p:cNvPr id="21" name="Cerrar corchete 20">
              <a:extLst>
                <a:ext uri="{FF2B5EF4-FFF2-40B4-BE49-F238E27FC236}">
                  <a16:creationId xmlns:a16="http://schemas.microsoft.com/office/drawing/2014/main" xmlns="" id="{754D57F5-F197-8312-0D20-509A479842B9}"/>
                </a:ext>
              </a:extLst>
            </p:cNvPr>
            <p:cNvSpPr/>
            <p:nvPr/>
          </p:nvSpPr>
          <p:spPr bwMode="auto">
            <a:xfrm rot="16200000">
              <a:off x="13310957" y="3172215"/>
              <a:ext cx="277940" cy="1592247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13" b="1" dirty="0">
                <a:solidFill>
                  <a:srgbClr val="000000"/>
                </a:solidFill>
              </a:endParaRPr>
            </a:p>
          </p:txBody>
        </p:sp>
        <p:sp>
          <p:nvSpPr>
            <p:cNvPr id="75790" name="CuadroTexto 21"/>
            <p:cNvSpPr txBox="1">
              <a:spLocks noChangeArrowheads="1"/>
            </p:cNvSpPr>
            <p:nvPr/>
          </p:nvSpPr>
          <p:spPr bwMode="auto">
            <a:xfrm>
              <a:off x="12876020" y="3268002"/>
              <a:ext cx="117841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2000" b="1">
                  <a:solidFill>
                    <a:srgbClr val="000000"/>
                  </a:solidFill>
                </a:rPr>
                <a:t>Cordón</a:t>
              </a:r>
              <a:endParaRPr lang="es-AR" altLang="es-AR" sz="1800" b="1">
                <a:solidFill>
                  <a:srgbClr val="000000"/>
                </a:solidFill>
              </a:endParaRPr>
            </a:p>
          </p:txBody>
        </p:sp>
        <p:sp>
          <p:nvSpPr>
            <p:cNvPr id="23" name="Cerrar corchete 39">
              <a:extLst>
                <a:ext uri="{FF2B5EF4-FFF2-40B4-BE49-F238E27FC236}">
                  <a16:creationId xmlns:a16="http://schemas.microsoft.com/office/drawing/2014/main" xmlns="" id="{7B403EB1-39DF-21F7-7ECA-11696FA667DF}"/>
                </a:ext>
              </a:extLst>
            </p:cNvPr>
            <p:cNvSpPr/>
            <p:nvPr/>
          </p:nvSpPr>
          <p:spPr bwMode="auto">
            <a:xfrm rot="16200000">
              <a:off x="18318671" y="3120620"/>
              <a:ext cx="312880" cy="168908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13" b="1" dirty="0">
                <a:solidFill>
                  <a:srgbClr val="000000"/>
                </a:solidFill>
              </a:endParaRPr>
            </a:p>
          </p:txBody>
        </p:sp>
        <p:sp>
          <p:nvSpPr>
            <p:cNvPr id="75792" name="CuadroTexto 21"/>
            <p:cNvSpPr txBox="1">
              <a:spLocks noChangeArrowheads="1"/>
            </p:cNvSpPr>
            <p:nvPr/>
          </p:nvSpPr>
          <p:spPr bwMode="auto">
            <a:xfrm>
              <a:off x="17104492" y="3294121"/>
              <a:ext cx="2649688" cy="400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2000" b="1">
                  <a:solidFill>
                    <a:srgbClr val="000000"/>
                  </a:solidFill>
                </a:rPr>
                <a:t>Voto balotaje ‘23</a:t>
              </a:r>
            </a:p>
          </p:txBody>
        </p:sp>
        <p:sp>
          <p:nvSpPr>
            <p:cNvPr id="75793" name="CuadroTexto 26"/>
            <p:cNvSpPr txBox="1">
              <a:spLocks noChangeArrowheads="1"/>
            </p:cNvSpPr>
            <p:nvPr/>
          </p:nvSpPr>
          <p:spPr bwMode="auto">
            <a:xfrm>
              <a:off x="21874712" y="3298421"/>
              <a:ext cx="1496938" cy="400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2000" b="1">
                  <a:solidFill>
                    <a:srgbClr val="000000"/>
                  </a:solidFill>
                </a:rPr>
                <a:t>GGP</a:t>
              </a:r>
            </a:p>
          </p:txBody>
        </p:sp>
        <p:sp>
          <p:nvSpPr>
            <p:cNvPr id="26" name="Cerrar corchete 29">
              <a:extLst>
                <a:ext uri="{FF2B5EF4-FFF2-40B4-BE49-F238E27FC236}">
                  <a16:creationId xmlns:a16="http://schemas.microsoft.com/office/drawing/2014/main" xmlns="" id="{4FFC402E-049E-710A-C805-87398E787B34}"/>
                </a:ext>
              </a:extLst>
            </p:cNvPr>
            <p:cNvSpPr/>
            <p:nvPr/>
          </p:nvSpPr>
          <p:spPr bwMode="auto">
            <a:xfrm rot="16200000">
              <a:off x="22471532" y="3142847"/>
              <a:ext cx="314468" cy="165257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13" b="1" dirty="0">
                <a:solidFill>
                  <a:srgbClr val="000000"/>
                </a:solidFill>
              </a:endParaRPr>
            </a:p>
          </p:txBody>
        </p:sp>
      </p:grp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xmlns="" id="{39801979-1AAD-9855-1FB9-4B399C309D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0360418"/>
              </p:ext>
            </p:extLst>
          </p:nvPr>
        </p:nvGraphicFramePr>
        <p:xfrm>
          <a:off x="916123" y="1930912"/>
          <a:ext cx="22550167" cy="10889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87857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B9352222-F9F9-49AC-B56B-F6AA159858B0}"/>
              </a:ext>
            </a:extLst>
          </p:cNvPr>
          <p:cNvSpPr txBox="1"/>
          <p:nvPr/>
        </p:nvSpPr>
        <p:spPr>
          <a:xfrm>
            <a:off x="1390650" y="2127250"/>
            <a:ext cx="18873788" cy="37861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11999" b="1" dirty="0">
                <a:solidFill>
                  <a:srgbClr val="E85833"/>
                </a:solidFill>
              </a:rPr>
              <a:t>04.</a:t>
            </a:r>
          </a:p>
          <a:p>
            <a:pPr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1999" b="1" dirty="0">
                <a:solidFill>
                  <a:srgbClr val="FFFFFF"/>
                </a:solidFill>
              </a:rPr>
              <a:t>PANORAMA ELECTORAL</a:t>
            </a:r>
            <a:endParaRPr lang="es-AR" sz="11999" b="1" dirty="0">
              <a:solidFill>
                <a:srgbClr val="FFFFFF"/>
              </a:solidFill>
            </a:endParaRPr>
          </a:p>
        </p:txBody>
      </p:sp>
      <p:sp>
        <p:nvSpPr>
          <p:cNvPr id="77827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>
                <a:solidFill>
                  <a:srgbClr val="000000"/>
                </a:solidFill>
              </a:rPr>
              <a:t>Encuesta de opinión pública | Provincia de Buenos Aires | Marzo 2025 </a:t>
            </a:r>
            <a:endParaRPr lang="es-AR" altLang="es-ES" sz="1800" b="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ítulo 3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MX" altLang="es-AR" sz="3600" smtClean="0"/>
              <a:t>04. Panorama electoral </a:t>
            </a:r>
            <a:r>
              <a:rPr lang="es-AR" altLang="es-ES" sz="3600" smtClean="0">
                <a:latin typeface="HelveticaNeue Std (Títulos)"/>
              </a:rPr>
              <a:t>| </a:t>
            </a:r>
            <a:r>
              <a:rPr lang="es-AR" altLang="es-ES" sz="3600" b="0" smtClean="0">
                <a:latin typeface="HelveticaNeue Std (Títulos)"/>
              </a:rPr>
              <a:t>Escenario electoral legislativas 2025 por espacio I</a:t>
            </a:r>
          </a:p>
        </p:txBody>
      </p:sp>
      <p:sp>
        <p:nvSpPr>
          <p:cNvPr id="78851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smtClean="0"/>
              <a:t>No difundir este material sin autorización previa</a:t>
            </a:r>
            <a:r>
              <a:rPr lang="es-AR" altLang="es-ES" sz="1800" b="1" smtClean="0"/>
              <a:t> | </a:t>
            </a:r>
            <a:fld id="{5FB78487-FAC2-49E5-80C3-34D4C7E086C8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s-AR" altLang="es-ES" sz="1800" b="1" smtClean="0"/>
          </a:p>
        </p:txBody>
      </p:sp>
      <p:sp>
        <p:nvSpPr>
          <p:cNvPr id="78852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 smtClean="0"/>
          </a:p>
        </p:txBody>
      </p:sp>
      <p:graphicFrame>
        <p:nvGraphicFramePr>
          <p:cNvPr id="8" name="Gráfico 7">
            <a:extLst>
              <a:ext uri="{FF2B5EF4-FFF2-40B4-BE49-F238E27FC236}">
                <a16:creationId xmlns="" xmlns:a16="http://schemas.microsoft.com/office/drawing/2014/main" id="{3328B10F-3F66-4B16-A38A-DA9484E2D1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6394387"/>
              </p:ext>
            </p:extLst>
          </p:nvPr>
        </p:nvGraphicFramePr>
        <p:xfrm>
          <a:off x="853281" y="1937503"/>
          <a:ext cx="22675851" cy="10860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ítulo 3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AR" altLang="es-ES" sz="3600"/>
              <a:t>04. Panorama electoral | </a:t>
            </a:r>
            <a:r>
              <a:rPr lang="es-AR" altLang="es-ES" sz="3600" b="0"/>
              <a:t>Evolutivo escenario electoral legislativas 2025 por espacio I</a:t>
            </a:r>
            <a:endParaRPr lang="es-AR" altLang="es-ES" sz="360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altLang="es-ES" sz="1800" dirty="0"/>
              <a:t>Encuesta de opinión pública | Provincia de Buenos Aires | Marzo 2025</a:t>
            </a:r>
            <a:endParaRPr lang="es-AR" altLang="es-ES" sz="1800" b="0" dirty="0"/>
          </a:p>
        </p:txBody>
      </p:sp>
      <p:sp>
        <p:nvSpPr>
          <p:cNvPr id="79876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904136BD-F552-4D25-A26F-437BB2DC2287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s-AR" altLang="es-ES" sz="1800" b="1"/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xmlns="" id="{DB461C27-4029-4F92-B50E-D5191BFD86C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61849" y="1945132"/>
          <a:ext cx="22527726" cy="10860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695008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/>
              <a:t>04. Panorama electoral | </a:t>
            </a:r>
            <a:r>
              <a:rPr lang="es-AR" altLang="es-AR" sz="3600" b="0" dirty="0" smtClean="0"/>
              <a:t>Apertura </a:t>
            </a:r>
            <a:r>
              <a:rPr lang="es-AR" altLang="es-AR" sz="3600" b="0" dirty="0" smtClean="0">
                <a:latin typeface="HelveticaNeue Std (Títulos)"/>
              </a:rPr>
              <a:t>e</a:t>
            </a:r>
            <a:r>
              <a:rPr lang="es-AR" altLang="es-ES" sz="3600" b="0" dirty="0" smtClean="0">
                <a:latin typeface="HelveticaNeue Std (Títulos)"/>
              </a:rPr>
              <a:t>scenario </a:t>
            </a:r>
            <a:r>
              <a:rPr lang="es-AR" altLang="es-ES" sz="3600" b="0" dirty="0">
                <a:latin typeface="HelveticaNeue Std (Títulos)"/>
              </a:rPr>
              <a:t>electoral legislativas 2025 por espacio I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3" name="Grupo 32"/>
          <p:cNvGrpSpPr/>
          <p:nvPr/>
        </p:nvGrpSpPr>
        <p:grpSpPr>
          <a:xfrm>
            <a:off x="1618336" y="3225578"/>
            <a:ext cx="22215323" cy="1055443"/>
            <a:chOff x="1637386" y="2901728"/>
            <a:chExt cx="22215323" cy="1055443"/>
          </a:xfrm>
        </p:grpSpPr>
        <p:sp>
          <p:nvSpPr>
            <p:cNvPr id="34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7" name="Cerrar corchete 36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8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39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0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41" name="Cerrar corchete 4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4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45" name="Cerrar corchete 4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errar corchete 4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49" name="Cerrar corchete 48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0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51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3" name="Cerrar corchete 52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5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347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ítulo 3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MX" altLang="es-AR" sz="3600" smtClean="0"/>
              <a:t>04. Panorama electoral </a:t>
            </a:r>
            <a:r>
              <a:rPr lang="es-AR" altLang="es-ES" sz="3600" smtClean="0">
                <a:latin typeface="HelveticaNeue Std (Títulos)"/>
              </a:rPr>
              <a:t>| </a:t>
            </a:r>
            <a:r>
              <a:rPr lang="es-AR" altLang="es-ES" sz="3600" b="0" smtClean="0">
                <a:latin typeface="HelveticaNeue Std (Títulos)"/>
              </a:rPr>
              <a:t>Escenario electoral legislativas 2025 por espacio II</a:t>
            </a:r>
          </a:p>
        </p:txBody>
      </p:sp>
      <p:sp>
        <p:nvSpPr>
          <p:cNvPr id="82947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smtClean="0"/>
              <a:t>No difundir este material sin autorización previa</a:t>
            </a:r>
            <a:r>
              <a:rPr lang="es-AR" altLang="es-ES" sz="1800" b="1" smtClean="0"/>
              <a:t> | </a:t>
            </a:r>
            <a:fld id="{8067FE1A-37EF-4DC3-81F9-1BD334828511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s-AR" altLang="es-ES" sz="1800" b="1" smtClean="0"/>
          </a:p>
        </p:txBody>
      </p:sp>
      <p:sp>
        <p:nvSpPr>
          <p:cNvPr id="82948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 smtClean="0"/>
          </a:p>
        </p:txBody>
      </p:sp>
      <p:graphicFrame>
        <p:nvGraphicFramePr>
          <p:cNvPr id="8" name="Gráfico 7">
            <a:extLst>
              <a:ext uri="{FF2B5EF4-FFF2-40B4-BE49-F238E27FC236}">
                <a16:creationId xmlns="" xmlns:a16="http://schemas.microsoft.com/office/drawing/2014/main" id="{3328B10F-3F66-4B16-A38A-DA9484E2D1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5366294"/>
              </p:ext>
            </p:extLst>
          </p:nvPr>
        </p:nvGraphicFramePr>
        <p:xfrm>
          <a:off x="853281" y="1937503"/>
          <a:ext cx="22675851" cy="10860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ítulo 3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AR" altLang="es-ES" sz="3600"/>
              <a:t>04. Panorama electoral | </a:t>
            </a:r>
            <a:r>
              <a:rPr lang="es-AR" altLang="es-ES" sz="3600" b="0"/>
              <a:t>Evolutivo escenario electoral legislativas 2025 por espacio II</a:t>
            </a:r>
            <a:endParaRPr lang="es-AR" altLang="es-ES" sz="360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altLang="es-ES" sz="1800" dirty="0"/>
              <a:t>Encuesta de opinión pública | Provincia de Buenos Aires | Marzo 2025</a:t>
            </a:r>
            <a:endParaRPr lang="es-AR" altLang="es-ES" sz="1800" b="0" dirty="0"/>
          </a:p>
        </p:txBody>
      </p:sp>
      <p:sp>
        <p:nvSpPr>
          <p:cNvPr id="83972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5C8A4EF5-422A-4981-83FD-AF9A7FC19E59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s-AR" altLang="es-ES" sz="1800" b="1"/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xmlns="" id="{DB461C27-4029-4F92-B50E-D5191BFD86C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961849" y="1927880"/>
          <a:ext cx="22527726" cy="10860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45427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/>
              <a:t>04. Panorama electoral | </a:t>
            </a:r>
            <a:r>
              <a:rPr lang="es-AR" altLang="es-AR" sz="3600" b="0" dirty="0" smtClean="0"/>
              <a:t>Apertura </a:t>
            </a:r>
            <a:r>
              <a:rPr lang="es-AR" altLang="es-AR" sz="3600" b="0" dirty="0" smtClean="0">
                <a:latin typeface="HelveticaNeue Std (Títulos)"/>
              </a:rPr>
              <a:t>e</a:t>
            </a:r>
            <a:r>
              <a:rPr lang="es-AR" altLang="es-ES" sz="3600" b="0" dirty="0" smtClean="0">
                <a:latin typeface="HelveticaNeue Std (Títulos)"/>
              </a:rPr>
              <a:t>scenario </a:t>
            </a:r>
            <a:r>
              <a:rPr lang="es-AR" altLang="es-ES" sz="3600" b="0" dirty="0">
                <a:latin typeface="HelveticaNeue Std (Títulos)"/>
              </a:rPr>
              <a:t>electoral legislativas 2025 por espacio </a:t>
            </a:r>
            <a:r>
              <a:rPr lang="es-AR" altLang="es-ES" sz="3600" b="0" dirty="0" smtClean="0">
                <a:latin typeface="HelveticaNeue Std (Títulos)"/>
              </a:rPr>
              <a:t>II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3" name="Grupo 32"/>
          <p:cNvGrpSpPr/>
          <p:nvPr/>
        </p:nvGrpSpPr>
        <p:grpSpPr>
          <a:xfrm>
            <a:off x="1618336" y="3225578"/>
            <a:ext cx="22215323" cy="1055443"/>
            <a:chOff x="1637386" y="2901728"/>
            <a:chExt cx="22215323" cy="1055443"/>
          </a:xfrm>
        </p:grpSpPr>
        <p:sp>
          <p:nvSpPr>
            <p:cNvPr id="34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7" name="Cerrar corchete 36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8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39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0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41" name="Cerrar corchete 4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4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45" name="Cerrar corchete 4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errar corchete 4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49" name="Cerrar corchete 48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0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51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3" name="Cerrar corchete 52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5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323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ítulo 3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MX" altLang="es-AR" sz="3600" dirty="0" smtClean="0"/>
              <a:t>04. Panorama electoral </a:t>
            </a:r>
            <a:r>
              <a:rPr lang="es-AR" altLang="es-ES" sz="3600" dirty="0" smtClean="0">
                <a:latin typeface="HelveticaNeue Std (Títulos)"/>
              </a:rPr>
              <a:t>| </a:t>
            </a:r>
            <a:r>
              <a:rPr lang="es-AR" altLang="es-ES" sz="3600" b="0" dirty="0" smtClean="0">
                <a:latin typeface="HelveticaNeue Std (Títulos)"/>
              </a:rPr>
              <a:t>Escenario electoral legislativas 2025 por espacio III</a:t>
            </a:r>
          </a:p>
        </p:txBody>
      </p:sp>
      <p:sp>
        <p:nvSpPr>
          <p:cNvPr id="78851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smtClean="0"/>
              <a:t>No difundir este material sin autorización previa</a:t>
            </a:r>
            <a:r>
              <a:rPr lang="es-AR" altLang="es-ES" sz="1800" b="1" smtClean="0"/>
              <a:t> | </a:t>
            </a:r>
            <a:fld id="{5FB78487-FAC2-49E5-80C3-34D4C7E086C8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s-AR" altLang="es-ES" sz="1800" b="1" smtClean="0"/>
          </a:p>
        </p:txBody>
      </p:sp>
      <p:sp>
        <p:nvSpPr>
          <p:cNvPr id="78852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 smtClean="0"/>
          </a:p>
        </p:txBody>
      </p:sp>
      <p:graphicFrame>
        <p:nvGraphicFramePr>
          <p:cNvPr id="8" name="Gráfico 7">
            <a:extLst>
              <a:ext uri="{FF2B5EF4-FFF2-40B4-BE49-F238E27FC236}">
                <a16:creationId xmlns="" xmlns:a16="http://schemas.microsoft.com/office/drawing/2014/main" id="{3328B10F-3F66-4B16-A38A-DA9484E2D1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31284216"/>
              </p:ext>
            </p:extLst>
          </p:nvPr>
        </p:nvGraphicFramePr>
        <p:xfrm>
          <a:off x="853281" y="1937503"/>
          <a:ext cx="22675851" cy="10860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13902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/>
              <a:t>04. Panorama electoral | </a:t>
            </a:r>
            <a:r>
              <a:rPr lang="es-AR" altLang="es-AR" sz="3600" b="0" dirty="0" smtClean="0"/>
              <a:t>Apertura </a:t>
            </a:r>
            <a:r>
              <a:rPr lang="es-AR" altLang="es-AR" sz="3600" b="0" dirty="0" smtClean="0">
                <a:latin typeface="HelveticaNeue Std (Títulos)"/>
              </a:rPr>
              <a:t>e</a:t>
            </a:r>
            <a:r>
              <a:rPr lang="es-AR" altLang="es-ES" sz="3600" b="0" dirty="0" smtClean="0">
                <a:latin typeface="HelveticaNeue Std (Títulos)"/>
              </a:rPr>
              <a:t>scenario </a:t>
            </a:r>
            <a:r>
              <a:rPr lang="es-AR" altLang="es-ES" sz="3600" b="0" dirty="0">
                <a:latin typeface="HelveticaNeue Std (Títulos)"/>
              </a:rPr>
              <a:t>electoral legislativas 2025 por espacio </a:t>
            </a:r>
            <a:r>
              <a:rPr lang="es-AR" altLang="es-ES" sz="3600" b="0" dirty="0" smtClean="0">
                <a:latin typeface="HelveticaNeue Std (Títulos)"/>
              </a:rPr>
              <a:t>III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599286" y="30922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706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="" xmlns:a16="http://schemas.microsoft.com/office/drawing/2014/main" id="{59F75F17-C287-418C-90ED-456090C26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4375911"/>
              </p:ext>
            </p:extLst>
          </p:nvPr>
        </p:nvGraphicFramePr>
        <p:xfrm>
          <a:off x="1070747" y="1942172"/>
          <a:ext cx="22456066" cy="10814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043" name="Título 3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870863" cy="1123950"/>
          </a:xfrm>
        </p:spPr>
        <p:txBody>
          <a:bodyPr/>
          <a:lstStyle/>
          <a:p>
            <a:pPr eaLnBrk="1" hangingPunct="1"/>
            <a:r>
              <a:rPr lang="es-AR" altLang="es-ES" sz="3600" smtClean="0"/>
              <a:t>04. Panorama electoral | </a:t>
            </a:r>
            <a:r>
              <a:rPr lang="es-AR" altLang="es-ES" sz="3600" b="0" smtClean="0"/>
              <a:t>Potencialidades de voto elecciones legislativas 2025</a:t>
            </a:r>
            <a:endParaRPr lang="es-AR" altLang="es-ES" sz="3600" smtClean="0">
              <a:latin typeface="HelveticaNeue Std (Títulos)"/>
            </a:endParaRPr>
          </a:p>
        </p:txBody>
      </p:sp>
      <p:sp>
        <p:nvSpPr>
          <p:cNvPr id="16" name="Marcador de pie de página 3">
            <a:extLst>
              <a:ext uri="{FF2B5EF4-FFF2-40B4-BE49-F238E27FC236}">
                <a16:creationId xmlns=""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/>
          </a:p>
        </p:txBody>
      </p:sp>
      <p:sp>
        <p:nvSpPr>
          <p:cNvPr id="87045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smtClean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 smtClean="0">
                <a:solidFill>
                  <a:srgbClr val="000000"/>
                </a:solidFill>
              </a:rPr>
              <a:t> | </a:t>
            </a:r>
            <a:fld id="{534D2725-1D18-40CB-AB98-308D4FDF1393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s-AR" altLang="es-ES" sz="1800" b="1" smtClean="0">
              <a:solidFill>
                <a:srgbClr val="000000"/>
              </a:solidFill>
            </a:endParaRPr>
          </a:p>
        </p:txBody>
      </p:sp>
      <p:grpSp>
        <p:nvGrpSpPr>
          <p:cNvPr id="87046" name="Grupo 8"/>
          <p:cNvGrpSpPr>
            <a:grpSpLocks/>
          </p:cNvGrpSpPr>
          <p:nvPr/>
        </p:nvGrpSpPr>
        <p:grpSpPr bwMode="auto">
          <a:xfrm rot="-2561452">
            <a:off x="8867774" y="6742169"/>
            <a:ext cx="950912" cy="490538"/>
            <a:chOff x="7291527" y="2886296"/>
            <a:chExt cx="507000" cy="815206"/>
          </a:xfrm>
        </p:grpSpPr>
        <p:sp>
          <p:nvSpPr>
            <p:cNvPr id="11" name="Elipse 10">
              <a:extLst>
                <a:ext uri="{FF2B5EF4-FFF2-40B4-BE49-F238E27FC236}">
                  <a16:creationId xmlns="" xmlns:a16="http://schemas.microsoft.com/office/drawing/2014/main" id="{07285A5E-6032-4C3D-946C-073FAC2BFE68}"/>
                </a:ext>
              </a:extLst>
            </p:cNvPr>
            <p:cNvSpPr/>
            <p:nvPr/>
          </p:nvSpPr>
          <p:spPr>
            <a:xfrm>
              <a:off x="7291802" y="2884722"/>
              <a:ext cx="507000" cy="583042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400" b="1" dirty="0" smtClean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48</a:t>
              </a:r>
              <a:endParaRPr lang="es-AR" sz="2400" b="1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12" name="Triángulo isósceles 11">
              <a:extLst>
                <a:ext uri="{FF2B5EF4-FFF2-40B4-BE49-F238E27FC236}">
                  <a16:creationId xmlns="" xmlns:a16="http://schemas.microsoft.com/office/drawing/2014/main" id="{A6067CDE-E484-47CC-99DA-43A26373D3E3}"/>
                </a:ext>
              </a:extLst>
            </p:cNvPr>
            <p:cNvSpPr/>
            <p:nvPr/>
          </p:nvSpPr>
          <p:spPr>
            <a:xfrm rot="10800000">
              <a:off x="7447346" y="3503399"/>
              <a:ext cx="195521" cy="195227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87047" name="Grupo 30"/>
          <p:cNvGrpSpPr>
            <a:grpSpLocks/>
          </p:cNvGrpSpPr>
          <p:nvPr/>
        </p:nvGrpSpPr>
        <p:grpSpPr bwMode="auto">
          <a:xfrm rot="-2561452">
            <a:off x="12736353" y="8396072"/>
            <a:ext cx="950913" cy="492125"/>
            <a:chOff x="7291527" y="2886296"/>
            <a:chExt cx="507000" cy="815206"/>
          </a:xfrm>
        </p:grpSpPr>
        <p:sp>
          <p:nvSpPr>
            <p:cNvPr id="32" name="Elipse 31">
              <a:extLst>
                <a:ext uri="{FF2B5EF4-FFF2-40B4-BE49-F238E27FC236}">
                  <a16:creationId xmlns="" xmlns:a16="http://schemas.microsoft.com/office/drawing/2014/main" id="{DFA827CD-88B7-452C-96F5-7ACCA5950DCE}"/>
                </a:ext>
              </a:extLst>
            </p:cNvPr>
            <p:cNvSpPr/>
            <p:nvPr/>
          </p:nvSpPr>
          <p:spPr>
            <a:xfrm>
              <a:off x="7291802" y="2884725"/>
              <a:ext cx="507000" cy="583793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400" b="1" dirty="0" smtClean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26</a:t>
              </a:r>
              <a:endParaRPr lang="es-AR" sz="2400" b="1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33" name="Triángulo isósceles 32">
              <a:extLst>
                <a:ext uri="{FF2B5EF4-FFF2-40B4-BE49-F238E27FC236}">
                  <a16:creationId xmlns="" xmlns:a16="http://schemas.microsoft.com/office/drawing/2014/main" id="{11A6F377-8875-4020-8212-8973055DBEF6}"/>
                </a:ext>
              </a:extLst>
            </p:cNvPr>
            <p:cNvSpPr/>
            <p:nvPr/>
          </p:nvSpPr>
          <p:spPr>
            <a:xfrm rot="10800000">
              <a:off x="7447681" y="3505472"/>
              <a:ext cx="195521" cy="194598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87048" name="Grupo 26"/>
          <p:cNvGrpSpPr>
            <a:grpSpLocks/>
          </p:cNvGrpSpPr>
          <p:nvPr/>
        </p:nvGrpSpPr>
        <p:grpSpPr bwMode="auto">
          <a:xfrm rot="-2561452">
            <a:off x="1223393" y="7529201"/>
            <a:ext cx="950912" cy="490537"/>
            <a:chOff x="7291527" y="2886296"/>
            <a:chExt cx="507000" cy="815206"/>
          </a:xfrm>
        </p:grpSpPr>
        <p:sp>
          <p:nvSpPr>
            <p:cNvPr id="34" name="Elipse 33">
              <a:extLst>
                <a:ext uri="{FF2B5EF4-FFF2-40B4-BE49-F238E27FC236}">
                  <a16:creationId xmlns="" xmlns:a16="http://schemas.microsoft.com/office/drawing/2014/main" id="{015B58FE-865C-4ED6-9DD7-C02BE2905F70}"/>
                </a:ext>
              </a:extLst>
            </p:cNvPr>
            <p:cNvSpPr/>
            <p:nvPr/>
          </p:nvSpPr>
          <p:spPr>
            <a:xfrm>
              <a:off x="7291802" y="2884720"/>
              <a:ext cx="507000" cy="583045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400" b="1" dirty="0" smtClean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37</a:t>
              </a:r>
              <a:endParaRPr lang="es-AR" sz="2400" b="1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35" name="Triángulo isósceles 34">
              <a:extLst>
                <a:ext uri="{FF2B5EF4-FFF2-40B4-BE49-F238E27FC236}">
                  <a16:creationId xmlns="" xmlns:a16="http://schemas.microsoft.com/office/drawing/2014/main" id="{88FE694C-E545-47CA-B243-FEBD1923C418}"/>
                </a:ext>
              </a:extLst>
            </p:cNvPr>
            <p:cNvSpPr/>
            <p:nvPr/>
          </p:nvSpPr>
          <p:spPr>
            <a:xfrm rot="10800000">
              <a:off x="7447346" y="3503398"/>
              <a:ext cx="195521" cy="195228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15" name="Grupo 8"/>
          <p:cNvGrpSpPr>
            <a:grpSpLocks/>
          </p:cNvGrpSpPr>
          <p:nvPr/>
        </p:nvGrpSpPr>
        <p:grpSpPr bwMode="auto">
          <a:xfrm rot="-2561452">
            <a:off x="16580902" y="6882876"/>
            <a:ext cx="950912" cy="490538"/>
            <a:chOff x="7291527" y="2886296"/>
            <a:chExt cx="507000" cy="815206"/>
          </a:xfrm>
        </p:grpSpPr>
        <p:sp>
          <p:nvSpPr>
            <p:cNvPr id="17" name="Elipse 16">
              <a:extLst>
                <a:ext uri="{FF2B5EF4-FFF2-40B4-BE49-F238E27FC236}">
                  <a16:creationId xmlns="" xmlns:a16="http://schemas.microsoft.com/office/drawing/2014/main" id="{07285A5E-6032-4C3D-946C-073FAC2BFE68}"/>
                </a:ext>
              </a:extLst>
            </p:cNvPr>
            <p:cNvSpPr/>
            <p:nvPr/>
          </p:nvSpPr>
          <p:spPr>
            <a:xfrm>
              <a:off x="7291802" y="2884722"/>
              <a:ext cx="507000" cy="583042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400" b="1" dirty="0" smtClean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45</a:t>
              </a:r>
              <a:endParaRPr lang="es-AR" sz="2400" b="1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18" name="Triángulo isósceles 17">
              <a:extLst>
                <a:ext uri="{FF2B5EF4-FFF2-40B4-BE49-F238E27FC236}">
                  <a16:creationId xmlns="" xmlns:a16="http://schemas.microsoft.com/office/drawing/2014/main" id="{A6067CDE-E484-47CC-99DA-43A26373D3E3}"/>
                </a:ext>
              </a:extLst>
            </p:cNvPr>
            <p:cNvSpPr/>
            <p:nvPr/>
          </p:nvSpPr>
          <p:spPr>
            <a:xfrm rot="10800000">
              <a:off x="7447346" y="3503399"/>
              <a:ext cx="195521" cy="195227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xmlns="" id="{B8876621-B172-F284-0A5C-80CDEBCCE27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6232535" y="1924173"/>
          <a:ext cx="7749957" cy="10905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xmlns="" id="{3AB64A6E-DD33-54BE-B2C8-439B8CE44E1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454251" y="1922757"/>
          <a:ext cx="7749957" cy="10905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xmlns="" id="{F6414723-3BF2-90A1-937A-B268BBB3930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64502" y="1922756"/>
          <a:ext cx="7574457" cy="10905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8069" name="Título 3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AR" altLang="es-ES" sz="3600"/>
              <a:t>04. Panorama electoral | </a:t>
            </a:r>
            <a:r>
              <a:rPr lang="es-AR" altLang="es-ES" sz="3600" b="0"/>
              <a:t>Evolutivo potencialidades de voto elecciones legislativas 2025</a:t>
            </a:r>
            <a:endParaRPr lang="es-AR" altLang="es-ES" sz="3600">
              <a:latin typeface="HelveticaNeue Std (Títulos)"/>
            </a:endParaRPr>
          </a:p>
        </p:txBody>
      </p:sp>
      <p:sp>
        <p:nvSpPr>
          <p:cNvPr id="16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altLang="es-ES" sz="1800" dirty="0"/>
              <a:t>Encuesta de opinión pública | Provincia de Buenos Aires | Marzo 2025</a:t>
            </a:r>
            <a:endParaRPr lang="es-AR" altLang="es-ES" sz="1800" b="0" dirty="0"/>
          </a:p>
        </p:txBody>
      </p:sp>
      <p:sp>
        <p:nvSpPr>
          <p:cNvPr id="88071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017631A7-5113-43A6-AA39-2A57930E5612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grpSp>
        <p:nvGrpSpPr>
          <p:cNvPr id="88072" name="Grupo 3"/>
          <p:cNvGrpSpPr>
            <a:grpSpLocks/>
          </p:cNvGrpSpPr>
          <p:nvPr/>
        </p:nvGrpSpPr>
        <p:grpSpPr bwMode="auto">
          <a:xfrm rot="3360492">
            <a:off x="1797271" y="8620919"/>
            <a:ext cx="798513" cy="485775"/>
            <a:chOff x="7291527" y="2886296"/>
            <a:chExt cx="507000" cy="815206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xmlns="" id="{0B1EAF89-2751-BDF0-DA55-5F54A370CCA3}"/>
                </a:ext>
              </a:extLst>
            </p:cNvPr>
            <p:cNvSpPr/>
            <p:nvPr/>
          </p:nvSpPr>
          <p:spPr>
            <a:xfrm>
              <a:off x="7290076" y="2888741"/>
              <a:ext cx="506999" cy="583433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41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6" name="Triángulo isósceles 5">
              <a:extLst>
                <a:ext uri="{FF2B5EF4-FFF2-40B4-BE49-F238E27FC236}">
                  <a16:creationId xmlns:a16="http://schemas.microsoft.com/office/drawing/2014/main" xmlns="" id="{FA65D6C2-F854-FAF9-E093-1EB691D1DEA1}"/>
                </a:ext>
              </a:extLst>
            </p:cNvPr>
            <p:cNvSpPr/>
            <p:nvPr/>
          </p:nvSpPr>
          <p:spPr>
            <a:xfrm rot="10800000">
              <a:off x="7446574" y="3511041"/>
              <a:ext cx="194535" cy="194478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88073" name="Grupo 12"/>
          <p:cNvGrpSpPr>
            <a:grpSpLocks/>
          </p:cNvGrpSpPr>
          <p:nvPr/>
        </p:nvGrpSpPr>
        <p:grpSpPr bwMode="auto">
          <a:xfrm rot="3360492">
            <a:off x="3296896" y="9082881"/>
            <a:ext cx="798512" cy="485775"/>
            <a:chOff x="7291527" y="2886296"/>
            <a:chExt cx="507000" cy="815206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xmlns="" id="{2113B838-41A3-6807-8DBB-C51007B61F1A}"/>
                </a:ext>
              </a:extLst>
            </p:cNvPr>
            <p:cNvSpPr/>
            <p:nvPr/>
          </p:nvSpPr>
          <p:spPr>
            <a:xfrm>
              <a:off x="7290076" y="2888744"/>
              <a:ext cx="507001" cy="583433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35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xmlns="" id="{2258C078-CDE9-F166-8C0B-7C45F770D32C}"/>
                </a:ext>
              </a:extLst>
            </p:cNvPr>
            <p:cNvSpPr/>
            <p:nvPr/>
          </p:nvSpPr>
          <p:spPr>
            <a:xfrm rot="10800000">
              <a:off x="7446574" y="3511043"/>
              <a:ext cx="194535" cy="194478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88074" name="Grupo 17"/>
          <p:cNvGrpSpPr>
            <a:grpSpLocks/>
          </p:cNvGrpSpPr>
          <p:nvPr/>
        </p:nvGrpSpPr>
        <p:grpSpPr bwMode="auto">
          <a:xfrm rot="3360492">
            <a:off x="9451571" y="8693944"/>
            <a:ext cx="798513" cy="485775"/>
            <a:chOff x="7291527" y="2886296"/>
            <a:chExt cx="507000" cy="815206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xmlns="" id="{FAD85BCB-28B3-4175-ECCF-2BD2628FF142}"/>
                </a:ext>
              </a:extLst>
            </p:cNvPr>
            <p:cNvSpPr/>
            <p:nvPr/>
          </p:nvSpPr>
          <p:spPr>
            <a:xfrm>
              <a:off x="7290076" y="2888744"/>
              <a:ext cx="506999" cy="583431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41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20" name="Triángulo isósceles 19">
              <a:extLst>
                <a:ext uri="{FF2B5EF4-FFF2-40B4-BE49-F238E27FC236}">
                  <a16:creationId xmlns:a16="http://schemas.microsoft.com/office/drawing/2014/main" xmlns="" id="{417BCA89-F931-A276-DA2B-BAA818A9FAB1}"/>
                </a:ext>
              </a:extLst>
            </p:cNvPr>
            <p:cNvSpPr/>
            <p:nvPr/>
          </p:nvSpPr>
          <p:spPr>
            <a:xfrm rot="10800000">
              <a:off x="7446574" y="3511042"/>
              <a:ext cx="194535" cy="194476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88075" name="Grupo 20"/>
          <p:cNvGrpSpPr>
            <a:grpSpLocks/>
          </p:cNvGrpSpPr>
          <p:nvPr/>
        </p:nvGrpSpPr>
        <p:grpSpPr bwMode="auto">
          <a:xfrm rot="3360492">
            <a:off x="10973833" y="8279606"/>
            <a:ext cx="798512" cy="485775"/>
            <a:chOff x="7291527" y="2886296"/>
            <a:chExt cx="507000" cy="815206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xmlns="" id="{5B813B21-03A2-266E-EB81-174534C547D6}"/>
                </a:ext>
              </a:extLst>
            </p:cNvPr>
            <p:cNvSpPr/>
            <p:nvPr/>
          </p:nvSpPr>
          <p:spPr>
            <a:xfrm>
              <a:off x="7290075" y="2888746"/>
              <a:ext cx="507001" cy="583431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45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23" name="Triángulo isósceles 22">
              <a:extLst>
                <a:ext uri="{FF2B5EF4-FFF2-40B4-BE49-F238E27FC236}">
                  <a16:creationId xmlns:a16="http://schemas.microsoft.com/office/drawing/2014/main" xmlns="" id="{FD90F2C9-C321-A419-C052-D18C1276AE76}"/>
                </a:ext>
              </a:extLst>
            </p:cNvPr>
            <p:cNvSpPr/>
            <p:nvPr/>
          </p:nvSpPr>
          <p:spPr>
            <a:xfrm rot="10800000">
              <a:off x="7446574" y="3511044"/>
              <a:ext cx="194535" cy="194476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88076" name="Grupo 24"/>
          <p:cNvGrpSpPr>
            <a:grpSpLocks/>
          </p:cNvGrpSpPr>
          <p:nvPr/>
        </p:nvGrpSpPr>
        <p:grpSpPr bwMode="auto">
          <a:xfrm rot="3360492">
            <a:off x="17225769" y="10043528"/>
            <a:ext cx="798512" cy="485775"/>
            <a:chOff x="7291527" y="2886296"/>
            <a:chExt cx="507000" cy="815206"/>
          </a:xfrm>
        </p:grpSpPr>
        <p:sp>
          <p:nvSpPr>
            <p:cNvPr id="26" name="Elipse 25">
              <a:extLst>
                <a:ext uri="{FF2B5EF4-FFF2-40B4-BE49-F238E27FC236}">
                  <a16:creationId xmlns:a16="http://schemas.microsoft.com/office/drawing/2014/main" xmlns="" id="{A2A1F47F-70D1-CBBE-6E4A-699B42FD6A01}"/>
                </a:ext>
              </a:extLst>
            </p:cNvPr>
            <p:cNvSpPr/>
            <p:nvPr/>
          </p:nvSpPr>
          <p:spPr>
            <a:xfrm>
              <a:off x="7290075" y="2888746"/>
              <a:ext cx="507001" cy="583431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22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28" name="Triángulo isósceles 27">
              <a:extLst>
                <a:ext uri="{FF2B5EF4-FFF2-40B4-BE49-F238E27FC236}">
                  <a16:creationId xmlns:a16="http://schemas.microsoft.com/office/drawing/2014/main" xmlns="" id="{ABC5F9EA-641F-AA85-297A-4A91DC2658BF}"/>
                </a:ext>
              </a:extLst>
            </p:cNvPr>
            <p:cNvSpPr/>
            <p:nvPr/>
          </p:nvSpPr>
          <p:spPr>
            <a:xfrm rot="10800000">
              <a:off x="7446574" y="3511044"/>
              <a:ext cx="194535" cy="194476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88077" name="Grupo 28"/>
          <p:cNvGrpSpPr>
            <a:grpSpLocks/>
          </p:cNvGrpSpPr>
          <p:nvPr/>
        </p:nvGrpSpPr>
        <p:grpSpPr bwMode="auto">
          <a:xfrm rot="3360492">
            <a:off x="18770046" y="10289591"/>
            <a:ext cx="798513" cy="485775"/>
            <a:chOff x="7291527" y="2886296"/>
            <a:chExt cx="507000" cy="815206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xmlns="" id="{19D3215E-860A-EC36-AF79-D99A9850C3A3}"/>
                </a:ext>
              </a:extLst>
            </p:cNvPr>
            <p:cNvSpPr/>
            <p:nvPr/>
          </p:nvSpPr>
          <p:spPr>
            <a:xfrm>
              <a:off x="7290076" y="2888741"/>
              <a:ext cx="506999" cy="583433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20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36" name="Triángulo isósceles 35">
              <a:extLst>
                <a:ext uri="{FF2B5EF4-FFF2-40B4-BE49-F238E27FC236}">
                  <a16:creationId xmlns:a16="http://schemas.microsoft.com/office/drawing/2014/main" xmlns="" id="{64A6F925-2310-2417-3048-33450B6111F8}"/>
                </a:ext>
              </a:extLst>
            </p:cNvPr>
            <p:cNvSpPr/>
            <p:nvPr/>
          </p:nvSpPr>
          <p:spPr>
            <a:xfrm rot="10800000">
              <a:off x="7446574" y="3511041"/>
              <a:ext cx="194535" cy="194478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88078" name="Grupo 8"/>
          <p:cNvGrpSpPr>
            <a:grpSpLocks/>
          </p:cNvGrpSpPr>
          <p:nvPr/>
        </p:nvGrpSpPr>
        <p:grpSpPr bwMode="auto">
          <a:xfrm rot="3360492">
            <a:off x="4722363" y="8826500"/>
            <a:ext cx="798513" cy="487363"/>
            <a:chOff x="7291527" y="2886296"/>
            <a:chExt cx="507000" cy="815206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xmlns="" id="{A8802564-8B84-8819-790F-E8A6C3B553DA}"/>
                </a:ext>
              </a:extLst>
            </p:cNvPr>
            <p:cNvSpPr/>
            <p:nvPr/>
          </p:nvSpPr>
          <p:spPr>
            <a:xfrm>
              <a:off x="7290921" y="2886759"/>
              <a:ext cx="506999" cy="581532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38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11" name="Triángulo isósceles 10">
              <a:extLst>
                <a:ext uri="{FF2B5EF4-FFF2-40B4-BE49-F238E27FC236}">
                  <a16:creationId xmlns:a16="http://schemas.microsoft.com/office/drawing/2014/main" xmlns="" id="{50DB2575-36A4-9C18-FE56-D385071249C4}"/>
                </a:ext>
              </a:extLst>
            </p:cNvPr>
            <p:cNvSpPr/>
            <p:nvPr/>
          </p:nvSpPr>
          <p:spPr>
            <a:xfrm rot="10800000">
              <a:off x="7446856" y="3509233"/>
              <a:ext cx="194535" cy="193843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88079" name="Grupo 11"/>
          <p:cNvGrpSpPr>
            <a:grpSpLocks/>
          </p:cNvGrpSpPr>
          <p:nvPr/>
        </p:nvGrpSpPr>
        <p:grpSpPr bwMode="auto">
          <a:xfrm rot="3360492">
            <a:off x="12484610" y="8256588"/>
            <a:ext cx="798512" cy="487362"/>
            <a:chOff x="7291527" y="2886296"/>
            <a:chExt cx="507000" cy="815206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xmlns="" id="{09077D09-87D1-2CBB-0D31-157F7120DB7F}"/>
                </a:ext>
              </a:extLst>
            </p:cNvPr>
            <p:cNvSpPr/>
            <p:nvPr/>
          </p:nvSpPr>
          <p:spPr>
            <a:xfrm>
              <a:off x="7290921" y="2886762"/>
              <a:ext cx="507001" cy="581531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45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31" name="Triángulo isósceles 30">
              <a:extLst>
                <a:ext uri="{FF2B5EF4-FFF2-40B4-BE49-F238E27FC236}">
                  <a16:creationId xmlns:a16="http://schemas.microsoft.com/office/drawing/2014/main" xmlns="" id="{C69F26F5-AC50-8CB3-E650-0FFED7DC64FC}"/>
                </a:ext>
              </a:extLst>
            </p:cNvPr>
            <p:cNvSpPr/>
            <p:nvPr/>
          </p:nvSpPr>
          <p:spPr>
            <a:xfrm rot="10800000">
              <a:off x="7446856" y="3509235"/>
              <a:ext cx="194535" cy="193845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88080" name="Grupo 31"/>
          <p:cNvGrpSpPr>
            <a:grpSpLocks/>
          </p:cNvGrpSpPr>
          <p:nvPr/>
        </p:nvGrpSpPr>
        <p:grpSpPr bwMode="auto">
          <a:xfrm rot="3360492">
            <a:off x="20320466" y="10194131"/>
            <a:ext cx="798512" cy="485775"/>
            <a:chOff x="7291527" y="2886296"/>
            <a:chExt cx="507000" cy="815206"/>
          </a:xfrm>
        </p:grpSpPr>
        <p:sp>
          <p:nvSpPr>
            <p:cNvPr id="33" name="Elipse 32">
              <a:extLst>
                <a:ext uri="{FF2B5EF4-FFF2-40B4-BE49-F238E27FC236}">
                  <a16:creationId xmlns:a16="http://schemas.microsoft.com/office/drawing/2014/main" xmlns="" id="{1E64435C-1FCA-847B-6AED-D951F63271A8}"/>
                </a:ext>
              </a:extLst>
            </p:cNvPr>
            <p:cNvSpPr/>
            <p:nvPr/>
          </p:nvSpPr>
          <p:spPr>
            <a:xfrm>
              <a:off x="7290076" y="2888744"/>
              <a:ext cx="507001" cy="583433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21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34" name="Triángulo isósceles 33">
              <a:extLst>
                <a:ext uri="{FF2B5EF4-FFF2-40B4-BE49-F238E27FC236}">
                  <a16:creationId xmlns:a16="http://schemas.microsoft.com/office/drawing/2014/main" xmlns="" id="{DACFC206-E2D7-BAD3-8F4A-D7F3041EDDFB}"/>
                </a:ext>
              </a:extLst>
            </p:cNvPr>
            <p:cNvSpPr/>
            <p:nvPr/>
          </p:nvSpPr>
          <p:spPr>
            <a:xfrm rot="10800000">
              <a:off x="7446574" y="3511043"/>
              <a:ext cx="194535" cy="194478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88081" name="Grupo 2"/>
          <p:cNvGrpSpPr>
            <a:grpSpLocks/>
          </p:cNvGrpSpPr>
          <p:nvPr/>
        </p:nvGrpSpPr>
        <p:grpSpPr bwMode="auto">
          <a:xfrm rot="3360492">
            <a:off x="6183507" y="8505031"/>
            <a:ext cx="798512" cy="485775"/>
            <a:chOff x="7291527" y="2886296"/>
            <a:chExt cx="507000" cy="815206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xmlns="" id="{881CB788-DB10-77EC-B76D-C9EE9DE0CF2E}"/>
                </a:ext>
              </a:extLst>
            </p:cNvPr>
            <p:cNvSpPr/>
            <p:nvPr/>
          </p:nvSpPr>
          <p:spPr>
            <a:xfrm>
              <a:off x="7290076" y="2888744"/>
              <a:ext cx="507001" cy="583433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43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24" name="Triángulo isósceles 23">
              <a:extLst>
                <a:ext uri="{FF2B5EF4-FFF2-40B4-BE49-F238E27FC236}">
                  <a16:creationId xmlns:a16="http://schemas.microsoft.com/office/drawing/2014/main" xmlns="" id="{477E3D42-EBB8-997A-C584-9ABDBACDCD1E}"/>
                </a:ext>
              </a:extLst>
            </p:cNvPr>
            <p:cNvSpPr/>
            <p:nvPr/>
          </p:nvSpPr>
          <p:spPr>
            <a:xfrm rot="10800000">
              <a:off x="7446574" y="3511043"/>
              <a:ext cx="194535" cy="194478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88082" name="Grupo 34"/>
          <p:cNvGrpSpPr>
            <a:grpSpLocks/>
          </p:cNvGrpSpPr>
          <p:nvPr/>
        </p:nvGrpSpPr>
        <p:grpSpPr bwMode="auto">
          <a:xfrm rot="3360492">
            <a:off x="13998935" y="8674100"/>
            <a:ext cx="796925" cy="485775"/>
            <a:chOff x="7291527" y="2886296"/>
            <a:chExt cx="507000" cy="815206"/>
          </a:xfrm>
        </p:grpSpPr>
        <p:sp>
          <p:nvSpPr>
            <p:cNvPr id="37" name="Elipse 36">
              <a:extLst>
                <a:ext uri="{FF2B5EF4-FFF2-40B4-BE49-F238E27FC236}">
                  <a16:creationId xmlns:a16="http://schemas.microsoft.com/office/drawing/2014/main" xmlns="" id="{8F823FF9-C546-8B9F-B1F2-EDB603E03FE4}"/>
                </a:ext>
              </a:extLst>
            </p:cNvPr>
            <p:cNvSpPr/>
            <p:nvPr/>
          </p:nvSpPr>
          <p:spPr>
            <a:xfrm>
              <a:off x="7290073" y="2888743"/>
              <a:ext cx="507000" cy="583433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41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38" name="Triángulo isósceles 37">
              <a:extLst>
                <a:ext uri="{FF2B5EF4-FFF2-40B4-BE49-F238E27FC236}">
                  <a16:creationId xmlns:a16="http://schemas.microsoft.com/office/drawing/2014/main" xmlns="" id="{33069D84-B40E-A8B0-6924-FA3C0099AE69}"/>
                </a:ext>
              </a:extLst>
            </p:cNvPr>
            <p:cNvSpPr/>
            <p:nvPr/>
          </p:nvSpPr>
          <p:spPr>
            <a:xfrm rot="10800000">
              <a:off x="7445873" y="3511043"/>
              <a:ext cx="195932" cy="194478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88083" name="Grupo 38"/>
          <p:cNvGrpSpPr>
            <a:grpSpLocks/>
          </p:cNvGrpSpPr>
          <p:nvPr/>
        </p:nvGrpSpPr>
        <p:grpSpPr bwMode="auto">
          <a:xfrm rot="3360492">
            <a:off x="21818165" y="9730372"/>
            <a:ext cx="798513" cy="485775"/>
            <a:chOff x="7291527" y="2886296"/>
            <a:chExt cx="507000" cy="815206"/>
          </a:xfrm>
        </p:grpSpPr>
        <p:sp>
          <p:nvSpPr>
            <p:cNvPr id="40" name="Elipse 39">
              <a:extLst>
                <a:ext uri="{FF2B5EF4-FFF2-40B4-BE49-F238E27FC236}">
                  <a16:creationId xmlns:a16="http://schemas.microsoft.com/office/drawing/2014/main" xmlns="" id="{E9F43C26-CC01-795C-B3CB-B02C066DB232}"/>
                </a:ext>
              </a:extLst>
            </p:cNvPr>
            <p:cNvSpPr/>
            <p:nvPr/>
          </p:nvSpPr>
          <p:spPr>
            <a:xfrm>
              <a:off x="7290076" y="2888741"/>
              <a:ext cx="506999" cy="583433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26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41" name="Triángulo isósceles 40">
              <a:extLst>
                <a:ext uri="{FF2B5EF4-FFF2-40B4-BE49-F238E27FC236}">
                  <a16:creationId xmlns:a16="http://schemas.microsoft.com/office/drawing/2014/main" xmlns="" id="{6685B317-F908-696A-D812-7008B895D05A}"/>
                </a:ext>
              </a:extLst>
            </p:cNvPr>
            <p:cNvSpPr/>
            <p:nvPr/>
          </p:nvSpPr>
          <p:spPr>
            <a:xfrm rot="10800000">
              <a:off x="7446574" y="3511041"/>
              <a:ext cx="194535" cy="194478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xmlns="" id="{3E758F42-268B-9D82-7994-853DD105740A}"/>
              </a:ext>
            </a:extLst>
          </p:cNvPr>
          <p:cNvGrpSpPr>
            <a:grpSpLocks/>
          </p:cNvGrpSpPr>
          <p:nvPr/>
        </p:nvGrpSpPr>
        <p:grpSpPr bwMode="auto">
          <a:xfrm rot="3360492">
            <a:off x="7615106" y="8140496"/>
            <a:ext cx="798512" cy="485775"/>
            <a:chOff x="7291527" y="2886296"/>
            <a:chExt cx="507000" cy="815206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xmlns="" id="{65BB3602-9146-D089-E224-EC7762A794FD}"/>
                </a:ext>
              </a:extLst>
            </p:cNvPr>
            <p:cNvSpPr/>
            <p:nvPr/>
          </p:nvSpPr>
          <p:spPr>
            <a:xfrm>
              <a:off x="7290076" y="2888744"/>
              <a:ext cx="507001" cy="583433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48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9" name="Triángulo isósceles 8">
              <a:extLst>
                <a:ext uri="{FF2B5EF4-FFF2-40B4-BE49-F238E27FC236}">
                  <a16:creationId xmlns:a16="http://schemas.microsoft.com/office/drawing/2014/main" xmlns="" id="{25D08652-08E4-B8D1-9E31-B1D77246999D}"/>
                </a:ext>
              </a:extLst>
            </p:cNvPr>
            <p:cNvSpPr/>
            <p:nvPr/>
          </p:nvSpPr>
          <p:spPr>
            <a:xfrm rot="10800000">
              <a:off x="7446574" y="3511043"/>
              <a:ext cx="194535" cy="194478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12" name="Grupo 34">
            <a:extLst>
              <a:ext uri="{FF2B5EF4-FFF2-40B4-BE49-F238E27FC236}">
                <a16:creationId xmlns:a16="http://schemas.microsoft.com/office/drawing/2014/main" xmlns="" id="{A2499165-880E-1D4F-2D34-4BC572DE772C}"/>
              </a:ext>
            </a:extLst>
          </p:cNvPr>
          <p:cNvGrpSpPr>
            <a:grpSpLocks/>
          </p:cNvGrpSpPr>
          <p:nvPr/>
        </p:nvGrpSpPr>
        <p:grpSpPr bwMode="auto">
          <a:xfrm rot="3360492">
            <a:off x="15497056" y="8912765"/>
            <a:ext cx="796925" cy="485775"/>
            <a:chOff x="7291527" y="2886296"/>
            <a:chExt cx="507000" cy="815206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xmlns="" id="{3D964AA7-609F-8B56-393D-9D81B2D012A7}"/>
                </a:ext>
              </a:extLst>
            </p:cNvPr>
            <p:cNvSpPr/>
            <p:nvPr/>
          </p:nvSpPr>
          <p:spPr>
            <a:xfrm>
              <a:off x="7290073" y="2888743"/>
              <a:ext cx="507000" cy="583433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37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18" name="Triángulo isósceles 17">
              <a:extLst>
                <a:ext uri="{FF2B5EF4-FFF2-40B4-BE49-F238E27FC236}">
                  <a16:creationId xmlns:a16="http://schemas.microsoft.com/office/drawing/2014/main" xmlns="" id="{FC2275A3-BBD9-653E-25A0-DF16F03BD7A0}"/>
                </a:ext>
              </a:extLst>
            </p:cNvPr>
            <p:cNvSpPr/>
            <p:nvPr/>
          </p:nvSpPr>
          <p:spPr>
            <a:xfrm rot="10800000">
              <a:off x="7445873" y="3511043"/>
              <a:ext cx="195932" cy="194478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pSp>
        <p:nvGrpSpPr>
          <p:cNvPr id="21" name="Grupo 38">
            <a:extLst>
              <a:ext uri="{FF2B5EF4-FFF2-40B4-BE49-F238E27FC236}">
                <a16:creationId xmlns:a16="http://schemas.microsoft.com/office/drawing/2014/main" xmlns="" id="{81A3C4EF-C8C7-9174-4CAC-0F111926D55F}"/>
              </a:ext>
            </a:extLst>
          </p:cNvPr>
          <p:cNvGrpSpPr>
            <a:grpSpLocks/>
          </p:cNvGrpSpPr>
          <p:nvPr/>
        </p:nvGrpSpPr>
        <p:grpSpPr bwMode="auto">
          <a:xfrm rot="3360492">
            <a:off x="23350792" y="9796507"/>
            <a:ext cx="798513" cy="485775"/>
            <a:chOff x="7291527" y="2886296"/>
            <a:chExt cx="507000" cy="815206"/>
          </a:xfrm>
        </p:grpSpPr>
        <p:sp>
          <p:nvSpPr>
            <p:cNvPr id="25" name="Elipse 24">
              <a:extLst>
                <a:ext uri="{FF2B5EF4-FFF2-40B4-BE49-F238E27FC236}">
                  <a16:creationId xmlns:a16="http://schemas.microsoft.com/office/drawing/2014/main" xmlns="" id="{FFACF0FF-0FE2-6488-13DE-441E302F0661}"/>
                </a:ext>
              </a:extLst>
            </p:cNvPr>
            <p:cNvSpPr/>
            <p:nvPr/>
          </p:nvSpPr>
          <p:spPr>
            <a:xfrm>
              <a:off x="7290076" y="2888741"/>
              <a:ext cx="506999" cy="583433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es-MX" sz="2000" b="1" dirty="0">
                  <a:solidFill>
                    <a:srgbClr val="FFFFFF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26</a:t>
              </a:r>
              <a:endParaRPr lang="es-AR" sz="24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29" name="Triángulo isósceles 28">
              <a:extLst>
                <a:ext uri="{FF2B5EF4-FFF2-40B4-BE49-F238E27FC236}">
                  <a16:creationId xmlns:a16="http://schemas.microsoft.com/office/drawing/2014/main" xmlns="" id="{F320E83F-F10F-3173-24A3-D4D3C1480227}"/>
                </a:ext>
              </a:extLst>
            </p:cNvPr>
            <p:cNvSpPr/>
            <p:nvPr/>
          </p:nvSpPr>
          <p:spPr>
            <a:xfrm rot="10800000">
              <a:off x="7446574" y="3511041"/>
              <a:ext cx="194535" cy="194478"/>
            </a:xfrm>
            <a:prstGeom prst="triangle">
              <a:avLst/>
            </a:prstGeom>
            <a:ln w="3175"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es-AR" sz="240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00004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B9352222-F9F9-49AC-B56B-F6AA159858B0}"/>
              </a:ext>
            </a:extLst>
          </p:cNvPr>
          <p:cNvSpPr txBox="1"/>
          <p:nvPr/>
        </p:nvSpPr>
        <p:spPr>
          <a:xfrm>
            <a:off x="1390650" y="2127250"/>
            <a:ext cx="10012363" cy="37861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11999" b="1" dirty="0" smtClean="0">
                <a:solidFill>
                  <a:srgbClr val="E85833"/>
                </a:solidFill>
              </a:rPr>
              <a:t>05.</a:t>
            </a:r>
            <a:endParaRPr lang="es-AR" sz="11999" b="1" dirty="0">
              <a:solidFill>
                <a:srgbClr val="E85833"/>
              </a:solidFill>
            </a:endParaRPr>
          </a:p>
          <a:p>
            <a:pPr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1999" b="1" dirty="0">
                <a:solidFill>
                  <a:srgbClr val="FFFFFF"/>
                </a:solidFill>
              </a:rPr>
              <a:t>COYUNTURA</a:t>
            </a:r>
            <a:endParaRPr lang="es-AR" sz="11999" b="1" dirty="0">
              <a:solidFill>
                <a:srgbClr val="FFFFFF"/>
              </a:solidFill>
            </a:endParaRPr>
          </a:p>
        </p:txBody>
      </p:sp>
      <p:sp>
        <p:nvSpPr>
          <p:cNvPr id="102403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>
                <a:solidFill>
                  <a:srgbClr val="000000"/>
                </a:solidFill>
              </a:rPr>
              <a:t>Encuesta de opinión pública | Provincia de Buenos Aires | Marzo 2025 </a:t>
            </a:r>
            <a:endParaRPr lang="es-AR" altLang="es-ES" sz="1800" b="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ítulo 3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AR" altLang="es-ES" sz="3600" dirty="0" smtClean="0"/>
              <a:t>05. Coyuntura | Rumbo | </a:t>
            </a:r>
            <a:r>
              <a:rPr lang="es-AR" altLang="es-ES" sz="3600" b="0" dirty="0" smtClean="0"/>
              <a:t>Cómo cree que es el rumbo del gobierno nacional</a:t>
            </a:r>
            <a:endParaRPr lang="es-AR" altLang="es-ES" sz="3600" dirty="0" smtClean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=""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s-ES" sz="1800" dirty="0" smtClean="0"/>
              <a:t>Encuesta de opinión pública | Provincia de Buenos Aires | Marzo 2025 </a:t>
            </a:r>
            <a:endParaRPr lang="es-AR" sz="1800" dirty="0"/>
          </a:p>
        </p:txBody>
      </p:sp>
      <p:sp>
        <p:nvSpPr>
          <p:cNvPr id="103428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smtClean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 smtClean="0">
                <a:solidFill>
                  <a:srgbClr val="000000"/>
                </a:solidFill>
              </a:rPr>
              <a:t> | </a:t>
            </a:r>
            <a:fld id="{009551F0-7D61-4D3C-8473-4D0530536CEE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es-AR" altLang="es-ES" sz="1800" b="1" smtClean="0">
              <a:solidFill>
                <a:srgbClr val="000000"/>
              </a:solidFill>
            </a:endParaRPr>
          </a:p>
        </p:txBody>
      </p:sp>
      <p:graphicFrame>
        <p:nvGraphicFramePr>
          <p:cNvPr id="6" name="Gráfico 5">
            <a:extLst>
              <a:ext uri="{FF2B5EF4-FFF2-40B4-BE49-F238E27FC236}">
                <a16:creationId xmlns="" xmlns:a16="http://schemas.microsoft.com/office/drawing/2014/main" id="{9A4FBF4F-DA5B-F4F2-9DCE-170BEE6FCF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3321996"/>
              </p:ext>
            </p:extLst>
          </p:nvPr>
        </p:nvGraphicFramePr>
        <p:xfrm>
          <a:off x="717114" y="1940696"/>
          <a:ext cx="22746735" cy="10860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ítulo 3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AR" altLang="es-ES" sz="3600" dirty="0" smtClean="0"/>
              <a:t>05. </a:t>
            </a:r>
            <a:r>
              <a:rPr lang="es-AR" altLang="es-ES" sz="3600" dirty="0"/>
              <a:t>Coyuntura | Rumbo | </a:t>
            </a:r>
            <a:r>
              <a:rPr lang="es-AR" altLang="es-ES" sz="3600" b="0" dirty="0"/>
              <a:t>Evolutivo cómo cree que es el rumbo del gobierno nacional</a:t>
            </a:r>
            <a:endParaRPr lang="es-AR" altLang="es-ES" sz="360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sp>
        <p:nvSpPr>
          <p:cNvPr id="104452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FEB3E73F-1478-4529-81C0-4541EC66ABAE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xmlns="" id="{5A88D4F2-640E-EA27-8BB2-1DD421CD3D03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06121" y="1924243"/>
          <a:ext cx="22768584" cy="10905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490227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2235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05. </a:t>
            </a:r>
            <a:r>
              <a:rPr lang="es-AR" altLang="es-ES" sz="3600" dirty="0"/>
              <a:t>Coyuntura</a:t>
            </a:r>
            <a:r>
              <a:rPr lang="es-AR" altLang="es-AR" sz="3600" dirty="0" smtClean="0"/>
              <a:t> | </a:t>
            </a:r>
            <a:r>
              <a:rPr lang="es-AR" altLang="es-ES" sz="3600" dirty="0"/>
              <a:t>Rumbo </a:t>
            </a:r>
            <a:r>
              <a:rPr lang="es-AR" altLang="es-ES" sz="3600" dirty="0" smtClean="0"/>
              <a:t>|</a:t>
            </a:r>
            <a:r>
              <a:rPr lang="es-AR" altLang="es-AR" sz="3600" dirty="0" smtClean="0"/>
              <a:t> </a:t>
            </a:r>
            <a:r>
              <a:rPr lang="es-AR" altLang="es-AR" sz="3600" b="0" dirty="0"/>
              <a:t>Apertura </a:t>
            </a:r>
            <a:r>
              <a:rPr lang="es-AR" altLang="es-AR" sz="3600" b="0" dirty="0" smtClean="0"/>
              <a:t>c</a:t>
            </a:r>
            <a:r>
              <a:rPr lang="es-AR" altLang="es-ES" sz="3600" b="0" dirty="0" smtClean="0"/>
              <a:t>ómo </a:t>
            </a:r>
            <a:r>
              <a:rPr lang="es-AR" altLang="es-ES" sz="3600" b="0" dirty="0"/>
              <a:t>cree que es el rumbo del gobierno nacional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37715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32065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58348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Título 1">
            <a:extLst>
              <a:ext uri="{FF2B5EF4-FFF2-40B4-BE49-F238E27FC236}">
                <a16:creationId xmlns:a16="http://schemas.microsoft.com/office/drawing/2014/main" xmlns="" id="{96533999-B83C-408D-B7F6-FD823CDC3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242" y="799907"/>
            <a:ext cx="19196327" cy="1124336"/>
          </a:xfrm>
        </p:spPr>
        <p:txBody>
          <a:bodyPr/>
          <a:lstStyle/>
          <a:p>
            <a:pPr eaLnBrk="1" hangingPunct="1"/>
            <a:r>
              <a:rPr lang="es-AR" altLang="es-ES" sz="3600" dirty="0" smtClean="0"/>
              <a:t>05. </a:t>
            </a:r>
            <a:r>
              <a:rPr lang="es-AR" altLang="es-ES" sz="3600" dirty="0"/>
              <a:t>Coyuntura | </a:t>
            </a:r>
            <a:r>
              <a:rPr lang="es-AR" altLang="es-ES" sz="3600" dirty="0" smtClean="0"/>
              <a:t>Acciones del GN </a:t>
            </a:r>
            <a:r>
              <a:rPr lang="es-AR" altLang="es-ES" sz="3600" dirty="0"/>
              <a:t>| </a:t>
            </a:r>
            <a:r>
              <a:rPr lang="es-AR" altLang="es-ES" sz="3600" b="0" dirty="0" smtClean="0"/>
              <a:t>Evaluación de distintas acciones del gobierno nacional de Javier </a:t>
            </a:r>
            <a:r>
              <a:rPr lang="es-AR" altLang="es-ES" sz="3600" b="0" dirty="0" err="1" smtClean="0"/>
              <a:t>Milei</a:t>
            </a:r>
            <a:endParaRPr lang="es-AR" altLang="es-ES" sz="3600" dirty="0"/>
          </a:p>
        </p:txBody>
      </p:sp>
      <p:sp>
        <p:nvSpPr>
          <p:cNvPr id="168963" name="Marcador de pie de página 3">
            <a:extLst>
              <a:ext uri="{FF2B5EF4-FFF2-40B4-BE49-F238E27FC236}">
                <a16:creationId xmlns:a16="http://schemas.microsoft.com/office/drawing/2014/main" xmlns="" id="{87B1086A-CAB2-435B-B6CB-5C641ED97A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>
                <a:solidFill>
                  <a:srgbClr val="000000"/>
                </a:solidFill>
              </a:rPr>
              <a:t>Encuesta de opinión pública | Provincia de Buenos Aires | Marzo 2025 </a:t>
            </a:r>
            <a:endParaRPr lang="es-AR" altLang="es-ES" sz="1800" b="0" dirty="0">
              <a:solidFill>
                <a:srgbClr val="000000"/>
              </a:solidFill>
            </a:endParaRPr>
          </a:p>
        </p:txBody>
      </p:sp>
      <p:sp>
        <p:nvSpPr>
          <p:cNvPr id="168964" name="Marcador de número de diapositiva 4">
            <a:extLst>
              <a:ext uri="{FF2B5EF4-FFF2-40B4-BE49-F238E27FC236}">
                <a16:creationId xmlns:a16="http://schemas.microsoft.com/office/drawing/2014/main" xmlns="" id="{14F69119-B69E-477A-AE26-2A8726BE44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9D6866C9-169B-40F5-96FF-666FD6299796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xmlns="" id="{A44D4601-96C1-4BDC-8452-66DBF6B2E846}"/>
              </a:ext>
            </a:extLst>
          </p:cNvPr>
          <p:cNvCxnSpPr>
            <a:cxnSpLocks/>
            <a:stCxn id="27" idx="4"/>
            <a:endCxn id="21" idx="4"/>
          </p:cNvCxnSpPr>
          <p:nvPr/>
        </p:nvCxnSpPr>
        <p:spPr>
          <a:xfrm>
            <a:off x="20611714" y="3498850"/>
            <a:ext cx="23003" cy="83007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xmlns="" id="{F6F1A894-69CC-4383-9869-80DB01F7BB67}"/>
              </a:ext>
            </a:extLst>
          </p:cNvPr>
          <p:cNvCxnSpPr>
            <a:cxnSpLocks/>
          </p:cNvCxnSpPr>
          <p:nvPr/>
        </p:nvCxnSpPr>
        <p:spPr>
          <a:xfrm>
            <a:off x="21944463" y="3500438"/>
            <a:ext cx="16937" cy="82991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xmlns="" id="{9F88140B-0888-4BEF-B9AF-AE0A0A4A4584}"/>
              </a:ext>
            </a:extLst>
          </p:cNvPr>
          <p:cNvCxnSpPr>
            <a:cxnSpLocks/>
          </p:cNvCxnSpPr>
          <p:nvPr/>
        </p:nvCxnSpPr>
        <p:spPr>
          <a:xfrm>
            <a:off x="23244103" y="2640570"/>
            <a:ext cx="28446" cy="84332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:a16="http://schemas.microsoft.com/office/drawing/2014/main" xmlns="" id="{644B432F-B8CF-4392-B50A-E18E2B2F6B57}"/>
              </a:ext>
            </a:extLst>
          </p:cNvPr>
          <p:cNvSpPr/>
          <p:nvPr/>
        </p:nvSpPr>
        <p:spPr>
          <a:xfrm>
            <a:off x="20025926" y="2327275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+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xmlns="" id="{88A4130C-941E-431D-97E5-EFB235F6D5E5}"/>
              </a:ext>
            </a:extLst>
          </p:cNvPr>
          <p:cNvSpPr/>
          <p:nvPr/>
        </p:nvSpPr>
        <p:spPr>
          <a:xfrm>
            <a:off x="22692828" y="4018257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18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xmlns="" id="{EBDDEAD4-9C96-4818-96DF-1E88EDE302B8}"/>
              </a:ext>
            </a:extLst>
          </p:cNvPr>
          <p:cNvSpPr/>
          <p:nvPr/>
        </p:nvSpPr>
        <p:spPr>
          <a:xfrm>
            <a:off x="21367144" y="4018257"/>
            <a:ext cx="1171575" cy="1171575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39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xmlns="" id="{9BFB0E92-E7A4-4349-9D71-3028392CC099}"/>
              </a:ext>
            </a:extLst>
          </p:cNvPr>
          <p:cNvSpPr/>
          <p:nvPr/>
        </p:nvSpPr>
        <p:spPr>
          <a:xfrm>
            <a:off x="20048929" y="4018257"/>
            <a:ext cx="1171575" cy="1171575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57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xmlns="" id="{C334C316-FCAC-400F-BA15-7A28927A5823}"/>
              </a:ext>
            </a:extLst>
          </p:cNvPr>
          <p:cNvSpPr/>
          <p:nvPr/>
        </p:nvSpPr>
        <p:spPr>
          <a:xfrm>
            <a:off x="22669825" y="2328863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&lt;&gt;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xmlns="" id="{B5A57017-374F-4B0D-B43B-C9AA87B3C0FC}"/>
              </a:ext>
            </a:extLst>
          </p:cNvPr>
          <p:cNvSpPr/>
          <p:nvPr/>
        </p:nvSpPr>
        <p:spPr>
          <a:xfrm>
            <a:off x="21344934" y="2328863"/>
            <a:ext cx="1169988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</a:t>
            </a:r>
          </a:p>
        </p:txBody>
      </p:sp>
      <p:sp>
        <p:nvSpPr>
          <p:cNvPr id="168984" name="CuadroTexto 2">
            <a:extLst>
              <a:ext uri="{FF2B5EF4-FFF2-40B4-BE49-F238E27FC236}">
                <a16:creationId xmlns:a16="http://schemas.microsoft.com/office/drawing/2014/main" xmlns="" id="{E7CD7840-EC27-4742-956C-CFBCADFB4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350" y="2055471"/>
            <a:ext cx="97561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eaLnBrk="1" hangingPunct="1"/>
            <a:r>
              <a:rPr lang="es-ES" altLang="es-ES" sz="2400" b="1" dirty="0">
                <a:solidFill>
                  <a:srgbClr val="000000"/>
                </a:solidFill>
              </a:rPr>
              <a:t>¿Cómo </a:t>
            </a:r>
            <a:r>
              <a:rPr lang="es-ES" altLang="es-ES" sz="2400" b="1" dirty="0" smtClean="0">
                <a:solidFill>
                  <a:srgbClr val="000000"/>
                </a:solidFill>
              </a:rPr>
              <a:t>cree </a:t>
            </a:r>
            <a:r>
              <a:rPr lang="es-ES" altLang="es-ES" sz="2400" b="1" dirty="0">
                <a:solidFill>
                  <a:srgbClr val="000000"/>
                </a:solidFill>
              </a:rPr>
              <a:t>que se manejó el gobierno nacional respecto a</a:t>
            </a:r>
            <a:r>
              <a:rPr lang="es-AR" altLang="es-ES" sz="2400" b="1" dirty="0" smtClean="0">
                <a:solidFill>
                  <a:srgbClr val="000000"/>
                </a:solidFill>
              </a:rPr>
              <a:t>…? </a:t>
            </a:r>
            <a:endParaRPr lang="es-AR" altLang="es-ES" sz="2400" b="1" dirty="0">
              <a:solidFill>
                <a:srgbClr val="000000"/>
              </a:solidFill>
            </a:endParaRP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xmlns="" id="{88A4130C-941E-431D-97E5-EFB235F6D5E5}"/>
              </a:ext>
            </a:extLst>
          </p:cNvPr>
          <p:cNvSpPr/>
          <p:nvPr/>
        </p:nvSpPr>
        <p:spPr>
          <a:xfrm>
            <a:off x="22692828" y="10628009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-29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xmlns="" id="{EBDDEAD4-9C96-4818-96DF-1E88EDE302B8}"/>
              </a:ext>
            </a:extLst>
          </p:cNvPr>
          <p:cNvSpPr/>
          <p:nvPr/>
        </p:nvSpPr>
        <p:spPr>
          <a:xfrm>
            <a:off x="21367144" y="10628009"/>
            <a:ext cx="1171575" cy="1171575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58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xmlns="" id="{9BFB0E92-E7A4-4349-9D71-3028392CC099}"/>
              </a:ext>
            </a:extLst>
          </p:cNvPr>
          <p:cNvSpPr/>
          <p:nvPr/>
        </p:nvSpPr>
        <p:spPr>
          <a:xfrm>
            <a:off x="20048929" y="10628009"/>
            <a:ext cx="1171575" cy="1171575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29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xmlns="" id="{C1E03979-05D9-41A1-8FEC-DF3CDA1F02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658800"/>
              </p:ext>
            </p:extLst>
          </p:nvPr>
        </p:nvGraphicFramePr>
        <p:xfrm>
          <a:off x="751327" y="2385070"/>
          <a:ext cx="18722684" cy="10203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Elipse 21">
            <a:extLst>
              <a:ext uri="{FF2B5EF4-FFF2-40B4-BE49-F238E27FC236}">
                <a16:creationId xmlns:a16="http://schemas.microsoft.com/office/drawing/2014/main" xmlns="" id="{88A4130C-941E-431D-97E5-EFB235F6D5E5}"/>
              </a:ext>
            </a:extLst>
          </p:cNvPr>
          <p:cNvSpPr/>
          <p:nvPr/>
        </p:nvSpPr>
        <p:spPr>
          <a:xfrm>
            <a:off x="22692828" y="8380343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-28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xmlns="" id="{EBDDEAD4-9C96-4818-96DF-1E88EDE302B8}"/>
              </a:ext>
            </a:extLst>
          </p:cNvPr>
          <p:cNvSpPr/>
          <p:nvPr/>
        </p:nvSpPr>
        <p:spPr>
          <a:xfrm>
            <a:off x="21367144" y="8380343"/>
            <a:ext cx="1171575" cy="1171575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58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xmlns="" id="{9BFB0E92-E7A4-4349-9D71-3028392CC099}"/>
              </a:ext>
            </a:extLst>
          </p:cNvPr>
          <p:cNvSpPr/>
          <p:nvPr/>
        </p:nvSpPr>
        <p:spPr>
          <a:xfrm>
            <a:off x="20048929" y="8380343"/>
            <a:ext cx="1171575" cy="1171575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30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xmlns="" id="{88A4130C-941E-431D-97E5-EFB235F6D5E5}"/>
              </a:ext>
            </a:extLst>
          </p:cNvPr>
          <p:cNvSpPr/>
          <p:nvPr/>
        </p:nvSpPr>
        <p:spPr>
          <a:xfrm>
            <a:off x="22692828" y="6203609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-6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xmlns="" id="{EBDDEAD4-9C96-4818-96DF-1E88EDE302B8}"/>
              </a:ext>
            </a:extLst>
          </p:cNvPr>
          <p:cNvSpPr/>
          <p:nvPr/>
        </p:nvSpPr>
        <p:spPr>
          <a:xfrm>
            <a:off x="21367144" y="6203609"/>
            <a:ext cx="1171575" cy="1171575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47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xmlns="" id="{9BFB0E92-E7A4-4349-9D71-3028392CC099}"/>
              </a:ext>
            </a:extLst>
          </p:cNvPr>
          <p:cNvSpPr/>
          <p:nvPr/>
        </p:nvSpPr>
        <p:spPr>
          <a:xfrm>
            <a:off x="20048929" y="6203609"/>
            <a:ext cx="1171575" cy="1171575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41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7054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ítulo 3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AR" altLang="es-ES" sz="3600" dirty="0" smtClean="0"/>
              <a:t>05. Coyuntura | </a:t>
            </a:r>
            <a:r>
              <a:rPr lang="es-AR" altLang="es-ES" sz="3600" dirty="0"/>
              <a:t>Oposición al GN | </a:t>
            </a:r>
            <a:r>
              <a:rPr lang="es-ES" altLang="es-ES" sz="3600" b="0" dirty="0" smtClean="0"/>
              <a:t>Principal opositor al gobierno de Javier </a:t>
            </a:r>
            <a:r>
              <a:rPr lang="es-ES" altLang="es-ES" sz="3600" b="0" dirty="0" err="1" smtClean="0"/>
              <a:t>Milei</a:t>
            </a:r>
            <a:endParaRPr lang="es-AR" altLang="es-ES" sz="3600" dirty="0" smtClean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=""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/>
          </a:p>
        </p:txBody>
      </p:sp>
      <p:sp>
        <p:nvSpPr>
          <p:cNvPr id="111620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smtClean="0"/>
              <a:t>No difundir este material sin autorización previa</a:t>
            </a:r>
            <a:r>
              <a:rPr lang="es-AR" altLang="es-ES" sz="1800" b="1" smtClean="0"/>
              <a:t> | </a:t>
            </a:r>
            <a:fld id="{C0F9B724-E6D9-430A-A946-DAC9257EB579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51</a:t>
            </a:fld>
            <a:endParaRPr lang="es-AR" altLang="es-ES" sz="1800" b="1" smtClean="0"/>
          </a:p>
        </p:txBody>
      </p:sp>
      <p:graphicFrame>
        <p:nvGraphicFramePr>
          <p:cNvPr id="2" name="Gráfico 1">
            <a:extLst>
              <a:ext uri="{FF2B5EF4-FFF2-40B4-BE49-F238E27FC236}">
                <a16:creationId xmlns="" xmlns:a16="http://schemas.microsoft.com/office/drawing/2014/main" id="{40755512-147C-46B9-A632-0E717B3005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0127007"/>
              </p:ext>
            </p:extLst>
          </p:nvPr>
        </p:nvGraphicFramePr>
        <p:xfrm>
          <a:off x="1022350" y="1924821"/>
          <a:ext cx="22527726" cy="10860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ítulo 3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AR" altLang="es-ES" sz="3600" dirty="0" smtClean="0"/>
              <a:t>05. </a:t>
            </a:r>
            <a:r>
              <a:rPr lang="es-AR" altLang="es-ES" sz="3600" dirty="0"/>
              <a:t>Coyuntura | Oposición al GN | </a:t>
            </a:r>
            <a:r>
              <a:rPr lang="es-ES" altLang="es-ES" sz="3600" b="0" dirty="0"/>
              <a:t>Principal opositor al gobierno de Javier </a:t>
            </a:r>
            <a:r>
              <a:rPr lang="es-ES" altLang="es-ES" sz="3600" b="0" dirty="0" err="1"/>
              <a:t>Milei</a:t>
            </a:r>
            <a:endParaRPr lang="es-AR" altLang="es-ES" sz="360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altLang="es-ES" sz="1800" dirty="0"/>
              <a:t>Encuesta de opinión pública | Provincia de Buenos Aires | Marzo 2025</a:t>
            </a:r>
            <a:endParaRPr lang="es-AR" altLang="es-ES" sz="1800" b="0" dirty="0"/>
          </a:p>
        </p:txBody>
      </p:sp>
      <p:sp>
        <p:nvSpPr>
          <p:cNvPr id="111620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C0F9B724-E6D9-430A-A946-DAC9257EB579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52</a:t>
            </a:fld>
            <a:endParaRPr lang="es-AR" altLang="es-ES" sz="1800" b="1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xmlns="" id="{B1E05CED-7B9A-0348-EE83-4B6FBE889C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1651952"/>
              </p:ext>
            </p:extLst>
          </p:nvPr>
        </p:nvGraphicFramePr>
        <p:xfrm>
          <a:off x="1013607" y="1945132"/>
          <a:ext cx="22527726" cy="10860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412268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2235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05. </a:t>
            </a:r>
            <a:r>
              <a:rPr lang="es-AR" altLang="es-ES" sz="3600" dirty="0"/>
              <a:t>Coyuntura | Rol opositor</a:t>
            </a:r>
            <a:r>
              <a:rPr lang="es-AR" altLang="es-AR" sz="3600" dirty="0" smtClean="0"/>
              <a:t> </a:t>
            </a:r>
            <a:r>
              <a:rPr lang="es-AR" altLang="es-AR" sz="3600" dirty="0"/>
              <a:t>| </a:t>
            </a:r>
            <a:r>
              <a:rPr lang="es-AR" altLang="es-AR" sz="3600" b="0" dirty="0"/>
              <a:t>Apertura </a:t>
            </a:r>
            <a:r>
              <a:rPr lang="es-ES" altLang="es-AR" sz="3600" b="0" dirty="0" smtClean="0"/>
              <a:t>p</a:t>
            </a:r>
            <a:r>
              <a:rPr lang="es-ES" altLang="es-ES" sz="3600" b="0" dirty="0" smtClean="0"/>
              <a:t>rincipal </a:t>
            </a:r>
            <a:r>
              <a:rPr lang="es-ES" altLang="es-ES" sz="3600" b="0" dirty="0"/>
              <a:t>opositor al gobierno de Javier </a:t>
            </a:r>
            <a:r>
              <a:rPr lang="es-ES" altLang="es-ES" sz="3600" b="0" dirty="0" err="1"/>
              <a:t>Milei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53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37715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32065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56401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AR" altLang="es-ES" sz="3600" dirty="0" smtClean="0"/>
              <a:t>05. Coyuntura | Situación económica | </a:t>
            </a:r>
            <a:r>
              <a:rPr lang="es-AR" altLang="es-ES" sz="3600" b="0" dirty="0" smtClean="0"/>
              <a:t>Situación económica del país y personal </a:t>
            </a:r>
            <a:endParaRPr lang="es-AR" altLang="es-ES" sz="3600" dirty="0" smtClean="0"/>
          </a:p>
        </p:txBody>
      </p:sp>
      <p:sp>
        <p:nvSpPr>
          <p:cNvPr id="114691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>
                <a:solidFill>
                  <a:srgbClr val="000000"/>
                </a:solidFill>
              </a:rPr>
              <a:t>Encuesta de opinión pública | Provincia de Buenos Aires | Marzo 2025 </a:t>
            </a:r>
            <a:endParaRPr lang="es-AR" altLang="es-ES" sz="1800" b="0" dirty="0" smtClean="0">
              <a:solidFill>
                <a:srgbClr val="000000"/>
              </a:solidFill>
            </a:endParaRPr>
          </a:p>
        </p:txBody>
      </p:sp>
      <p:sp>
        <p:nvSpPr>
          <p:cNvPr id="114692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smtClean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 smtClean="0">
                <a:solidFill>
                  <a:srgbClr val="000000"/>
                </a:solidFill>
              </a:rPr>
              <a:t> | </a:t>
            </a:r>
            <a:fld id="{DA7B2C84-61AF-4AEC-AC6D-B2FDD2BBA400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54</a:t>
            </a:fld>
            <a:endParaRPr lang="es-AR" altLang="es-ES" sz="1800" b="1" smtClean="0">
              <a:solidFill>
                <a:srgbClr val="000000"/>
              </a:solidFill>
            </a:endParaRPr>
          </a:p>
        </p:txBody>
      </p:sp>
      <p:cxnSp>
        <p:nvCxnSpPr>
          <p:cNvPr id="47" name="Conector recto 46">
            <a:extLst>
              <a:ext uri="{FF2B5EF4-FFF2-40B4-BE49-F238E27FC236}">
                <a16:creationId xmlns="" xmlns:a16="http://schemas.microsoft.com/office/drawing/2014/main" id="{A44D4601-96C1-4BDC-8452-66DBF6B2E846}"/>
              </a:ext>
            </a:extLst>
          </p:cNvPr>
          <p:cNvCxnSpPr>
            <a:cxnSpLocks/>
            <a:stCxn id="27" idx="4"/>
            <a:endCxn id="21" idx="4"/>
          </p:cNvCxnSpPr>
          <p:nvPr/>
        </p:nvCxnSpPr>
        <p:spPr>
          <a:xfrm>
            <a:off x="20612100" y="3498850"/>
            <a:ext cx="15875" cy="71961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="" xmlns:a16="http://schemas.microsoft.com/office/drawing/2014/main" id="{F6F1A894-69CC-4383-9869-80DB01F7BB67}"/>
              </a:ext>
            </a:extLst>
          </p:cNvPr>
          <p:cNvCxnSpPr>
            <a:cxnSpLocks/>
            <a:stCxn id="26" idx="4"/>
            <a:endCxn id="20" idx="4"/>
          </p:cNvCxnSpPr>
          <p:nvPr/>
        </p:nvCxnSpPr>
        <p:spPr>
          <a:xfrm>
            <a:off x="21929725" y="3500438"/>
            <a:ext cx="17463" cy="71945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="" xmlns:a16="http://schemas.microsoft.com/office/drawing/2014/main" id="{9F88140B-0888-4BEF-B9AF-AE0A0A4A4584}"/>
              </a:ext>
            </a:extLst>
          </p:cNvPr>
          <p:cNvCxnSpPr>
            <a:cxnSpLocks/>
          </p:cNvCxnSpPr>
          <p:nvPr/>
        </p:nvCxnSpPr>
        <p:spPr>
          <a:xfrm>
            <a:off x="23244175" y="3378200"/>
            <a:ext cx="28575" cy="63357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Elipse 26">
            <a:extLst>
              <a:ext uri="{FF2B5EF4-FFF2-40B4-BE49-F238E27FC236}">
                <a16:creationId xmlns="" xmlns:a16="http://schemas.microsoft.com/office/drawing/2014/main" id="{644B432F-B8CF-4392-B50A-E18E2B2F6B57}"/>
              </a:ext>
            </a:extLst>
          </p:cNvPr>
          <p:cNvSpPr/>
          <p:nvPr/>
        </p:nvSpPr>
        <p:spPr>
          <a:xfrm>
            <a:off x="20026313" y="2327275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+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="" xmlns:a16="http://schemas.microsoft.com/office/drawing/2014/main" id="{88A4130C-941E-431D-97E5-EFB235F6D5E5}"/>
              </a:ext>
            </a:extLst>
          </p:cNvPr>
          <p:cNvSpPr/>
          <p:nvPr/>
        </p:nvSpPr>
        <p:spPr>
          <a:xfrm>
            <a:off x="22669500" y="5053013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-20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9" name="Elipse 28">
            <a:extLst>
              <a:ext uri="{FF2B5EF4-FFF2-40B4-BE49-F238E27FC236}">
                <a16:creationId xmlns="" xmlns:a16="http://schemas.microsoft.com/office/drawing/2014/main" id="{EBDDEAD4-9C96-4818-96DF-1E88EDE302B8}"/>
              </a:ext>
            </a:extLst>
          </p:cNvPr>
          <p:cNvSpPr/>
          <p:nvPr/>
        </p:nvSpPr>
        <p:spPr>
          <a:xfrm>
            <a:off x="21343938" y="5053013"/>
            <a:ext cx="1171575" cy="1171575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59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20026313" y="5053013"/>
            <a:ext cx="1171575" cy="1171575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39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5" name="Elipse 24">
            <a:extLst>
              <a:ext uri="{FF2B5EF4-FFF2-40B4-BE49-F238E27FC236}">
                <a16:creationId xmlns="" xmlns:a16="http://schemas.microsoft.com/office/drawing/2014/main" id="{C334C316-FCAC-400F-BA15-7A28927A5823}"/>
              </a:ext>
            </a:extLst>
          </p:cNvPr>
          <p:cNvSpPr/>
          <p:nvPr/>
        </p:nvSpPr>
        <p:spPr>
          <a:xfrm>
            <a:off x="22669500" y="2328863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&lt;&gt;</a:t>
            </a:r>
          </a:p>
        </p:txBody>
      </p:sp>
      <p:sp>
        <p:nvSpPr>
          <p:cNvPr id="26" name="Elipse 25">
            <a:extLst>
              <a:ext uri="{FF2B5EF4-FFF2-40B4-BE49-F238E27FC236}">
                <a16:creationId xmlns="" xmlns:a16="http://schemas.microsoft.com/office/drawing/2014/main" id="{B5A57017-374F-4B0D-B43B-C9AA87B3C0FC}"/>
              </a:ext>
            </a:extLst>
          </p:cNvPr>
          <p:cNvSpPr/>
          <p:nvPr/>
        </p:nvSpPr>
        <p:spPr>
          <a:xfrm>
            <a:off x="21345525" y="2328863"/>
            <a:ext cx="1169988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</a:t>
            </a:r>
          </a:p>
        </p:txBody>
      </p:sp>
      <p:sp>
        <p:nvSpPr>
          <p:cNvPr id="114702" name="CuadroTexto 2"/>
          <p:cNvSpPr txBox="1">
            <a:spLocks noChangeArrowheads="1"/>
          </p:cNvSpPr>
          <p:nvPr/>
        </p:nvSpPr>
        <p:spPr bwMode="auto">
          <a:xfrm>
            <a:off x="1022350" y="2055813"/>
            <a:ext cx="9756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eaLnBrk="1" hangingPunct="1"/>
            <a:r>
              <a:rPr lang="es-AR" altLang="es-ES" sz="2400" b="1">
                <a:solidFill>
                  <a:srgbClr val="000000"/>
                </a:solidFill>
              </a:rPr>
              <a:t>En términos generales, ¿cómo evalúa la situación económica…? 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="" xmlns:a16="http://schemas.microsoft.com/office/drawing/2014/main" id="{88A4130C-941E-431D-97E5-EFB235F6D5E5}"/>
              </a:ext>
            </a:extLst>
          </p:cNvPr>
          <p:cNvSpPr/>
          <p:nvPr/>
        </p:nvSpPr>
        <p:spPr>
          <a:xfrm>
            <a:off x="22686963" y="9523413"/>
            <a:ext cx="1171575" cy="1171575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-8</a:t>
            </a:r>
            <a:endParaRPr lang="es-AR" sz="2400" dirty="0">
              <a:solidFill>
                <a:srgbClr val="000000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="" xmlns:a16="http://schemas.microsoft.com/office/drawing/2014/main" id="{EBDDEAD4-9C96-4818-96DF-1E88EDE302B8}"/>
              </a:ext>
            </a:extLst>
          </p:cNvPr>
          <p:cNvSpPr/>
          <p:nvPr/>
        </p:nvSpPr>
        <p:spPr>
          <a:xfrm>
            <a:off x="21361400" y="9523413"/>
            <a:ext cx="1171575" cy="1171575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52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="" xmlns:a16="http://schemas.microsoft.com/office/drawing/2014/main" id="{9BFB0E92-E7A4-4349-9D71-3028392CC099}"/>
              </a:ext>
            </a:extLst>
          </p:cNvPr>
          <p:cNvSpPr/>
          <p:nvPr/>
        </p:nvSpPr>
        <p:spPr>
          <a:xfrm>
            <a:off x="20042188" y="9523413"/>
            <a:ext cx="1171575" cy="1171575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2400" dirty="0" smtClean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44</a:t>
            </a:r>
            <a:endParaRPr lang="es-AR" sz="240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="" xmlns:a16="http://schemas.microsoft.com/office/drawing/2014/main" id="{C1E03979-05D9-41A1-8FEC-DF3CDA1F02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9143767"/>
              </p:ext>
            </p:extLst>
          </p:nvPr>
        </p:nvGraphicFramePr>
        <p:xfrm>
          <a:off x="751327" y="2385070"/>
          <a:ext cx="18722684" cy="10203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r>
              <a:rPr lang="es-AR" altLang="es-ES" sz="3600" dirty="0" smtClean="0"/>
              <a:t>05</a:t>
            </a:r>
            <a:r>
              <a:rPr lang="es-AR" altLang="es-ES" sz="3600" dirty="0" smtClean="0">
                <a:latin typeface="HelveticaNeue Std (Títulos)"/>
              </a:rPr>
              <a:t>. </a:t>
            </a:r>
            <a:r>
              <a:rPr lang="es-AR" altLang="es-ES" sz="3600" dirty="0">
                <a:latin typeface="HelveticaNeue Std (Títulos)"/>
              </a:rPr>
              <a:t>Coyuntura </a:t>
            </a:r>
            <a:r>
              <a:rPr lang="es-AR" altLang="es-ES" sz="3600" dirty="0"/>
              <a:t>| Situación económica | </a:t>
            </a:r>
            <a:r>
              <a:rPr lang="es-AR" altLang="es-ES" sz="3600" b="0" dirty="0"/>
              <a:t>Evolutivos</a:t>
            </a:r>
            <a:r>
              <a:rPr lang="es-AR" altLang="es-ES" sz="3600" dirty="0"/>
              <a:t> </a:t>
            </a:r>
            <a:r>
              <a:rPr lang="es-AR" altLang="es-ES" sz="3600" b="0" dirty="0"/>
              <a:t>situación económica del país y personal</a:t>
            </a:r>
            <a:endParaRPr lang="es-AR" altLang="es-AR" sz="36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E84D4F44-FF83-476A-A90C-773F8AE87B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6CAC8CFC-2674-417B-A626-80D574E8BA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sz="1800" dirty="0"/>
              <a:t>No difundir este material sin autorización previa | </a:t>
            </a:r>
            <a:fld id="{70F6CA25-3D06-4E75-AB8A-8FEDE8D27017}" type="slidenum">
              <a:rPr lang="es-AR" sz="1800" b="1" smtClean="0"/>
              <a:pPr>
                <a:defRPr/>
              </a:pPr>
              <a:t>55</a:t>
            </a:fld>
            <a:endParaRPr lang="es-AR" sz="1800" b="1" dirty="0"/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xmlns="" id="{894F01C6-4AFB-E65D-E6BC-72319D1EF558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012351" y="1919569"/>
          <a:ext cx="11217731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xmlns="" id="{5BB6C381-62B1-4E91-B5D3-3FE07F9F74F9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2240081" y="1939990"/>
          <a:ext cx="11546237" cy="108616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0821243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05. </a:t>
            </a:r>
            <a:r>
              <a:rPr lang="es-AR" altLang="es-ES" sz="3600" dirty="0"/>
              <a:t>Coyuntura | Situación económica</a:t>
            </a:r>
            <a:r>
              <a:rPr lang="es-AR" altLang="es-AR" sz="3600" dirty="0" smtClean="0"/>
              <a:t> </a:t>
            </a:r>
            <a:r>
              <a:rPr lang="es-AR" altLang="es-AR" sz="3600" dirty="0"/>
              <a:t>| </a:t>
            </a:r>
            <a:r>
              <a:rPr lang="es-AR" altLang="es-AR" sz="3600" b="0" dirty="0"/>
              <a:t>Apertura </a:t>
            </a:r>
            <a:r>
              <a:rPr lang="es-AR" altLang="es-AR" sz="3600" b="0" dirty="0" smtClean="0"/>
              <a:t>s</a:t>
            </a:r>
            <a:r>
              <a:rPr lang="es-AR" altLang="es-ES" sz="3600" b="0" dirty="0" smtClean="0"/>
              <a:t>ituación </a:t>
            </a:r>
            <a:r>
              <a:rPr lang="es-AR" altLang="es-ES" sz="3600" b="0" dirty="0"/>
              <a:t>económica del país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56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84457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37490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05. </a:t>
            </a:r>
            <a:r>
              <a:rPr lang="es-AR" altLang="es-ES" sz="3600" dirty="0"/>
              <a:t>Coyuntura | Situación económica</a:t>
            </a:r>
            <a:r>
              <a:rPr lang="es-AR" altLang="es-AR" sz="3600" dirty="0" smtClean="0"/>
              <a:t> </a:t>
            </a:r>
            <a:r>
              <a:rPr lang="es-AR" altLang="es-AR" sz="3600" dirty="0"/>
              <a:t>| </a:t>
            </a:r>
            <a:r>
              <a:rPr lang="es-AR" altLang="es-AR" sz="3600" b="0" dirty="0"/>
              <a:t>Apertura </a:t>
            </a:r>
            <a:r>
              <a:rPr lang="es-AR" altLang="es-AR" sz="3600" b="0" dirty="0" smtClean="0"/>
              <a:t>s</a:t>
            </a:r>
            <a:r>
              <a:rPr lang="es-AR" altLang="es-ES" sz="3600" b="0" dirty="0" smtClean="0"/>
              <a:t>ituación </a:t>
            </a:r>
            <a:r>
              <a:rPr lang="es-AR" altLang="es-ES" sz="3600" b="0" dirty="0"/>
              <a:t>económica </a:t>
            </a:r>
            <a:r>
              <a:rPr lang="es-AR" altLang="es-ES" sz="3600" b="0" dirty="0" smtClean="0"/>
              <a:t>personal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57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3" name="Grupo 32"/>
          <p:cNvGrpSpPr/>
          <p:nvPr/>
        </p:nvGrpSpPr>
        <p:grpSpPr>
          <a:xfrm>
            <a:off x="1637386" y="2844578"/>
            <a:ext cx="22215323" cy="1055443"/>
            <a:chOff x="1637386" y="2901728"/>
            <a:chExt cx="22215323" cy="1055443"/>
          </a:xfrm>
        </p:grpSpPr>
        <p:sp>
          <p:nvSpPr>
            <p:cNvPr id="34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7" name="Cerrar corchete 36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8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39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0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41" name="Cerrar corchete 4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4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45" name="Cerrar corchete 4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errar corchete 4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49" name="Cerrar corchete 48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0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51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3" name="Cerrar corchete 52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5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97858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ítulo 3">
            <a:extLst>
              <a:ext uri="{FF2B5EF4-FFF2-40B4-BE49-F238E27FC236}">
                <a16:creationId xmlns:a16="http://schemas.microsoft.com/office/drawing/2014/main" xmlns="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AR" altLang="es-ES" sz="3600" dirty="0" smtClean="0"/>
              <a:t>05. </a:t>
            </a:r>
            <a:r>
              <a:rPr lang="es-AR" altLang="es-ES" sz="3600" dirty="0"/>
              <a:t>Coyuntura </a:t>
            </a:r>
            <a:r>
              <a:rPr lang="es-MX" altLang="es-ES" sz="3600" dirty="0"/>
              <a:t>| Características | </a:t>
            </a:r>
            <a:r>
              <a:rPr lang="es-AR" altLang="es-ES" sz="3600" dirty="0" smtClean="0"/>
              <a:t>Múltiple</a:t>
            </a:r>
            <a:r>
              <a:rPr lang="es-AR" altLang="es-ES" sz="3600" b="0" dirty="0">
                <a:solidFill>
                  <a:schemeClr val="accent3"/>
                </a:solidFill>
              </a:rPr>
              <a:t> </a:t>
            </a:r>
            <a:r>
              <a:rPr lang="es-AR" altLang="es-ES" sz="3600" dirty="0" smtClean="0"/>
              <a:t>|</a:t>
            </a:r>
            <a:r>
              <a:rPr lang="es-AR" sz="3600" b="0" dirty="0" smtClean="0"/>
              <a:t> </a:t>
            </a:r>
            <a:r>
              <a:rPr lang="es-AR" altLang="es-ES" sz="3600" b="0" dirty="0" smtClean="0"/>
              <a:t>Principales características de Javier </a:t>
            </a:r>
            <a:r>
              <a:rPr lang="es-AR" altLang="es-ES" sz="3600" b="0" dirty="0" err="1" smtClean="0"/>
              <a:t>Milei</a:t>
            </a:r>
            <a:endParaRPr lang="es-AR" altLang="es-ES" sz="3600" dirty="0">
              <a:latin typeface="HelveticaNeue Std (Títulos)"/>
            </a:endParaRPr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xmlns="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58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sp>
        <p:nvSpPr>
          <p:cNvPr id="6" name="Marcador de pie de página 3">
            <a:extLst>
              <a:ext uri="{FF2B5EF4-FFF2-40B4-BE49-F238E27FC236}">
                <a16:creationId xmlns:a16="http://schemas.microsoft.com/office/drawing/2014/main" xmlns="" id="{1D899BF2-305E-487B-BA80-B99D14478B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5725"/>
            <a:ext cx="8229600" cy="730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r>
              <a:rPr lang="es-ES" sz="1800" dirty="0" smtClean="0">
                <a:solidFill>
                  <a:srgbClr val="000000"/>
                </a:solidFill>
              </a:rPr>
              <a:t>Encuesta de opinión pública | Provincia de Buenos Aires | Marzo 2025 </a:t>
            </a:r>
            <a:endParaRPr lang="es-AR" sz="1800" dirty="0">
              <a:solidFill>
                <a:srgbClr val="000000"/>
              </a:solidFill>
            </a:endParaRP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xmlns="" id="{40755512-147C-46B9-A632-0E717B30057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894909" y="1967071"/>
          <a:ext cx="22592593" cy="10860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55517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9A23C51-42ED-C1B4-C541-3FCAEAB2B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ítulo 1">
            <a:extLst>
              <a:ext uri="{FF2B5EF4-FFF2-40B4-BE49-F238E27FC236}">
                <a16:creationId xmlns="" xmlns:a16="http://schemas.microsoft.com/office/drawing/2014/main" id="{1D675566-24F9-2319-04C6-2CF1B0CDB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348" y="799907"/>
            <a:ext cx="19827071" cy="1124336"/>
          </a:xfrm>
        </p:spPr>
        <p:txBody>
          <a:bodyPr/>
          <a:lstStyle/>
          <a:p>
            <a:pPr eaLnBrk="1" hangingPunct="1"/>
            <a:r>
              <a:rPr lang="es-MX" sz="3600" dirty="0" smtClean="0"/>
              <a:t>05. Coyuntura | Características | Múltiple</a:t>
            </a:r>
            <a:r>
              <a:rPr lang="es-AR" altLang="es-AR" sz="3600" dirty="0" smtClean="0"/>
              <a:t> </a:t>
            </a:r>
            <a:r>
              <a:rPr lang="es-AR" altLang="es-AR" sz="3600" dirty="0"/>
              <a:t>| </a:t>
            </a:r>
            <a:r>
              <a:rPr lang="es-AR" altLang="es-AR" sz="3600" b="0" dirty="0"/>
              <a:t>Apertura </a:t>
            </a:r>
            <a:r>
              <a:rPr lang="es-AR" altLang="es-AR" sz="3600" b="0" dirty="0" smtClean="0"/>
              <a:t>p</a:t>
            </a:r>
            <a:r>
              <a:rPr lang="es-MX" sz="3600" b="0" dirty="0" err="1" smtClean="0"/>
              <a:t>rincipales</a:t>
            </a:r>
            <a:r>
              <a:rPr lang="es-MX" sz="3600" b="0" dirty="0" smtClean="0"/>
              <a:t> </a:t>
            </a:r>
            <a:r>
              <a:rPr lang="es-MX" sz="3600" b="0" dirty="0"/>
              <a:t>características de Javier </a:t>
            </a:r>
            <a:r>
              <a:rPr lang="es-MX" sz="3600" b="0" dirty="0" smtClean="0"/>
              <a:t>Milei</a:t>
            </a:r>
            <a:r>
              <a:rPr lang="es-MX" sz="3600" dirty="0" smtClean="0"/>
              <a:t> </a:t>
            </a:r>
            <a:endParaRPr lang="es-AR" sz="3600" dirty="0"/>
          </a:p>
        </p:txBody>
      </p:sp>
      <p:sp>
        <p:nvSpPr>
          <p:cNvPr id="19" name="Marcador de pie de página 3">
            <a:extLst>
              <a:ext uri="{FF2B5EF4-FFF2-40B4-BE49-F238E27FC236}">
                <a16:creationId xmlns="" xmlns:a16="http://schemas.microsoft.com/office/drawing/2014/main" id="{AA5D3C6E-FFC6-EC8C-3BC8-1C383D179E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20" name="Marcador de número de diapositiva 4">
            <a:extLst>
              <a:ext uri="{FF2B5EF4-FFF2-40B4-BE49-F238E27FC236}">
                <a16:creationId xmlns="" xmlns:a16="http://schemas.microsoft.com/office/drawing/2014/main" id="{ACA72D0A-1209-8E1F-D365-332D1CCCB7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r>
              <a:rPr lang="es-AR" sz="1800" dirty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sz="1800" b="1" dirty="0">
                <a:solidFill>
                  <a:srgbClr val="000000"/>
                </a:solidFill>
              </a:rPr>
              <a:t> | </a:t>
            </a:r>
            <a:fld id="{72ED38B6-3394-4243-B208-49D9AC9EAEFD}" type="slidenum">
              <a:rPr lang="es-AR" sz="1800" b="1" smtClean="0">
                <a:solidFill>
                  <a:srgbClr val="000000"/>
                </a:solidFill>
              </a:rPr>
              <a:pPr/>
              <a:t>59</a:t>
            </a:fld>
            <a:endParaRPr lang="es-AR" sz="1800" b="1" dirty="0">
              <a:solidFill>
                <a:srgbClr val="000000"/>
              </a:solidFill>
            </a:endParaRPr>
          </a:p>
        </p:txBody>
      </p:sp>
      <p:graphicFrame>
        <p:nvGraphicFramePr>
          <p:cNvPr id="29" name="Gráfico 28">
            <a:extLst>
              <a:ext uri="{FF2B5EF4-FFF2-40B4-BE49-F238E27FC236}">
                <a16:creationId xmlns="" xmlns:a16="http://schemas.microsoft.com/office/drawing/2014/main" id="{AC861990-6B9E-D57D-7888-05CD0D8169CF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356865" y="1908368"/>
          <a:ext cx="23046060" cy="10877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3" name="Grupo 32"/>
          <p:cNvGrpSpPr/>
          <p:nvPr/>
        </p:nvGrpSpPr>
        <p:grpSpPr>
          <a:xfrm>
            <a:off x="1637386" y="3244628"/>
            <a:ext cx="22215323" cy="1055443"/>
            <a:chOff x="1637386" y="2901728"/>
            <a:chExt cx="22215323" cy="1055443"/>
          </a:xfrm>
        </p:grpSpPr>
        <p:sp>
          <p:nvSpPr>
            <p:cNvPr id="34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6" name="Cerrar corchete 3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3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3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40" name="Cerrar corchete 3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1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42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3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44" name="Cerrar corchete 43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5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48" name="Cerrar corchete 47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7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74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8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9" name="Cerrar corchete 78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80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06337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B9352222-F9F9-49AC-B56B-F6AA159858B0}"/>
              </a:ext>
            </a:extLst>
          </p:cNvPr>
          <p:cNvSpPr txBox="1"/>
          <p:nvPr/>
        </p:nvSpPr>
        <p:spPr>
          <a:xfrm>
            <a:off x="1390650" y="2127250"/>
            <a:ext cx="13603288" cy="37861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11999" b="1" dirty="0" smtClean="0">
                <a:solidFill>
                  <a:srgbClr val="E85833"/>
                </a:solidFill>
              </a:rPr>
              <a:t>06.</a:t>
            </a:r>
            <a:endParaRPr lang="es-AR" sz="11999" b="1" dirty="0">
              <a:solidFill>
                <a:srgbClr val="E85833"/>
              </a:solidFill>
            </a:endParaRPr>
          </a:p>
          <a:p>
            <a:pPr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MX" sz="11999" b="1" dirty="0">
                <a:solidFill>
                  <a:srgbClr val="FFFFFF"/>
                </a:solidFill>
              </a:rPr>
              <a:t>PROBLEMÁTICAS</a:t>
            </a:r>
            <a:endParaRPr lang="es-AR" sz="11999" b="1" dirty="0">
              <a:solidFill>
                <a:srgbClr val="FFFFFF"/>
              </a:solidFill>
            </a:endParaRPr>
          </a:p>
        </p:txBody>
      </p:sp>
      <p:sp>
        <p:nvSpPr>
          <p:cNvPr id="1218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>
                <a:solidFill>
                  <a:srgbClr val="000000"/>
                </a:solidFill>
              </a:rPr>
              <a:t>Encuesta de opinión pública | Provincia de Buenos Aires | Marzo 2025 </a:t>
            </a:r>
            <a:endParaRPr lang="es-AR" altLang="es-ES" sz="1800" b="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ítulo 3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pPr eaLnBrk="1" hangingPunct="1"/>
            <a:r>
              <a:rPr lang="es-MX" altLang="es-AR" sz="3600" dirty="0" smtClean="0"/>
              <a:t>06. Problemáticas </a:t>
            </a:r>
            <a:r>
              <a:rPr lang="es-AR" altLang="es-ES" sz="3600" dirty="0" smtClean="0">
                <a:latin typeface="HelveticaNeue Std (Títulos)"/>
              </a:rPr>
              <a:t>| </a:t>
            </a:r>
            <a:r>
              <a:rPr lang="es-AR" altLang="es-ES" sz="3600" b="0" dirty="0" smtClean="0">
                <a:latin typeface="HelveticaNeue Std (Títulos)"/>
              </a:rPr>
              <a:t>Principal problemática de la actualidad</a:t>
            </a:r>
            <a:endParaRPr lang="es-AR" altLang="es-ES" sz="3600" dirty="0" smtClean="0">
              <a:latin typeface="HelveticaNeue Std (Títulos)"/>
            </a:endParaRPr>
          </a:p>
        </p:txBody>
      </p:sp>
      <p:sp>
        <p:nvSpPr>
          <p:cNvPr id="122883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smtClean="0"/>
              <a:t>No difundir este material sin autorización previa</a:t>
            </a:r>
            <a:r>
              <a:rPr lang="es-AR" altLang="es-ES" sz="1800" b="1" smtClean="0"/>
              <a:t> | </a:t>
            </a:r>
            <a:fld id="{3AA28A1A-4BE8-4FDE-A1F2-D3D0D61D5E32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61</a:t>
            </a:fld>
            <a:endParaRPr lang="es-AR" altLang="es-ES" sz="1800" b="1" smtClean="0"/>
          </a:p>
        </p:txBody>
      </p:sp>
      <p:sp>
        <p:nvSpPr>
          <p:cNvPr id="122884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 smtClean="0"/>
          </a:p>
        </p:txBody>
      </p:sp>
      <p:graphicFrame>
        <p:nvGraphicFramePr>
          <p:cNvPr id="8" name="Gráfico 7">
            <a:extLst>
              <a:ext uri="{FF2B5EF4-FFF2-40B4-BE49-F238E27FC236}">
                <a16:creationId xmlns="" xmlns:a16="http://schemas.microsoft.com/office/drawing/2014/main" id="{3328B10F-3F66-4B16-A38A-DA9484E2D1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5368801"/>
              </p:ext>
            </p:extLst>
          </p:nvPr>
        </p:nvGraphicFramePr>
        <p:xfrm>
          <a:off x="853281" y="1937503"/>
          <a:ext cx="22675851" cy="10860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ítulo 3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480338" cy="1123950"/>
          </a:xfrm>
        </p:spPr>
        <p:txBody>
          <a:bodyPr/>
          <a:lstStyle/>
          <a:p>
            <a:pPr eaLnBrk="1" hangingPunct="1"/>
            <a:r>
              <a:rPr lang="es-MX" altLang="es-AR" sz="3600" dirty="0" smtClean="0"/>
              <a:t>06. </a:t>
            </a:r>
            <a:r>
              <a:rPr lang="es-MX" altLang="es-AR" sz="3600" dirty="0"/>
              <a:t>Problemáticas </a:t>
            </a:r>
            <a:r>
              <a:rPr lang="es-AR" altLang="es-ES" sz="3600" dirty="0"/>
              <a:t>| </a:t>
            </a:r>
            <a:r>
              <a:rPr lang="es-AR" altLang="es-ES" sz="3600" b="0" dirty="0"/>
              <a:t>Evolutivo principal problemática de la actualidad</a:t>
            </a:r>
            <a:endParaRPr lang="es-AR" altLang="es-ES" sz="3600" dirty="0">
              <a:latin typeface="HelveticaNeue Std (Títulos)"/>
            </a:endParaRPr>
          </a:p>
        </p:txBody>
      </p:sp>
      <p:sp>
        <p:nvSpPr>
          <p:cNvPr id="123907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BE9A7804-4FE9-445A-AA91-606480E6AC90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62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83F42C3F-BF46-EF0C-F708-2832E6D265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9967913" cy="730250"/>
          </a:xfrm>
        </p:spPr>
        <p:txBody>
          <a:bodyPr/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xmlns="" id="{69830181-67D0-1353-03F3-27C2899244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4790317"/>
              </p:ext>
            </p:extLst>
          </p:nvPr>
        </p:nvGraphicFramePr>
        <p:xfrm>
          <a:off x="1297038" y="1934209"/>
          <a:ext cx="22524987" cy="10894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13306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MX" sz="3600" dirty="0" smtClean="0"/>
              <a:t>06. </a:t>
            </a:r>
            <a:r>
              <a:rPr lang="es-MX" sz="3600" dirty="0"/>
              <a:t>Problemáticas</a:t>
            </a:r>
            <a:r>
              <a:rPr lang="es-AR" altLang="es-AR" sz="3600" dirty="0" smtClean="0"/>
              <a:t> </a:t>
            </a:r>
            <a:r>
              <a:rPr lang="es-AR" altLang="es-AR" sz="3600" dirty="0"/>
              <a:t>| </a:t>
            </a:r>
            <a:r>
              <a:rPr lang="es-AR" altLang="es-AR" sz="3600" b="0" dirty="0"/>
              <a:t>Apertura </a:t>
            </a:r>
            <a:r>
              <a:rPr lang="es-AR" altLang="es-AR" sz="3600" b="0" dirty="0" smtClean="0">
                <a:latin typeface="HelveticaNeue Std (Títulos)"/>
              </a:rPr>
              <a:t>p</a:t>
            </a:r>
            <a:r>
              <a:rPr lang="es-AR" altLang="es-ES" sz="3600" b="0" dirty="0" smtClean="0">
                <a:latin typeface="HelveticaNeue Std (Títulos)"/>
              </a:rPr>
              <a:t>rincipal </a:t>
            </a:r>
            <a:r>
              <a:rPr lang="es-AR" altLang="es-ES" sz="3600" b="0" dirty="0">
                <a:latin typeface="HelveticaNeue Std (Títulos)"/>
              </a:rPr>
              <a:t>problemática de la actualidad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63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637715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32446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96431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ítulo 3">
            <a:extLst>
              <a:ext uri="{FF2B5EF4-FFF2-40B4-BE49-F238E27FC236}">
                <a16:creationId xmlns:a16="http://schemas.microsoft.com/office/drawing/2014/main" xmlns="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242" y="799907"/>
            <a:ext cx="20438531" cy="1124336"/>
          </a:xfrm>
        </p:spPr>
        <p:txBody>
          <a:bodyPr/>
          <a:lstStyle/>
          <a:p>
            <a:pPr eaLnBrk="1" hangingPunct="1"/>
            <a:r>
              <a:rPr lang="es-MX" sz="3600" dirty="0"/>
              <a:t>06. Problemáticas </a:t>
            </a:r>
            <a:r>
              <a:rPr lang="es-AR" altLang="es-ES" sz="3600" dirty="0"/>
              <a:t>| </a:t>
            </a:r>
            <a:r>
              <a:rPr lang="es-AR" sz="3600" dirty="0"/>
              <a:t>Abierta </a:t>
            </a:r>
            <a:r>
              <a:rPr lang="es-AR" altLang="es-ES" sz="3600" dirty="0"/>
              <a:t>| </a:t>
            </a:r>
            <a:r>
              <a:rPr lang="es-AR" sz="3600" b="0" dirty="0"/>
              <a:t>Teniendo en cuenta el último año, ¿en que estás </a:t>
            </a:r>
            <a:r>
              <a:rPr lang="es-AR" sz="3600" u="sng" dirty="0"/>
              <a:t>MEJOR</a:t>
            </a:r>
            <a:r>
              <a:rPr lang="es-AR" sz="3600" dirty="0"/>
              <a:t> vos y tu familia</a:t>
            </a:r>
            <a:r>
              <a:rPr lang="es-AR" sz="3600" b="0" dirty="0"/>
              <a:t>? </a:t>
            </a:r>
            <a:endParaRPr lang="es-AR" altLang="es-ES" sz="3600" b="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/>
              <a:t>Encuesta de opinión pública | Provincia de Buenos Aires | Marzo 2025 </a:t>
            </a:r>
            <a:endParaRPr lang="es-AR" altLang="es-ES" sz="1800" b="0" dirty="0"/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xmlns="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64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sp>
        <p:nvSpPr>
          <p:cNvPr id="6" name="Bocadillo: rectángulo 1">
            <a:extLst>
              <a:ext uri="{FF2B5EF4-FFF2-40B4-BE49-F238E27FC236}">
                <a16:creationId xmlns:a16="http://schemas.microsoft.com/office/drawing/2014/main" xmlns="" id="{B65D0D98-6416-4510-70DF-5AC748F72351}"/>
              </a:ext>
            </a:extLst>
          </p:cNvPr>
          <p:cNvSpPr/>
          <p:nvPr/>
        </p:nvSpPr>
        <p:spPr>
          <a:xfrm>
            <a:off x="1041244" y="2057400"/>
            <a:ext cx="22266991" cy="10564905"/>
          </a:xfrm>
          <a:prstGeom prst="wedgeRectCallout">
            <a:avLst>
              <a:gd name="adj1" fmla="val -22750"/>
              <a:gd name="adj2" fmla="val 49650"/>
            </a:avLst>
          </a:prstGeom>
          <a:solidFill>
            <a:schemeClr val="bg1">
              <a:lumMod val="85000"/>
              <a:alpha val="40000"/>
            </a:schemeClr>
          </a:solidFill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252000" rtlCol="0" anchor="t"/>
          <a:lstStyle/>
          <a:p>
            <a:pPr algn="just">
              <a:lnSpc>
                <a:spcPct val="150000"/>
              </a:lnSpc>
            </a:pPr>
            <a:r>
              <a:rPr lang="es-AR" sz="2400" b="1" u="sng" dirty="0">
                <a:solidFill>
                  <a:srgbClr val="04967A"/>
                </a:solidFill>
              </a:rPr>
              <a:t>ENTRE LOS QUE TIENEN EVALUACIÓN POSITIVA DEL GOBIERNO NACIONAL: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En primer lugar, la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estabilidad económica y la reducción de la inflación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son los aspectos más destacados.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Muchos mencionan que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inflación ha bajado, lo que les permite planificar mejor sus gastos y su vida en general, ahorrar y proyectar a mediano y largo plazo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Esta estabilidad en los precios es vista como un gran logro del último año, especialmente en comparación con la situación durante el gobierno anterior de Alberto Fernández, cuando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inflación descontrolada generaba incertidumbre y dificultades para llegar a fin de mes.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Además, se menciona que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plata rinde más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lo que ha mejorado el poder adquisitivo de las familias y ha permitido una mayor tranquilidad en el manejo de las finanzas personales y familiares.  </a:t>
            </a:r>
            <a:endParaRPr lang="es-AR" sz="2400" dirty="0">
              <a:solidFill>
                <a:srgbClr val="FFFFFF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En segundo lugar, la </a:t>
            </a:r>
            <a:r>
              <a:rPr lang="es-AR" sz="2400" b="1" u="sng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esperanza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la confianza en el futuro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son temas recurrentes. Muchos expresan que,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 pesar de las dificultades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sienten que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el país está en el camino correcto y que las políticas implementadas están sentando las bases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para una recuperación económica sostenida. Esta sensación de esperanza se vincula con la percepción que el gobierno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está combatiendo la corrupción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reduciendo el gasto público innecesario y promoviendo un cambio de paradigma en la gestión del Estado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La idea que se está trabajando para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sacar al país del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caos heredado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genera una actitud positiva hacia el futuro, incluso entre quienes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reconocen que aún falta mucho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por mejorar.  </a:t>
            </a:r>
            <a:endParaRPr lang="es-AR" sz="2400" dirty="0">
              <a:solidFill>
                <a:srgbClr val="FFFFFF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Hay una sensación de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mejora en la calidad de vida y la tranquilidad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por estos motivos. Mencionan que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ya no tienen que salir corriendo a gastar su dinero por miedo a la devaluación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lo que les permite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manejar sus finanzas con calma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previsibilidad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También se valora la </a:t>
            </a:r>
            <a:r>
              <a:rPr lang="es-AR" sz="2400" b="1" u="sng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reducción de los piquetes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la </a:t>
            </a:r>
            <a:r>
              <a:rPr lang="es-AR" sz="2400" b="1" u="sng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sensación que hay más orden en las calles,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lo que contribuye a una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mayor tranquilidad social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Además, se menciona que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apertura de importaciones y la competencia en el mercado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han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mejorado la oferta de productos y servicios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 </a:t>
            </a:r>
            <a:endParaRPr lang="es-AR" sz="2400" dirty="0">
              <a:solidFill>
                <a:srgbClr val="FFFFFF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percepción de un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cambio cultural</a:t>
            </a:r>
            <a:r>
              <a:rPr lang="es-AR" sz="2400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político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es otro eje importante. Muchos expresan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satisfacción por la eliminación de lo que consideran 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curros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prácticas corruptas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asociadas con gobiernos anteriores, especialmente el kirchnerismo. Se valora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transparencia en la gestión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lucha contra la corrupción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reducción de la burocracia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estatal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Además, se menciona con frecuencia la sensación que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el gobierno está cumpliendo con lo prometido.</a:t>
            </a:r>
            <a:endParaRPr lang="es-AR" sz="2400" dirty="0">
              <a:solidFill>
                <a:srgbClr val="FFFFFF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s-AR" sz="2400" u="sng" dirty="0">
              <a:solidFill>
                <a:srgbClr val="04967A"/>
              </a:solidFill>
            </a:endParaRPr>
          </a:p>
          <a:p>
            <a:pPr>
              <a:lnSpc>
                <a:spcPct val="150000"/>
              </a:lnSpc>
            </a:pPr>
            <a:r>
              <a:rPr lang="es-AR" sz="2100" dirty="0">
                <a:solidFill>
                  <a:srgbClr val="000000"/>
                </a:solidFill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s-AR" sz="1700" b="1" dirty="0">
                <a:solidFill>
                  <a:srgbClr val="000000"/>
                </a:solidFill>
              </a:rPr>
              <a:t> </a:t>
            </a:r>
            <a:endParaRPr lang="es-AR" sz="1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0994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ítulo 3">
            <a:extLst>
              <a:ext uri="{FF2B5EF4-FFF2-40B4-BE49-F238E27FC236}">
                <a16:creationId xmlns:a16="http://schemas.microsoft.com/office/drawing/2014/main" xmlns="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242" y="799907"/>
            <a:ext cx="20438531" cy="1124336"/>
          </a:xfrm>
        </p:spPr>
        <p:txBody>
          <a:bodyPr/>
          <a:lstStyle/>
          <a:p>
            <a:pPr eaLnBrk="1" hangingPunct="1"/>
            <a:r>
              <a:rPr lang="es-MX" sz="3600" dirty="0"/>
              <a:t>06. Problemáticas </a:t>
            </a:r>
            <a:r>
              <a:rPr lang="es-AR" altLang="es-ES" sz="3600" dirty="0"/>
              <a:t>| </a:t>
            </a:r>
            <a:r>
              <a:rPr lang="es-AR" sz="3600" dirty="0"/>
              <a:t>Abierta </a:t>
            </a:r>
            <a:r>
              <a:rPr lang="es-AR" altLang="es-ES" sz="3600" dirty="0"/>
              <a:t>| </a:t>
            </a:r>
            <a:r>
              <a:rPr lang="es-AR" sz="3600" b="0" dirty="0"/>
              <a:t>Teniendo en cuenta el último año, ¿en que estás </a:t>
            </a:r>
            <a:r>
              <a:rPr lang="es-AR" sz="3600" u="sng" dirty="0"/>
              <a:t>MEJOR</a:t>
            </a:r>
            <a:r>
              <a:rPr lang="es-AR" sz="3600" dirty="0"/>
              <a:t> vos y tu familia</a:t>
            </a:r>
            <a:r>
              <a:rPr lang="es-AR" sz="3600" b="0" dirty="0"/>
              <a:t>? </a:t>
            </a:r>
            <a:endParaRPr lang="es-AR" altLang="es-ES" sz="3600" b="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/>
              <a:t>Encuesta de opinión pública | Provincia de Buenos Aires | Marzo 2025 </a:t>
            </a:r>
            <a:endParaRPr lang="es-AR" altLang="es-ES" sz="1800" b="0" dirty="0"/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xmlns="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65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sp>
        <p:nvSpPr>
          <p:cNvPr id="6" name="Bocadillo: rectángulo 1">
            <a:extLst>
              <a:ext uri="{FF2B5EF4-FFF2-40B4-BE49-F238E27FC236}">
                <a16:creationId xmlns:a16="http://schemas.microsoft.com/office/drawing/2014/main" xmlns="" id="{B65D0D98-6416-4510-70DF-5AC748F72351}"/>
              </a:ext>
            </a:extLst>
          </p:cNvPr>
          <p:cNvSpPr/>
          <p:nvPr/>
        </p:nvSpPr>
        <p:spPr>
          <a:xfrm>
            <a:off x="1041243" y="2057401"/>
            <a:ext cx="22405353" cy="8432320"/>
          </a:xfrm>
          <a:prstGeom prst="wedgeRectCallout">
            <a:avLst>
              <a:gd name="adj1" fmla="val -22750"/>
              <a:gd name="adj2" fmla="val 49650"/>
            </a:avLst>
          </a:prstGeom>
          <a:solidFill>
            <a:schemeClr val="bg1">
              <a:lumMod val="85000"/>
              <a:alpha val="40000"/>
            </a:schemeClr>
          </a:solidFill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252000" rtlCol="0" anchor="t"/>
          <a:lstStyle/>
          <a:p>
            <a:pPr>
              <a:lnSpc>
                <a:spcPct val="150000"/>
              </a:lnSpc>
            </a:pPr>
            <a:r>
              <a:rPr lang="es-ES" sz="2400" b="1" u="sng" dirty="0">
                <a:solidFill>
                  <a:srgbClr val="C1273A"/>
                </a:solidFill>
              </a:rPr>
              <a:t>ENTRE LOS QUE TIENEN EVALUACIÓN</a:t>
            </a:r>
            <a:r>
              <a:rPr lang="es-AR" sz="2400" b="1" u="sng" dirty="0">
                <a:solidFill>
                  <a:srgbClr val="C1273A"/>
                </a:solidFill>
              </a:rPr>
              <a:t> NEGATIVA DEL GOBIERNO NACIONAL:</a:t>
            </a:r>
            <a:endParaRPr lang="es-AR" sz="2400" u="sng" dirty="0">
              <a:solidFill>
                <a:srgbClr val="C1273A"/>
              </a:solidFill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Las mejoras en sus vidas so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n extremadamente </a:t>
            </a:r>
            <a:r>
              <a:rPr lang="es-AR" sz="2400" b="1" u="sng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limitadas</a:t>
            </a:r>
            <a:r>
              <a:rPr lang="es-AR" sz="2400" b="1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y, en muchos casos, prácticamente </a:t>
            </a:r>
            <a:r>
              <a:rPr lang="es-AR" sz="2400" b="1" u="sng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inexistentes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Sin embargo, hay algunos aspectos puntuales que algunos  reconocen como positivos, aunque de manera muy minoritaria y con matices. 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Uno de los pocos aspectos mencionados como una mejora es la baja de la inflación. Reconocen que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inflación ha disminuido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lo que les permite una mayor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previsibilidad en sus gastos y una leve mejora en la estabilidad económica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Sin embargo, esta mejora es criticada porque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no se refleja en los precios de los productos básicos, como alimentos y medicamentos, que siguen siendo altos.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Frases comunes como </a:t>
            </a:r>
            <a:r>
              <a:rPr lang="es-AR" sz="24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"bajó la inflación, pero no se nota en los precios" y "la inflación bajó, pero los servicios y la comida siguen subiendo”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Otro aspecto mencionado por algunos es la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reducción de los piquetes y protestas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Valoran que haya menos cortes de calles y puedan moverse con mayor facilidad y tener una sensación de mayor orden en las calles. Sin embargo, esta mejora es vista con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escepticismo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ya que consideran que s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 logró a través de la represión y no del diálogo y la resolución de los problemas sociale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 que generan las protestas.</a:t>
            </a:r>
          </a:p>
          <a:p>
            <a:pPr>
              <a:lnSpc>
                <a:spcPct val="150000"/>
              </a:lnSpc>
            </a:pPr>
            <a:endParaRPr lang="es-AR" sz="1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7445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ítulo 3">
            <a:extLst>
              <a:ext uri="{FF2B5EF4-FFF2-40B4-BE49-F238E27FC236}">
                <a16:creationId xmlns:a16="http://schemas.microsoft.com/office/drawing/2014/main" xmlns="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242" y="799907"/>
            <a:ext cx="20438531" cy="1124336"/>
          </a:xfrm>
        </p:spPr>
        <p:txBody>
          <a:bodyPr/>
          <a:lstStyle/>
          <a:p>
            <a:pPr eaLnBrk="1" hangingPunct="1"/>
            <a:r>
              <a:rPr lang="es-MX" sz="3600" dirty="0"/>
              <a:t>06. Problemáticas </a:t>
            </a:r>
            <a:r>
              <a:rPr lang="es-AR" altLang="es-ES" sz="3600" dirty="0"/>
              <a:t>| </a:t>
            </a:r>
            <a:r>
              <a:rPr lang="es-AR" sz="3600" dirty="0"/>
              <a:t>Abierta </a:t>
            </a:r>
            <a:r>
              <a:rPr lang="es-AR" altLang="es-ES" sz="3600" dirty="0"/>
              <a:t>| </a:t>
            </a:r>
            <a:r>
              <a:rPr lang="es-AR" sz="3600" b="0" dirty="0"/>
              <a:t>¿Y en que estás </a:t>
            </a:r>
            <a:r>
              <a:rPr lang="es-AR" sz="3600" u="sng" dirty="0"/>
              <a:t>PEOR</a:t>
            </a:r>
            <a:r>
              <a:rPr lang="es-AR" sz="3600" dirty="0"/>
              <a:t> vos y tu familia</a:t>
            </a:r>
            <a:r>
              <a:rPr lang="es-AR" sz="3600" b="0" dirty="0"/>
              <a:t>? </a:t>
            </a:r>
            <a:endParaRPr lang="es-AR" altLang="es-ES" sz="3600" b="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/>
              <a:t>Encuesta de opinión pública | Provincia de Buenos Aires | Marzo 2025 </a:t>
            </a:r>
            <a:endParaRPr lang="es-AR" altLang="es-ES" sz="1800" b="0" dirty="0"/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xmlns="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66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sp>
        <p:nvSpPr>
          <p:cNvPr id="7" name="Bocadillo: rectángulo 1">
            <a:extLst>
              <a:ext uri="{FF2B5EF4-FFF2-40B4-BE49-F238E27FC236}">
                <a16:creationId xmlns:a16="http://schemas.microsoft.com/office/drawing/2014/main" xmlns="" id="{B65D0D98-6416-4510-70DF-5AC748F72351}"/>
              </a:ext>
            </a:extLst>
          </p:cNvPr>
          <p:cNvSpPr/>
          <p:nvPr/>
        </p:nvSpPr>
        <p:spPr>
          <a:xfrm>
            <a:off x="1041242" y="2052585"/>
            <a:ext cx="22405353" cy="9541317"/>
          </a:xfrm>
          <a:prstGeom prst="wedgeRectCallout">
            <a:avLst>
              <a:gd name="adj1" fmla="val -22750"/>
              <a:gd name="adj2" fmla="val 49650"/>
            </a:avLst>
          </a:prstGeom>
          <a:solidFill>
            <a:schemeClr val="bg1">
              <a:lumMod val="85000"/>
              <a:alpha val="40000"/>
            </a:schemeClr>
          </a:solidFill>
          <a:ln w="571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252000" rtlCol="0" anchor="t"/>
          <a:lstStyle/>
          <a:p>
            <a:pPr>
              <a:lnSpc>
                <a:spcPct val="150000"/>
              </a:lnSpc>
            </a:pPr>
            <a:r>
              <a:rPr lang="es-ES" sz="2400" b="1" u="sng" dirty="0">
                <a:solidFill>
                  <a:srgbClr val="04967A"/>
                </a:solidFill>
              </a:rPr>
              <a:t>ENTRE LOS QUE TIENEN EVALUACIÓN</a:t>
            </a:r>
            <a:r>
              <a:rPr lang="es-AR" sz="2400" b="1" u="sng" dirty="0">
                <a:solidFill>
                  <a:srgbClr val="04967A"/>
                </a:solidFill>
              </a:rPr>
              <a:t> POSITIVA DEL GOBIERNO NACIONAL:</a:t>
            </a:r>
            <a:endParaRPr lang="es-AR" sz="2400" u="sng" dirty="0">
              <a:solidFill>
                <a:srgbClr val="04967A"/>
              </a:solidFill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inseguridad es el tema más recurrente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Expresan preocupación por la falta de avances en materia de seguridad, especialmente en la provincia de Buenos Aires, por lo cual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responsabilizan a Axel Kicillof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: la delincuencia y el narcotráfico </a:t>
            </a:r>
            <a:r>
              <a:rPr lang="es-AR" sz="24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están causando estragos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Frases como </a:t>
            </a:r>
            <a:r>
              <a:rPr lang="es-AR" sz="24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"en provincia, la inseguridad es insoportable" o "en La Matanza, te matan por unas zapatillas",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reflejan el pulso con el que hablan del tema. En esa línea, también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critican a Kicillof y a sus gobernadores e intendentes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al hablar de los altos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impuestos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provinciales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tasas municipales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También hablan de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falta de avances en infraestructura y servicios públicos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Algunos mencionan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problemas como la falta de agua potable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calles en mal estado, transporte deficiente y servicios de salud precarios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especialmente en la provincia de Buenos Aires. Critican que, a pesar de los esfuerzos del gobierno nacional,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las administraciones provinciales y municipales no estén cumpliendo con su rol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situación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económica personal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 otro punto de preocupación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Aunque muchos apoyan las medidas macroeconómicas del gobierno, reconocen que esto no se ha traducido en una mejora en sus ingresos ni en su capacidad de ahorro. Jubilados y trabajadores mencionan que </a:t>
            </a:r>
            <a:r>
              <a:rPr lang="es-AR" sz="2400" b="1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sus salarios no alcanzan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para cubrir los gastos básicos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como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alimentos, medicamentos y servicios públicos.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Otros se muestran preocupados por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actitud de la oposición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Varios expresan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frustración por lo que perciben como una actitud obstruccionista de la oposición,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especialmente del kirchnerismo. Critican que los partidos opositores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no colaboran con el gobierno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y, en cambio,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busquen desestabilizarlo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endParaRPr lang="es-AR" sz="17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60134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ítulo 3">
            <a:extLst>
              <a:ext uri="{FF2B5EF4-FFF2-40B4-BE49-F238E27FC236}">
                <a16:creationId xmlns:a16="http://schemas.microsoft.com/office/drawing/2014/main" xmlns="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242" y="799907"/>
            <a:ext cx="20438531" cy="1124336"/>
          </a:xfrm>
        </p:spPr>
        <p:txBody>
          <a:bodyPr/>
          <a:lstStyle/>
          <a:p>
            <a:pPr eaLnBrk="1" hangingPunct="1"/>
            <a:r>
              <a:rPr lang="es-MX" sz="3600" dirty="0"/>
              <a:t>06. Problemáticas </a:t>
            </a:r>
            <a:r>
              <a:rPr lang="es-AR" altLang="es-ES" sz="3600" dirty="0"/>
              <a:t>| </a:t>
            </a:r>
            <a:r>
              <a:rPr lang="es-AR" sz="3600" dirty="0"/>
              <a:t>Abierta </a:t>
            </a:r>
            <a:r>
              <a:rPr lang="es-AR" altLang="es-ES" sz="3600" dirty="0"/>
              <a:t>| </a:t>
            </a:r>
            <a:r>
              <a:rPr lang="es-AR" sz="3600" b="0" dirty="0"/>
              <a:t>¿Y en que estás </a:t>
            </a:r>
            <a:r>
              <a:rPr lang="es-AR" sz="3600" u="sng" dirty="0"/>
              <a:t>PEOR</a:t>
            </a:r>
            <a:r>
              <a:rPr lang="es-AR" sz="3600" dirty="0"/>
              <a:t> vos y tu familia</a:t>
            </a:r>
            <a:r>
              <a:rPr lang="es-AR" sz="3600" b="0" dirty="0"/>
              <a:t>? </a:t>
            </a:r>
            <a:endParaRPr lang="es-AR" altLang="es-ES" sz="3600" b="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/>
              <a:t>Encuesta de opinión pública | Provincia de Buenos Aires | Marzo 2025 </a:t>
            </a:r>
            <a:endParaRPr lang="es-AR" altLang="es-ES" sz="1800" b="0" dirty="0"/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xmlns="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67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sp>
        <p:nvSpPr>
          <p:cNvPr id="7" name="Bocadillo: rectángulo 1">
            <a:extLst>
              <a:ext uri="{FF2B5EF4-FFF2-40B4-BE49-F238E27FC236}">
                <a16:creationId xmlns:a16="http://schemas.microsoft.com/office/drawing/2014/main" xmlns="" id="{B65D0D98-6416-4510-70DF-5AC748F72351}"/>
              </a:ext>
            </a:extLst>
          </p:cNvPr>
          <p:cNvSpPr/>
          <p:nvPr/>
        </p:nvSpPr>
        <p:spPr>
          <a:xfrm>
            <a:off x="1041242" y="2052585"/>
            <a:ext cx="22405353" cy="10588924"/>
          </a:xfrm>
          <a:prstGeom prst="wedgeRectCallout">
            <a:avLst>
              <a:gd name="adj1" fmla="val -22750"/>
              <a:gd name="adj2" fmla="val 49650"/>
            </a:avLst>
          </a:prstGeom>
          <a:solidFill>
            <a:schemeClr val="bg1">
              <a:lumMod val="85000"/>
              <a:alpha val="40000"/>
            </a:schemeClr>
          </a:solidFill>
          <a:ln w="571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252000" rtlCol="0" anchor="t"/>
          <a:lstStyle/>
          <a:p>
            <a:pPr>
              <a:lnSpc>
                <a:spcPct val="150000"/>
              </a:lnSpc>
            </a:pPr>
            <a:r>
              <a:rPr lang="es-ES" sz="2300" b="1" u="sng" dirty="0">
                <a:solidFill>
                  <a:srgbClr val="C1273A"/>
                </a:solidFill>
              </a:rPr>
              <a:t>ENTRE LOS QUE TIENEN EVALUACIÓN</a:t>
            </a:r>
            <a:r>
              <a:rPr lang="es-AR" sz="2300" b="1" u="sng" dirty="0">
                <a:solidFill>
                  <a:srgbClr val="C1273A"/>
                </a:solidFill>
              </a:rPr>
              <a:t> NEGATIVA DEL GOBIERNO NACIONAL: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El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deterioro económico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en sus vidas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 el tema más recurrente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con la mayoría de las personas afirmando que no han experimentado ninguna mejora en su situación personal, sino que, por el contrario,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sus ingresos no alcanzan para cubrir los gastos básicos, como alimentos, medicamentos y servicios públicos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que han aumentado significativamente. La percepción general es que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el poder adquisitivo ha disminuido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lo que ha llevado a una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reducción en el consumo y a dificultades para llegar a fin de mes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Aunque algunos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reconocen una baja en la inflación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critican que esta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no se refleja en los precios de los productos y servicios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lo que genera una sensación de estancamiento y empeoramiento en la economía personal.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Además de la disminución del poder adquisitivo, muchos describen cómo han tenido que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ajustar drásticamente su vida cotidiana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para sobrevivir. Algunos mencionan que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han dejado de comprar alimentos esenciales o han reducido la calidad de lo que consumen, 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mientras que otros han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cancelado suscripciones a servicios básicos como internet o televisión por cable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También se menciona que los aumentos en los servicios públicos, como la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luz, el gas y el agua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han generado una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carga imposible de sostener para muchas familias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Esta situación ha llevado a un aumento en la </a:t>
            </a:r>
            <a:r>
              <a:rPr lang="es-AR" sz="2100" b="1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angustia y la incertidumbre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ya que las personas no pueden planificar a futuro ni cubrir sus necesidades más básicas.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Se habla de una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pérdida de derechos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especialmente </a:t>
            </a:r>
            <a:r>
              <a:rPr lang="es-AR" sz="2100" b="1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jubilados</a:t>
            </a:r>
            <a:r>
              <a:rPr lang="es-AR" sz="2100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y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personas </a:t>
            </a:r>
            <a:r>
              <a:rPr lang="es-AR" sz="2100" b="1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con necesidades médicas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expresan que han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perdido acceso a medicamentos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tratamientos y otros beneficios que antes recibían del Estado. Ya no pueden acceder a medicamentos esenciales debido a los altos costos o a la falta de cobertura de PAMI. Además, se critica el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desfinanciamiento de la salud pública, que ha llevado a la falta de insumos en hospitales y a una atención médica deficiente. 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Se menciona específicamente el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recorte de programas sociales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la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falta de apoyo a los sectores vulnerables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la percepción que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el gobierno está priorizando los intereses de los más ricos en detrimento de la clase media y los trabajadore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s. Esta sensación de abandono por parte del Estado genera una fuerte crítica hacia la gestión, acusándola de ser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insensible y alejada de las necesidades de la población.</a:t>
            </a:r>
            <a:endParaRPr lang="es-AR" sz="21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Otro aspecto destacado es la </a:t>
            </a:r>
            <a:r>
              <a:rPr lang="es-AR" sz="2100" b="1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desilusión y la frustración con el gobierno.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Expresan que </a:t>
            </a:r>
            <a:r>
              <a:rPr lang="es-AR" sz="21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votaron con esperanza en un cambio,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pero que ahora se sienten </a:t>
            </a:r>
            <a:r>
              <a:rPr lang="es-AR" sz="2100" b="1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defraudados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por las políticas implementadas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Se critica la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falta de cumplimiento de las promesas de campaña, especialmente en lo relacionado con la lucha contra la corrupción (caso $LIBRA) y la mejora de la calidad de vida.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Además, se menciona el </a:t>
            </a:r>
            <a:r>
              <a:rPr lang="es-AR" sz="21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estilo de liderazgo de Milei,</a:t>
            </a:r>
            <a:r>
              <a:rPr lang="es-AR" sz="21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descrito como autoritario, agresivo y desconectado de la realidad de la mayoría de los argentinos. </a:t>
            </a:r>
          </a:p>
          <a:p>
            <a:pPr>
              <a:lnSpc>
                <a:spcPct val="150000"/>
              </a:lnSpc>
            </a:pPr>
            <a:endParaRPr lang="es-AR" sz="2300" b="1" u="sng" dirty="0">
              <a:solidFill>
                <a:srgbClr val="C127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54700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ítulo 3">
            <a:extLst>
              <a:ext uri="{FF2B5EF4-FFF2-40B4-BE49-F238E27FC236}">
                <a16:creationId xmlns:a16="http://schemas.microsoft.com/office/drawing/2014/main" xmlns="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242" y="799907"/>
            <a:ext cx="20438531" cy="1124336"/>
          </a:xfrm>
        </p:spPr>
        <p:txBody>
          <a:bodyPr/>
          <a:lstStyle/>
          <a:p>
            <a:pPr eaLnBrk="1" hangingPunct="1"/>
            <a:r>
              <a:rPr lang="es-MX" sz="3600" dirty="0"/>
              <a:t>06. Problemáticas </a:t>
            </a:r>
            <a:r>
              <a:rPr lang="es-AR" altLang="es-ES" sz="3600" dirty="0"/>
              <a:t>| </a:t>
            </a:r>
            <a:r>
              <a:rPr lang="es-AR" sz="3600" dirty="0"/>
              <a:t>Abierta </a:t>
            </a:r>
            <a:r>
              <a:rPr lang="es-AR" altLang="es-ES" sz="3600" dirty="0"/>
              <a:t>| </a:t>
            </a:r>
            <a:r>
              <a:rPr lang="es-AR" sz="3600" b="0" dirty="0"/>
              <a:t>Teniendo en cuenta el último año, según tu opinión, ¿en que está </a:t>
            </a:r>
            <a:r>
              <a:rPr lang="es-AR" sz="3600" u="sng" dirty="0"/>
              <a:t>MEJOR</a:t>
            </a:r>
            <a:r>
              <a:rPr lang="es-AR" sz="3600" dirty="0"/>
              <a:t> el país</a:t>
            </a:r>
            <a:r>
              <a:rPr lang="es-AR" sz="3600" b="0" dirty="0"/>
              <a:t>? </a:t>
            </a:r>
            <a:endParaRPr lang="es-AR" altLang="es-ES" sz="3600" b="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/>
              <a:t>Encuesta de opinión pública | Provincia de Buenos Aires | Marzo 2025 </a:t>
            </a:r>
            <a:endParaRPr lang="es-AR" altLang="es-ES" sz="1800" b="0" dirty="0"/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xmlns="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68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sp>
        <p:nvSpPr>
          <p:cNvPr id="6" name="Bocadillo: rectángulo 1">
            <a:extLst>
              <a:ext uri="{FF2B5EF4-FFF2-40B4-BE49-F238E27FC236}">
                <a16:creationId xmlns:a16="http://schemas.microsoft.com/office/drawing/2014/main" xmlns="" id="{B65D0D98-6416-4510-70DF-5AC748F72351}"/>
              </a:ext>
            </a:extLst>
          </p:cNvPr>
          <p:cNvSpPr/>
          <p:nvPr/>
        </p:nvSpPr>
        <p:spPr>
          <a:xfrm>
            <a:off x="1022350" y="2057401"/>
            <a:ext cx="22405353" cy="7707701"/>
          </a:xfrm>
          <a:prstGeom prst="wedgeRectCallout">
            <a:avLst>
              <a:gd name="adj1" fmla="val -22750"/>
              <a:gd name="adj2" fmla="val 49650"/>
            </a:avLst>
          </a:prstGeom>
          <a:solidFill>
            <a:schemeClr val="bg1">
              <a:lumMod val="85000"/>
              <a:alpha val="40000"/>
            </a:schemeClr>
          </a:solidFill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252000" rtlCol="0" anchor="t"/>
          <a:lstStyle/>
          <a:p>
            <a:pPr>
              <a:lnSpc>
                <a:spcPct val="150000"/>
              </a:lnSpc>
            </a:pPr>
            <a:r>
              <a:rPr lang="es-ES" sz="2340" b="1" u="sng" dirty="0">
                <a:solidFill>
                  <a:srgbClr val="04967A"/>
                </a:solidFill>
              </a:rPr>
              <a:t>ENTRE LOS QUE TIENEN EVALUACIÓN</a:t>
            </a:r>
            <a:r>
              <a:rPr lang="es-AR" sz="2340" b="1" u="sng" dirty="0">
                <a:solidFill>
                  <a:srgbClr val="04967A"/>
                </a:solidFill>
              </a:rPr>
              <a:t> POSITIVA DEL GOBIERNO NACIONAL: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Nuevamente aparecen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reducción de la inflación y la sensación de control sobre la economía.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Muchos mencionan que los precios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ya no aumentan de manera descontrolada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como antes, lo que ha permitido una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mayor previsibilidad en el gasto diario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Además, se valora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estabilidad económica general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con una menor volatilidad en el mercado y una mejora en la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confianza de los inversores, tanto nacionales como extranjeros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lo cual ha llevado a una mayor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inserción del país en el mundo, con la llegada de inversiones y marcas internacionales,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fortalecido la imagen de Argentina en el exterior. 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Otro aspecto repetido es el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orden y la seguridad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Varias personas mencionan una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reducción en la delincuencia y una mayor sensación de seguridad en las calles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atribuida 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políticas más firmes contra el narcotráfico y la delincuencia organizada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También se repiten la eliminación de piquetes y cortes de calles y la lucha contra la casta y los ñoquis.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Por último, hay una fuerte mención a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esperanza y el optimismo hacia el futuro.</a:t>
            </a: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s-AR" sz="2340" u="sng" dirty="0">
              <a:solidFill>
                <a:srgbClr val="04967A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s-AR" sz="2400" dirty="0">
                <a:solidFill>
                  <a:srgbClr val="FFFFFF"/>
                </a:solidFill>
              </a:rPr>
              <a:t/>
            </a:r>
            <a:br>
              <a:rPr lang="es-AR" sz="2400" dirty="0">
                <a:solidFill>
                  <a:srgbClr val="FFFFFF"/>
                </a:solidFill>
              </a:rPr>
            </a:br>
            <a:endParaRPr lang="es-AR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56313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ítulo 3">
            <a:extLst>
              <a:ext uri="{FF2B5EF4-FFF2-40B4-BE49-F238E27FC236}">
                <a16:creationId xmlns:a16="http://schemas.microsoft.com/office/drawing/2014/main" xmlns="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242" y="799907"/>
            <a:ext cx="20438531" cy="1124336"/>
          </a:xfrm>
        </p:spPr>
        <p:txBody>
          <a:bodyPr/>
          <a:lstStyle/>
          <a:p>
            <a:pPr eaLnBrk="1" hangingPunct="1"/>
            <a:r>
              <a:rPr lang="es-MX" sz="3600" dirty="0"/>
              <a:t>06. Problemáticas </a:t>
            </a:r>
            <a:r>
              <a:rPr lang="es-AR" altLang="es-ES" sz="3600" dirty="0"/>
              <a:t>| </a:t>
            </a:r>
            <a:r>
              <a:rPr lang="es-AR" sz="3600" dirty="0"/>
              <a:t>Abierta </a:t>
            </a:r>
            <a:r>
              <a:rPr lang="es-AR" altLang="es-ES" sz="3600" dirty="0"/>
              <a:t>| </a:t>
            </a:r>
            <a:r>
              <a:rPr lang="es-AR" sz="3600" b="0" dirty="0"/>
              <a:t>Teniendo en cuenta el último año, según tu opinión, ¿en que está </a:t>
            </a:r>
            <a:r>
              <a:rPr lang="es-AR" sz="3600" u="sng" dirty="0"/>
              <a:t>MEJOR</a:t>
            </a:r>
            <a:r>
              <a:rPr lang="es-AR" sz="3600" dirty="0"/>
              <a:t> el país</a:t>
            </a:r>
            <a:r>
              <a:rPr lang="es-AR" sz="3600" b="0" dirty="0"/>
              <a:t>? </a:t>
            </a:r>
            <a:endParaRPr lang="es-AR" altLang="es-ES" sz="3600" b="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/>
              <a:t>Encuesta de opinión pública | Provincia de Buenos Aires | Marzo 2025 </a:t>
            </a:r>
            <a:endParaRPr lang="es-AR" altLang="es-ES" sz="1800" b="0" dirty="0"/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xmlns="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69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sp>
        <p:nvSpPr>
          <p:cNvPr id="6" name="Bocadillo: rectángulo 1">
            <a:extLst>
              <a:ext uri="{FF2B5EF4-FFF2-40B4-BE49-F238E27FC236}">
                <a16:creationId xmlns:a16="http://schemas.microsoft.com/office/drawing/2014/main" xmlns="" id="{B65D0D98-6416-4510-70DF-5AC748F72351}"/>
              </a:ext>
            </a:extLst>
          </p:cNvPr>
          <p:cNvSpPr/>
          <p:nvPr/>
        </p:nvSpPr>
        <p:spPr>
          <a:xfrm>
            <a:off x="1022350" y="2057401"/>
            <a:ext cx="22405353" cy="8035505"/>
          </a:xfrm>
          <a:prstGeom prst="wedgeRectCallout">
            <a:avLst>
              <a:gd name="adj1" fmla="val -22750"/>
              <a:gd name="adj2" fmla="val 49650"/>
            </a:avLst>
          </a:prstGeom>
          <a:solidFill>
            <a:schemeClr val="bg1">
              <a:lumMod val="85000"/>
              <a:alpha val="40000"/>
            </a:schemeClr>
          </a:solidFill>
          <a:ln w="571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252000" rtlCol="0" anchor="t"/>
          <a:lstStyle/>
          <a:p>
            <a:pPr>
              <a:lnSpc>
                <a:spcPct val="150000"/>
              </a:lnSpc>
            </a:pPr>
            <a:r>
              <a:rPr lang="es-ES" sz="2400" b="1" u="sng" dirty="0">
                <a:solidFill>
                  <a:srgbClr val="C1273A"/>
                </a:solidFill>
              </a:rPr>
              <a:t>ENTRE LOS QUE TIENEN EVALUACIÓN </a:t>
            </a:r>
            <a:r>
              <a:rPr lang="es-AR" sz="2400" b="1" u="sng" dirty="0">
                <a:solidFill>
                  <a:srgbClr val="C1273A"/>
                </a:solidFill>
              </a:rPr>
              <a:t>NEGATIVA DEL GOBIERNO NACIONAL: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No ven mejoras en el país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y, por el contrario, perciben que la situación ha empeorado en varios aspectos. El tema más recurrente es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inflación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que, aunque algunos reconocen que ha disminuido, consideran que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no ha sido suficiente para mejorar la calidad de vida.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Además, hay una fuerte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crítica hacia las estadísticas oficiales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que muchos consideran "maquilladas" y que no reflejan la realidad del costo de vida, especialmente en lo que respecta a los precios de alimentos y servicios básicos. 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Otro punto de crítica es el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impacto social de las políticas económicas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Varias personas mencionan el aumento de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pobreza, el desempleo y la pérdida de poder adquisitivo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especialmente en los sectores vulnerables. Se critica que las medidas de ajuste han afectado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gravemente a los jubilados, los trabajadores y las clases medias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También se menciona el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endeudamiento excesivo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falta de políticas sociales que protejan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 los más desfavorecidos.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Hay una fuerte crítica hacia la falta de planificación económica y la desregulación de sectores clave. Algunos mencionan que las políticas de Milei han generado una mayor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inestabilidad en el mercado laboral y han afectado negativamente a las pequeñas y medianas empresas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s-AR" sz="2400" u="sng" dirty="0">
              <a:solidFill>
                <a:srgbClr val="C127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6828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ítulo 3">
            <a:extLst>
              <a:ext uri="{FF2B5EF4-FFF2-40B4-BE49-F238E27FC236}">
                <a16:creationId xmlns:a16="http://schemas.microsoft.com/office/drawing/2014/main" xmlns="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242" y="799907"/>
            <a:ext cx="20438531" cy="1124336"/>
          </a:xfrm>
        </p:spPr>
        <p:txBody>
          <a:bodyPr/>
          <a:lstStyle/>
          <a:p>
            <a:pPr eaLnBrk="1" hangingPunct="1"/>
            <a:r>
              <a:rPr lang="es-MX" sz="3600" dirty="0"/>
              <a:t>06. Problemáticas </a:t>
            </a:r>
            <a:r>
              <a:rPr lang="es-AR" altLang="es-ES" sz="3600" dirty="0"/>
              <a:t>| </a:t>
            </a:r>
            <a:r>
              <a:rPr lang="es-AR" sz="3600" dirty="0"/>
              <a:t>Abierta </a:t>
            </a:r>
            <a:r>
              <a:rPr lang="es-AR" altLang="es-ES" sz="3600" dirty="0"/>
              <a:t>| </a:t>
            </a:r>
            <a:r>
              <a:rPr lang="es-AR" sz="3600" b="0" dirty="0"/>
              <a:t>Y según tu opinión ¿en que está </a:t>
            </a:r>
            <a:r>
              <a:rPr lang="es-AR" sz="3600" u="sng" dirty="0"/>
              <a:t>PEOR</a:t>
            </a:r>
            <a:r>
              <a:rPr lang="es-AR" sz="3600" dirty="0"/>
              <a:t> el país</a:t>
            </a:r>
            <a:r>
              <a:rPr lang="es-AR" sz="3600" b="0" dirty="0"/>
              <a:t>? </a:t>
            </a:r>
            <a:endParaRPr lang="es-AR" altLang="es-ES" sz="3600" b="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/>
              <a:t>Encuesta de opinión pública | Provincia de Buenos Aires | Marzo 2025 </a:t>
            </a:r>
            <a:endParaRPr lang="es-AR" altLang="es-ES" sz="1800" b="0" dirty="0"/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xmlns="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70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sp>
        <p:nvSpPr>
          <p:cNvPr id="6" name="Bocadillo: rectángulo 1">
            <a:extLst>
              <a:ext uri="{FF2B5EF4-FFF2-40B4-BE49-F238E27FC236}">
                <a16:creationId xmlns:a16="http://schemas.microsoft.com/office/drawing/2014/main" xmlns="" id="{B65D0D98-6416-4510-70DF-5AC748F72351}"/>
              </a:ext>
            </a:extLst>
          </p:cNvPr>
          <p:cNvSpPr/>
          <p:nvPr/>
        </p:nvSpPr>
        <p:spPr>
          <a:xfrm>
            <a:off x="1041243" y="2057401"/>
            <a:ext cx="22405353" cy="9898810"/>
          </a:xfrm>
          <a:prstGeom prst="wedgeRectCallout">
            <a:avLst>
              <a:gd name="adj1" fmla="val -22750"/>
              <a:gd name="adj2" fmla="val 49650"/>
            </a:avLst>
          </a:prstGeom>
          <a:solidFill>
            <a:schemeClr val="bg1">
              <a:lumMod val="85000"/>
              <a:alpha val="40000"/>
            </a:schemeClr>
          </a:solidFill>
          <a:ln w="571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252000" rtlCol="0" anchor="t"/>
          <a:lstStyle/>
          <a:p>
            <a:pPr>
              <a:lnSpc>
                <a:spcPct val="150000"/>
              </a:lnSpc>
            </a:pPr>
            <a:r>
              <a:rPr lang="es-ES" sz="2400" b="1" u="sng" dirty="0">
                <a:solidFill>
                  <a:srgbClr val="04967A"/>
                </a:solidFill>
              </a:rPr>
              <a:t>ENTRE LOS QUE TIENEN EVALUACIÓN </a:t>
            </a:r>
            <a:r>
              <a:rPr lang="es-AR" sz="2400" b="1" u="sng" dirty="0">
                <a:solidFill>
                  <a:srgbClr val="04967A"/>
                </a:solidFill>
              </a:rPr>
              <a:t>POSITIVA DEL GOBIERNO NACIONAL: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Las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respuestas se circunscriben 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criticar la gestión de la PBA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No hay críticas a la gestión nacional y casi nada negativo se le dice a Milei.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Uno de los temas recurrentes es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educación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con varios expresando que los estudiantes están </a:t>
            </a:r>
            <a:r>
              <a:rPr lang="es-AR" sz="24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saliendo cada vez más "analfabetos"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que los maestros no son evaluados con la frecuencia necesaria.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Otro aspecto nuevo es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carga impositiva y los impuestos provinciales y municipales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Se critica especialmente a los gobiernos locales, como el de Florencio Varela, por aumentar los impuestos sin mejorar la infraestructura básica, como el acceso al agua potable o la señalización vial.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Además, se menciona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salud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como un área en la que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provincia está peor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s-AR" sz="2400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Varias personas expresan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preocupación por el deterioro del sistema de salud, </a:t>
            </a:r>
            <a:r>
              <a:rPr lang="es-AR" sz="2400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con servicios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son caros y de baja calidad. También se critica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falta de inversión en infraestructura sanitaria y la incapacidad de los gobiernos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municipales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para gestionar eficientemente los recursos.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Esto se suma a la preocupación por la seguridad, que sigue siendo un problema grave, especialmente en el conurbano bonaerense, donde la delincuencia y el narcotráfico están fuera de control. 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Finalmente, se introduce un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nuevo tema relacionado con la conducta del presidente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su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equipo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Algunos </a:t>
            </a:r>
            <a:r>
              <a:rPr lang="es-AR" sz="2400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expresan </a:t>
            </a:r>
            <a:r>
              <a:rPr lang="es-AR" sz="2400" b="1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descontento con la forma en </a:t>
            </a:r>
            <a:r>
              <a:rPr lang="es-AR" sz="2400" b="1" dirty="0" smtClean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que </a:t>
            </a:r>
            <a:r>
              <a:rPr lang="es-AR" sz="2400" b="1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comunica</a:t>
            </a:r>
            <a:r>
              <a:rPr lang="es-AR" sz="2400" b="1" dirty="0" smtClean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 Milei,</a:t>
            </a:r>
            <a:r>
              <a:rPr lang="es-AR" sz="2400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considerando que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"muy grosero" </a:t>
            </a:r>
            <a:r>
              <a:rPr lang="es-AR" sz="2400" b="1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y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que "</a:t>
            </a:r>
            <a:r>
              <a:rPr lang="es-AR" sz="24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debería hablar menos y no exponerse tanto"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También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hay críticas hacia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su entorno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específicamente hacia figuras como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Santiago Caputo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a quien algunos consideran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un asesor poco confiable.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s-AR" sz="2400" u="sng" dirty="0">
              <a:solidFill>
                <a:srgbClr val="0496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9425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ítulo 3">
            <a:extLst>
              <a:ext uri="{FF2B5EF4-FFF2-40B4-BE49-F238E27FC236}">
                <a16:creationId xmlns:a16="http://schemas.microsoft.com/office/drawing/2014/main" xmlns="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242" y="799907"/>
            <a:ext cx="20438531" cy="1124336"/>
          </a:xfrm>
        </p:spPr>
        <p:txBody>
          <a:bodyPr/>
          <a:lstStyle/>
          <a:p>
            <a:pPr eaLnBrk="1" hangingPunct="1"/>
            <a:r>
              <a:rPr lang="es-MX" sz="3600" dirty="0"/>
              <a:t>06. Problemáticas </a:t>
            </a:r>
            <a:r>
              <a:rPr lang="es-AR" altLang="es-ES" sz="3600" dirty="0"/>
              <a:t>| </a:t>
            </a:r>
            <a:r>
              <a:rPr lang="es-AR" sz="3600" dirty="0"/>
              <a:t>Abierta </a:t>
            </a:r>
            <a:r>
              <a:rPr lang="es-AR" altLang="es-ES" sz="3600" dirty="0"/>
              <a:t>| </a:t>
            </a:r>
            <a:r>
              <a:rPr lang="es-AR" sz="3600" b="0" dirty="0"/>
              <a:t>Y según tu opinión ¿en que está </a:t>
            </a:r>
            <a:r>
              <a:rPr lang="es-AR" sz="3600" u="sng" dirty="0"/>
              <a:t>PEOR</a:t>
            </a:r>
            <a:r>
              <a:rPr lang="es-AR" sz="3600" dirty="0"/>
              <a:t> el país</a:t>
            </a:r>
            <a:r>
              <a:rPr lang="es-AR" sz="3600" b="0" dirty="0"/>
              <a:t>? </a:t>
            </a:r>
            <a:endParaRPr lang="es-AR" altLang="es-ES" sz="3600" b="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xmlns="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/>
              <a:t>Encuesta de opinión pública | Provincia de Buenos Aires | Marzo 2025 </a:t>
            </a:r>
            <a:endParaRPr lang="es-AR" altLang="es-ES" sz="1800" b="0" dirty="0"/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xmlns="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71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sp>
        <p:nvSpPr>
          <p:cNvPr id="6" name="Bocadillo: rectángulo 1">
            <a:extLst>
              <a:ext uri="{FF2B5EF4-FFF2-40B4-BE49-F238E27FC236}">
                <a16:creationId xmlns:a16="http://schemas.microsoft.com/office/drawing/2014/main" xmlns="" id="{B65D0D98-6416-4510-70DF-5AC748F72351}"/>
              </a:ext>
            </a:extLst>
          </p:cNvPr>
          <p:cNvSpPr/>
          <p:nvPr/>
        </p:nvSpPr>
        <p:spPr>
          <a:xfrm>
            <a:off x="1041243" y="2057401"/>
            <a:ext cx="22405353" cy="9950569"/>
          </a:xfrm>
          <a:prstGeom prst="wedgeRectCallout">
            <a:avLst>
              <a:gd name="adj1" fmla="val -22750"/>
              <a:gd name="adj2" fmla="val 49650"/>
            </a:avLst>
          </a:prstGeom>
          <a:solidFill>
            <a:schemeClr val="bg1">
              <a:lumMod val="85000"/>
              <a:alpha val="40000"/>
            </a:schemeClr>
          </a:solidFill>
          <a:ln w="5715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Ins="252000" rtlCol="0" anchor="t"/>
          <a:lstStyle/>
          <a:p>
            <a:pPr>
              <a:lnSpc>
                <a:spcPct val="150000"/>
              </a:lnSpc>
            </a:pPr>
            <a:r>
              <a:rPr lang="es-ES" sz="2400" b="1" u="sng" dirty="0">
                <a:solidFill>
                  <a:srgbClr val="C1273A"/>
                </a:solidFill>
              </a:rPr>
              <a:t>ENTRE LOS QUE TIENEN EVALUACIÓN </a:t>
            </a:r>
            <a:r>
              <a:rPr lang="es-AR" sz="2400" b="1" u="sng" dirty="0">
                <a:solidFill>
                  <a:srgbClr val="C1273A"/>
                </a:solidFill>
              </a:rPr>
              <a:t>NEGATIVA DEL GOBIERNO NACIONAL: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El énfasis esta puesto en la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pobreza, la pulverización del salario, la desaparición del consumo, las desinversiones en educación, salud y el </a:t>
            </a:r>
            <a:r>
              <a:rPr lang="es-AR" sz="2400" b="1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desempleo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Muchos mencionan el aumento de las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tarifas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los precios de los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servicios básicos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lo que ha generado una sensación de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desesperanza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dificultad para llegar a fin de mes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La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falta de trabajo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y el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cierre de empresas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son recurrentes en las respuestas.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inseguridad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también es un punto de preocupación destacado, además de la crítica a la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represión y la violencia institucional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s-AR" sz="2400" b="1" u="sng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especialmente hacia los jubilados y los sectores más vulnerables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s-AR" sz="2400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Otro tema recurrente es la crítica hacia la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gestión política y la percepción de corrupción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Se menciona con intensidad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falta de inversión en salud 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(mucho reclamo sobre la falta de medicamentos, campañas de vacunación y atención médica adecuada)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, la educación y obra pública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Sienten que en este año el país </a:t>
            </a:r>
            <a:r>
              <a:rPr lang="es-AR" sz="2400" b="1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profundizó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su </a:t>
            </a:r>
            <a:r>
              <a:rPr lang="es-AR" sz="2400" b="1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estado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 abandono</a:t>
            </a:r>
            <a:r>
              <a:rPr lang="es-AR" sz="2400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por estar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gestionado por </a:t>
            </a:r>
            <a:r>
              <a:rPr lang="es-AR" sz="2400" b="1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gente que “desprecia la Argentina</a:t>
            </a:r>
            <a:r>
              <a:rPr lang="es-AR" sz="2400" b="1" dirty="0" smtClean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Arial" panose="020B0604020202020204" pitchFamily="34" charset="0"/>
              </a:rPr>
              <a:t>”. </a:t>
            </a:r>
            <a:r>
              <a:rPr lang="es-AR" sz="2400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Hay una sensación generalizada que </a:t>
            </a:r>
            <a:r>
              <a:rPr lang="es-AR" sz="2400" b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el país está en un proceso de </a:t>
            </a:r>
            <a:r>
              <a:rPr lang="es-AR" sz="2400" b="1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desintegración y entrega de sus recursos</a:t>
            </a:r>
            <a:r>
              <a:rPr lang="es-AR" sz="2400" dirty="0" smtClean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es-AR" sz="2200" i="1" dirty="0">
              <a:solidFill>
                <a:srgbClr val="000000"/>
              </a:solidFill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AR" sz="22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“</a:t>
            </a:r>
            <a:r>
              <a:rPr lang="es-AR" sz="22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Cada vez más gente se queda sin trabajo</a:t>
            </a:r>
            <a:r>
              <a:rPr lang="es-AR" sz="22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porque </a:t>
            </a:r>
            <a:r>
              <a:rPr lang="es-AR" sz="22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a la gente no le alcanza</a:t>
            </a:r>
            <a:r>
              <a:rPr lang="es-AR" sz="22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[la plata], como a mí, que </a:t>
            </a:r>
            <a:r>
              <a:rPr lang="es-AR" sz="22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siempre viví de la carpintería y hoy no </a:t>
            </a:r>
            <a:r>
              <a:rPr lang="es-AR" sz="2200" b="1" i="1" dirty="0" err="1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vendés</a:t>
            </a:r>
            <a:r>
              <a:rPr lang="es-AR" sz="22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nada</a:t>
            </a:r>
            <a:r>
              <a:rPr lang="es-AR" sz="22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es-AR" sz="2200" b="1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Me quedé sin trabajo sin que me echen,</a:t>
            </a:r>
            <a:r>
              <a:rPr lang="es-AR" sz="22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 cuando con mi trabajo -en el año 2009- compré mi propia casa. Pero bueno, gobernaban “los chorros” según los HDP de TN y toda su sarta de periodista ensobrados como Joni Viale y </a:t>
            </a:r>
            <a:r>
              <a:rPr lang="es-AR" sz="2200" i="1" dirty="0" err="1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Trebucq</a:t>
            </a:r>
            <a:r>
              <a:rPr lang="es-AR" sz="2200" i="1" dirty="0">
                <a:solidFill>
                  <a:srgbClr val="000000"/>
                </a:solidFill>
                <a:ea typeface="Calibri" panose="020F0502020204030204" pitchFamily="34" charset="0"/>
                <a:cs typeface="Arial" panose="020B0604020202020204" pitchFamily="34" charset="0"/>
              </a:rPr>
              <a:t>.”</a:t>
            </a:r>
          </a:p>
          <a:p>
            <a:pPr>
              <a:lnSpc>
                <a:spcPct val="150000"/>
              </a:lnSpc>
            </a:pPr>
            <a:endParaRPr lang="es-AR" sz="2400" u="sng" dirty="0">
              <a:solidFill>
                <a:srgbClr val="C127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8291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807BA0E9-CE5C-4114-9B45-02ED2142EE0B}"/>
              </a:ext>
            </a:extLst>
          </p:cNvPr>
          <p:cNvSpPr txBox="1"/>
          <p:nvPr/>
        </p:nvSpPr>
        <p:spPr>
          <a:xfrm>
            <a:off x="1390650" y="2127250"/>
            <a:ext cx="13862050" cy="37861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11999" b="1" dirty="0">
                <a:solidFill>
                  <a:srgbClr val="E85833"/>
                </a:solidFill>
              </a:rPr>
              <a:t>A1.</a:t>
            </a:r>
          </a:p>
          <a:p>
            <a:pPr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11999" b="1" dirty="0">
                <a:solidFill>
                  <a:srgbClr val="FFFFFF"/>
                </a:solidFill>
              </a:rPr>
              <a:t>OTROS CUADROS</a:t>
            </a:r>
          </a:p>
        </p:txBody>
      </p:sp>
      <p:sp>
        <p:nvSpPr>
          <p:cNvPr id="12697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 smtClean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1888788" cy="1123950"/>
          </a:xfrm>
        </p:spPr>
        <p:txBody>
          <a:bodyPr/>
          <a:lstStyle/>
          <a:p>
            <a:r>
              <a:rPr lang="es-AR" altLang="es-ES" sz="3600"/>
              <a:t>A1. Otros cuadros </a:t>
            </a:r>
            <a:r>
              <a:rPr lang="es-AR" altLang="es-AR" sz="3600"/>
              <a:t>| </a:t>
            </a:r>
            <a:r>
              <a:rPr lang="es-AR" altLang="es-AR" sz="3600" b="0"/>
              <a:t>Apertura</a:t>
            </a:r>
            <a:r>
              <a:rPr lang="es-AR" altLang="es-AR" sz="3600"/>
              <a:t> </a:t>
            </a:r>
            <a:r>
              <a:rPr lang="es-AR" altLang="es-AR" sz="3600" b="0"/>
              <a:t>clase social autopercibida</a:t>
            </a:r>
          </a:p>
        </p:txBody>
      </p:sp>
      <p:sp>
        <p:nvSpPr>
          <p:cNvPr id="137219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3FDA4018-74DE-49EF-8EBF-53851A7748DA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73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sp>
        <p:nvSpPr>
          <p:cNvPr id="137220" name="Marcador de pie de página 3"/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5725"/>
            <a:ext cx="9374188" cy="730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graphicFrame>
        <p:nvGraphicFramePr>
          <p:cNvPr id="70" name="Gráfico 69">
            <a:extLst>
              <a:ext uri="{FF2B5EF4-FFF2-40B4-BE49-F238E27FC236}">
                <a16:creationId xmlns="" xmlns:a16="http://schemas.microsoft.com/office/drawing/2014/main" id="{4E4B4EBE-E040-4271-BAA8-ED57FA880751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486459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CuadroTexto 17"/>
          <p:cNvSpPr txBox="1">
            <a:spLocks noChangeArrowheads="1"/>
          </p:cNvSpPr>
          <p:nvPr/>
        </p:nvSpPr>
        <p:spPr bwMode="auto">
          <a:xfrm>
            <a:off x="4884978" y="3128752"/>
            <a:ext cx="26625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>
                <a:solidFill>
                  <a:srgbClr val="000000"/>
                </a:solidFill>
              </a:rPr>
              <a:t>Estudios</a:t>
            </a:r>
          </a:p>
        </p:txBody>
      </p:sp>
      <p:sp>
        <p:nvSpPr>
          <p:cNvPr id="24" name="Cerrar corchete 30">
            <a:extLst>
              <a:ext uri="{FF2B5EF4-FFF2-40B4-BE49-F238E27FC236}">
                <a16:creationId xmlns="" xmlns:a16="http://schemas.microsoft.com/office/drawing/2014/main" id="{3BD5FB4F-2709-3F22-0659-AFC0E0944DC5}"/>
              </a:ext>
            </a:extLst>
          </p:cNvPr>
          <p:cNvSpPr/>
          <p:nvPr/>
        </p:nvSpPr>
        <p:spPr bwMode="auto">
          <a:xfrm rot="16200000">
            <a:off x="5975990" y="2882015"/>
            <a:ext cx="379981" cy="1659619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25" name="Cerrar corchete 24">
            <a:extLst>
              <a:ext uri="{FF2B5EF4-FFF2-40B4-BE49-F238E27FC236}">
                <a16:creationId xmlns="" xmlns:a16="http://schemas.microsoft.com/office/drawing/2014/main" id="{8867E575-81C8-D071-ECD3-3C6D9C7FB040}"/>
              </a:ext>
            </a:extLst>
          </p:cNvPr>
          <p:cNvSpPr/>
          <p:nvPr/>
        </p:nvSpPr>
        <p:spPr bwMode="auto">
          <a:xfrm rot="16200000">
            <a:off x="3959231" y="2674329"/>
            <a:ext cx="397228" cy="2092239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26" name="CuadroTexto 59"/>
          <p:cNvSpPr txBox="1">
            <a:spLocks noChangeArrowheads="1"/>
          </p:cNvSpPr>
          <p:nvPr/>
        </p:nvSpPr>
        <p:spPr bwMode="auto">
          <a:xfrm>
            <a:off x="3019955" y="3128753"/>
            <a:ext cx="2301543" cy="36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>
                <a:solidFill>
                  <a:srgbClr val="000000"/>
                </a:solidFill>
              </a:rPr>
              <a:t>Edad</a:t>
            </a:r>
          </a:p>
        </p:txBody>
      </p:sp>
      <p:sp>
        <p:nvSpPr>
          <p:cNvPr id="35" name="Cerrar corchete 44">
            <a:extLst>
              <a:ext uri="{FF2B5EF4-FFF2-40B4-BE49-F238E27FC236}">
                <a16:creationId xmlns="" xmlns:a16="http://schemas.microsoft.com/office/drawing/2014/main" id="{7E6E9857-6C01-86B2-39C1-F7668176C0A5}"/>
              </a:ext>
            </a:extLst>
          </p:cNvPr>
          <p:cNvSpPr/>
          <p:nvPr/>
        </p:nvSpPr>
        <p:spPr bwMode="auto">
          <a:xfrm rot="16200000">
            <a:off x="2140518" y="3112149"/>
            <a:ext cx="378178" cy="1235649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36" name="CuadroTexto 45"/>
          <p:cNvSpPr txBox="1">
            <a:spLocks noChangeArrowheads="1"/>
          </p:cNvSpPr>
          <p:nvPr/>
        </p:nvSpPr>
        <p:spPr bwMode="auto">
          <a:xfrm>
            <a:off x="1523085" y="3147802"/>
            <a:ext cx="1732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>
                <a:solidFill>
                  <a:srgbClr val="000000"/>
                </a:solidFill>
              </a:rPr>
              <a:t>Género</a:t>
            </a:r>
          </a:p>
        </p:txBody>
      </p:sp>
      <p:sp>
        <p:nvSpPr>
          <p:cNvPr id="41" name="Cerrar corchete 40">
            <a:extLst>
              <a:ext uri="{FF2B5EF4-FFF2-40B4-BE49-F238E27FC236}">
                <a16:creationId xmlns="" xmlns:a16="http://schemas.microsoft.com/office/drawing/2014/main" id="{8867E575-81C8-D071-ECD3-3C6D9C7FB040}"/>
              </a:ext>
            </a:extLst>
          </p:cNvPr>
          <p:cNvSpPr/>
          <p:nvPr/>
        </p:nvSpPr>
        <p:spPr bwMode="auto">
          <a:xfrm rot="16200000">
            <a:off x="16561425" y="2741331"/>
            <a:ext cx="397232" cy="1958237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46" name="CuadroTexto 65"/>
          <p:cNvSpPr txBox="1">
            <a:spLocks noChangeArrowheads="1"/>
          </p:cNvSpPr>
          <p:nvPr/>
        </p:nvSpPr>
        <p:spPr bwMode="auto">
          <a:xfrm>
            <a:off x="14697337" y="2878348"/>
            <a:ext cx="412540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Voto</a:t>
            </a:r>
          </a:p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generales </a:t>
            </a:r>
            <a:r>
              <a:rPr lang="es-AR" altLang="es-AR" sz="1800" b="1" dirty="0">
                <a:solidFill>
                  <a:srgbClr val="000000"/>
                </a:solidFill>
              </a:rPr>
              <a:t>‘23</a:t>
            </a:r>
          </a:p>
        </p:txBody>
      </p:sp>
      <p:sp>
        <p:nvSpPr>
          <p:cNvPr id="49" name="Cerrar corchete 48">
            <a:extLst>
              <a:ext uri="{FF2B5EF4-FFF2-40B4-BE49-F238E27FC236}">
                <a16:creationId xmlns="" xmlns:a16="http://schemas.microsoft.com/office/drawing/2014/main" id="{281B7E6D-804D-8259-43B7-3760EF91212B}"/>
              </a:ext>
            </a:extLst>
          </p:cNvPr>
          <p:cNvSpPr/>
          <p:nvPr/>
        </p:nvSpPr>
        <p:spPr bwMode="auto">
          <a:xfrm rot="16200000">
            <a:off x="18330183" y="3173101"/>
            <a:ext cx="397229" cy="1094695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50" name="CuadroTexto 21"/>
          <p:cNvSpPr txBox="1">
            <a:spLocks noChangeArrowheads="1"/>
          </p:cNvSpPr>
          <p:nvPr/>
        </p:nvSpPr>
        <p:spPr bwMode="auto">
          <a:xfrm>
            <a:off x="17454620" y="2863629"/>
            <a:ext cx="2271148" cy="646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Voto</a:t>
            </a:r>
          </a:p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balotaje</a:t>
            </a:r>
            <a:endParaRPr lang="es-AR" altLang="es-AR" sz="1800" b="1" dirty="0">
              <a:solidFill>
                <a:srgbClr val="000000"/>
              </a:solidFill>
            </a:endParaRPr>
          </a:p>
        </p:txBody>
      </p:sp>
      <p:sp>
        <p:nvSpPr>
          <p:cNvPr id="51" name="Cerrar corchete 50">
            <a:extLst>
              <a:ext uri="{FF2B5EF4-FFF2-40B4-BE49-F238E27FC236}">
                <a16:creationId xmlns="" xmlns:a16="http://schemas.microsoft.com/office/drawing/2014/main" id="{281B7E6D-804D-8259-43B7-3760EF91212B}"/>
              </a:ext>
            </a:extLst>
          </p:cNvPr>
          <p:cNvSpPr/>
          <p:nvPr/>
        </p:nvSpPr>
        <p:spPr bwMode="auto">
          <a:xfrm rot="16200000">
            <a:off x="20125709" y="2712897"/>
            <a:ext cx="397230" cy="2015105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52" name="CuadroTexto 21"/>
          <p:cNvSpPr txBox="1">
            <a:spLocks noChangeArrowheads="1"/>
          </p:cNvSpPr>
          <p:nvPr/>
        </p:nvSpPr>
        <p:spPr bwMode="auto">
          <a:xfrm>
            <a:off x="19182208" y="3128753"/>
            <a:ext cx="2331653" cy="369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>
                <a:solidFill>
                  <a:srgbClr val="000000"/>
                </a:solidFill>
              </a:rPr>
              <a:t>GGN</a:t>
            </a:r>
          </a:p>
        </p:txBody>
      </p:sp>
      <p:sp>
        <p:nvSpPr>
          <p:cNvPr id="53" name="Cerrar corchete 52">
            <a:extLst>
              <a:ext uri="{FF2B5EF4-FFF2-40B4-BE49-F238E27FC236}">
                <a16:creationId xmlns="" xmlns:a16="http://schemas.microsoft.com/office/drawing/2014/main" id="{8867E575-81C8-D071-ECD3-3C6D9C7FB040}"/>
              </a:ext>
            </a:extLst>
          </p:cNvPr>
          <p:cNvSpPr/>
          <p:nvPr/>
        </p:nvSpPr>
        <p:spPr bwMode="auto">
          <a:xfrm rot="16200000">
            <a:off x="13813792" y="2226987"/>
            <a:ext cx="397229" cy="2986924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54" name="CuadroTexto 65"/>
          <p:cNvSpPr txBox="1">
            <a:spLocks noChangeArrowheads="1"/>
          </p:cNvSpPr>
          <p:nvPr/>
        </p:nvSpPr>
        <p:spPr bwMode="auto">
          <a:xfrm>
            <a:off x="12104012" y="3128753"/>
            <a:ext cx="38167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>
                <a:solidFill>
                  <a:srgbClr val="000000"/>
                </a:solidFill>
              </a:rPr>
              <a:t>Cercanía partidaria</a:t>
            </a:r>
          </a:p>
        </p:txBody>
      </p:sp>
      <p:sp>
        <p:nvSpPr>
          <p:cNvPr id="55" name="Cerrar corchete 44">
            <a:extLst>
              <a:ext uri="{FF2B5EF4-FFF2-40B4-BE49-F238E27FC236}">
                <a16:creationId xmlns="" xmlns:a16="http://schemas.microsoft.com/office/drawing/2014/main" id="{7E6E9857-6C01-86B2-39C1-F7668176C0A5}"/>
              </a:ext>
            </a:extLst>
          </p:cNvPr>
          <p:cNvSpPr/>
          <p:nvPr/>
        </p:nvSpPr>
        <p:spPr bwMode="auto">
          <a:xfrm rot="16200000">
            <a:off x="7544996" y="3136922"/>
            <a:ext cx="379982" cy="1149807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56" name="CuadroTexto 45"/>
          <p:cNvSpPr txBox="1">
            <a:spLocks noChangeArrowheads="1"/>
          </p:cNvSpPr>
          <p:nvPr/>
        </p:nvSpPr>
        <p:spPr bwMode="auto">
          <a:xfrm>
            <a:off x="6971385" y="3128752"/>
            <a:ext cx="16124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Zona</a:t>
            </a:r>
            <a:endParaRPr lang="es-AR" altLang="es-AR" sz="1800" b="1" dirty="0">
              <a:solidFill>
                <a:srgbClr val="000000"/>
              </a:solidFill>
            </a:endParaRPr>
          </a:p>
        </p:txBody>
      </p:sp>
      <p:sp>
        <p:nvSpPr>
          <p:cNvPr id="57" name="Cerrar corchete 56">
            <a:extLst>
              <a:ext uri="{FF2B5EF4-FFF2-40B4-BE49-F238E27FC236}">
                <a16:creationId xmlns="" xmlns:a16="http://schemas.microsoft.com/office/drawing/2014/main" id="{8867E575-81C8-D071-ECD3-3C6D9C7FB040}"/>
              </a:ext>
            </a:extLst>
          </p:cNvPr>
          <p:cNvSpPr/>
          <p:nvPr/>
        </p:nvSpPr>
        <p:spPr bwMode="auto">
          <a:xfrm rot="16200000">
            <a:off x="9337763" y="2667899"/>
            <a:ext cx="397227" cy="2105100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58" name="CuadroTexto 59"/>
          <p:cNvSpPr txBox="1">
            <a:spLocks noChangeArrowheads="1"/>
          </p:cNvSpPr>
          <p:nvPr/>
        </p:nvSpPr>
        <p:spPr bwMode="auto">
          <a:xfrm>
            <a:off x="8392056" y="3147802"/>
            <a:ext cx="2315689" cy="369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Cordón</a:t>
            </a:r>
            <a:endParaRPr lang="es-AR" altLang="es-AR" sz="1800" b="1" dirty="0">
              <a:solidFill>
                <a:srgbClr val="000000"/>
              </a:solidFill>
            </a:endParaRPr>
          </a:p>
        </p:txBody>
      </p:sp>
      <p:sp>
        <p:nvSpPr>
          <p:cNvPr id="59" name="CuadroTexto 17"/>
          <p:cNvSpPr txBox="1">
            <a:spLocks noChangeArrowheads="1"/>
          </p:cNvSpPr>
          <p:nvPr/>
        </p:nvSpPr>
        <p:spPr bwMode="auto">
          <a:xfrm>
            <a:off x="10276128" y="3128752"/>
            <a:ext cx="2593351" cy="369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SE</a:t>
            </a:r>
            <a:endParaRPr lang="es-AR" altLang="es-AR" sz="1800" b="1" dirty="0">
              <a:solidFill>
                <a:srgbClr val="000000"/>
              </a:solidFill>
            </a:endParaRPr>
          </a:p>
        </p:txBody>
      </p:sp>
      <p:sp>
        <p:nvSpPr>
          <p:cNvPr id="60" name="Cerrar corchete 30">
            <a:extLst>
              <a:ext uri="{FF2B5EF4-FFF2-40B4-BE49-F238E27FC236}">
                <a16:creationId xmlns="" xmlns:a16="http://schemas.microsoft.com/office/drawing/2014/main" id="{3BD5FB4F-2709-3F22-0659-AFC0E0944DC5}"/>
              </a:ext>
            </a:extLst>
          </p:cNvPr>
          <p:cNvSpPr/>
          <p:nvPr/>
        </p:nvSpPr>
        <p:spPr bwMode="auto">
          <a:xfrm rot="16200000">
            <a:off x="11374189" y="2912213"/>
            <a:ext cx="397229" cy="1616470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63" name="Cerrar corchete 62">
            <a:extLst>
              <a:ext uri="{FF2B5EF4-FFF2-40B4-BE49-F238E27FC236}">
                <a16:creationId xmlns="" xmlns:a16="http://schemas.microsoft.com/office/drawing/2014/main" id="{281B7E6D-804D-8259-43B7-3760EF91212B}"/>
              </a:ext>
            </a:extLst>
          </p:cNvPr>
          <p:cNvSpPr/>
          <p:nvPr/>
        </p:nvSpPr>
        <p:spPr bwMode="auto">
          <a:xfrm rot="16200000">
            <a:off x="22390530" y="2638824"/>
            <a:ext cx="397229" cy="2163248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64" name="CuadroTexto 21"/>
          <p:cNvSpPr txBox="1">
            <a:spLocks noChangeArrowheads="1"/>
          </p:cNvSpPr>
          <p:nvPr/>
        </p:nvSpPr>
        <p:spPr bwMode="auto">
          <a:xfrm>
            <a:off x="21372958" y="3147803"/>
            <a:ext cx="2503067" cy="36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GGP</a:t>
            </a:r>
            <a:endParaRPr lang="es-AR" altLang="es-AR" sz="18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7613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118263" cy="1123950"/>
          </a:xfrm>
        </p:spPr>
        <p:txBody>
          <a:bodyPr/>
          <a:lstStyle/>
          <a:p>
            <a:r>
              <a:rPr lang="es-AR" altLang="es-ES" sz="3600"/>
              <a:t>A1. Otros cuadros </a:t>
            </a:r>
            <a:r>
              <a:rPr lang="es-AR" altLang="es-AR" sz="3600"/>
              <a:t>| </a:t>
            </a:r>
            <a:r>
              <a:rPr lang="es-AR" altLang="es-AR" sz="3600" b="0"/>
              <a:t>Evolutivo cercanía partidaria</a:t>
            </a:r>
            <a:endParaRPr lang="es-AR" altLang="es-AR" sz="3600"/>
          </a:p>
        </p:txBody>
      </p:sp>
      <p:sp>
        <p:nvSpPr>
          <p:cNvPr id="7" name="Marcador de pie de página 2">
            <a:extLst>
              <a:ext uri="{FF2B5EF4-FFF2-40B4-BE49-F238E27FC236}">
                <a16:creationId xmlns:a16="http://schemas.microsoft.com/office/drawing/2014/main" xmlns="" id="{30B2ADAC-91F1-4A98-B6D6-357D9E644D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s-ES" sz="1800" dirty="0"/>
              <a:t>Encuesta de opinión pública | Provincia de Buenos Aires | Marzo 2025</a:t>
            </a:r>
            <a:endParaRPr lang="es-AR" sz="1800" dirty="0"/>
          </a:p>
        </p:txBody>
      </p:sp>
      <p:sp>
        <p:nvSpPr>
          <p:cNvPr id="8" name="Marcador de número de diapositiva 3">
            <a:extLst>
              <a:ext uri="{FF2B5EF4-FFF2-40B4-BE49-F238E27FC236}">
                <a16:creationId xmlns:a16="http://schemas.microsoft.com/office/drawing/2014/main" xmlns="" id="{EBFFD32D-045C-41CA-9EBF-DC01A3DB34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AR" sz="1800" dirty="0"/>
              <a:t>No difundir este material sin autorización previa | </a:t>
            </a:r>
            <a:fld id="{4D28B71D-4105-4BEB-886F-16DDB29F8192}" type="slidenum">
              <a:rPr lang="es-AR" sz="1800" b="1" smtClean="0"/>
              <a:pPr>
                <a:defRPr/>
              </a:pPr>
              <a:t>74</a:t>
            </a:fld>
            <a:endParaRPr lang="es-AR" sz="1800" b="1" dirty="0"/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xmlns="" id="{624F8CD2-A05C-4829-B3B5-EDEC61BC7EB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1035707" y="2062266"/>
          <a:ext cx="22426234" cy="10617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429637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ítulo 1"/>
          <p:cNvSpPr>
            <a:spLocks noGrp="1"/>
          </p:cNvSpPr>
          <p:nvPr>
            <p:ph type="title"/>
          </p:nvPr>
        </p:nvSpPr>
        <p:spPr>
          <a:xfrm>
            <a:off x="1022350" y="784225"/>
            <a:ext cx="10580688" cy="1123950"/>
          </a:xfrm>
        </p:spPr>
        <p:txBody>
          <a:bodyPr/>
          <a:lstStyle/>
          <a:p>
            <a:r>
              <a:rPr lang="es-AR" altLang="es-ES" sz="3600"/>
              <a:t>A1. Otros cuadros </a:t>
            </a:r>
            <a:r>
              <a:rPr lang="es-AR" altLang="es-AR" sz="3600"/>
              <a:t>| </a:t>
            </a:r>
            <a:r>
              <a:rPr lang="es-AR" altLang="es-AR" sz="3600" b="0"/>
              <a:t>Apertura</a:t>
            </a:r>
            <a:r>
              <a:rPr lang="es-AR" altLang="es-AR" sz="3600"/>
              <a:t> </a:t>
            </a:r>
            <a:r>
              <a:rPr lang="es-AR" altLang="es-AR" sz="3600" b="0"/>
              <a:t>cercanía partidaria</a:t>
            </a:r>
          </a:p>
        </p:txBody>
      </p:sp>
      <p:sp>
        <p:nvSpPr>
          <p:cNvPr id="140291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140292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E154F42A-AE81-4F38-9CEE-95A784A0A4E5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75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1ED4FAD1-EDDF-49E4-A965-A7A8CFFA70C2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41108" y="1918621"/>
          <a:ext cx="2297476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CuadroTexto 17"/>
          <p:cNvSpPr txBox="1">
            <a:spLocks noChangeArrowheads="1"/>
          </p:cNvSpPr>
          <p:nvPr/>
        </p:nvSpPr>
        <p:spPr bwMode="auto">
          <a:xfrm>
            <a:off x="5094529" y="3128752"/>
            <a:ext cx="2684180" cy="36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>
                <a:solidFill>
                  <a:srgbClr val="000000"/>
                </a:solidFill>
              </a:rPr>
              <a:t>Estudios</a:t>
            </a:r>
          </a:p>
        </p:txBody>
      </p:sp>
      <p:sp>
        <p:nvSpPr>
          <p:cNvPr id="24" name="Cerrar corchete 30">
            <a:extLst>
              <a:ext uri="{FF2B5EF4-FFF2-40B4-BE49-F238E27FC236}">
                <a16:creationId xmlns="" xmlns:a16="http://schemas.microsoft.com/office/drawing/2014/main" id="{3BD5FB4F-2709-3F22-0659-AFC0E0944DC5}"/>
              </a:ext>
            </a:extLst>
          </p:cNvPr>
          <p:cNvSpPr/>
          <p:nvPr/>
        </p:nvSpPr>
        <p:spPr bwMode="auto">
          <a:xfrm rot="16200000">
            <a:off x="6199506" y="2883903"/>
            <a:ext cx="397224" cy="1673085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25" name="Cerrar corchete 24">
            <a:extLst>
              <a:ext uri="{FF2B5EF4-FFF2-40B4-BE49-F238E27FC236}">
                <a16:creationId xmlns="" xmlns:a16="http://schemas.microsoft.com/office/drawing/2014/main" id="{8867E575-81C8-D071-ECD3-3C6D9C7FB040}"/>
              </a:ext>
            </a:extLst>
          </p:cNvPr>
          <p:cNvSpPr/>
          <p:nvPr/>
        </p:nvSpPr>
        <p:spPr bwMode="auto">
          <a:xfrm rot="16200000">
            <a:off x="4099907" y="2667004"/>
            <a:ext cx="397223" cy="2106886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26" name="CuadroTexto 59"/>
          <p:cNvSpPr txBox="1">
            <a:spLocks noChangeArrowheads="1"/>
          </p:cNvSpPr>
          <p:nvPr/>
        </p:nvSpPr>
        <p:spPr bwMode="auto">
          <a:xfrm>
            <a:off x="3153306" y="3128752"/>
            <a:ext cx="23176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>
                <a:solidFill>
                  <a:srgbClr val="000000"/>
                </a:solidFill>
              </a:rPr>
              <a:t>Edad</a:t>
            </a:r>
          </a:p>
        </p:txBody>
      </p:sp>
      <p:sp>
        <p:nvSpPr>
          <p:cNvPr id="27" name="Cerrar corchete 44">
            <a:extLst>
              <a:ext uri="{FF2B5EF4-FFF2-40B4-BE49-F238E27FC236}">
                <a16:creationId xmlns="" xmlns:a16="http://schemas.microsoft.com/office/drawing/2014/main" id="{7E6E9857-6C01-86B2-39C1-F7668176C0A5}"/>
              </a:ext>
            </a:extLst>
          </p:cNvPr>
          <p:cNvSpPr/>
          <p:nvPr/>
        </p:nvSpPr>
        <p:spPr bwMode="auto">
          <a:xfrm rot="16200000">
            <a:off x="2244937" y="3077657"/>
            <a:ext cx="397223" cy="1285577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28" name="CuadroTexto 45"/>
          <p:cNvSpPr txBox="1">
            <a:spLocks noChangeArrowheads="1"/>
          </p:cNvSpPr>
          <p:nvPr/>
        </p:nvSpPr>
        <p:spPr bwMode="auto">
          <a:xfrm>
            <a:off x="1542135" y="3128753"/>
            <a:ext cx="18028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>
                <a:solidFill>
                  <a:srgbClr val="000000"/>
                </a:solidFill>
              </a:rPr>
              <a:t>Género</a:t>
            </a:r>
          </a:p>
        </p:txBody>
      </p:sp>
      <p:sp>
        <p:nvSpPr>
          <p:cNvPr id="29" name="Cerrar corchete 28">
            <a:extLst>
              <a:ext uri="{FF2B5EF4-FFF2-40B4-BE49-F238E27FC236}">
                <a16:creationId xmlns="" xmlns:a16="http://schemas.microsoft.com/office/drawing/2014/main" id="{8867E575-81C8-D071-ECD3-3C6D9C7FB040}"/>
              </a:ext>
            </a:extLst>
          </p:cNvPr>
          <p:cNvSpPr/>
          <p:nvPr/>
        </p:nvSpPr>
        <p:spPr bwMode="auto">
          <a:xfrm rot="16200000">
            <a:off x="16167627" y="2655758"/>
            <a:ext cx="397229" cy="2129382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30" name="CuadroTexto 65"/>
          <p:cNvSpPr txBox="1">
            <a:spLocks noChangeArrowheads="1"/>
          </p:cNvSpPr>
          <p:nvPr/>
        </p:nvSpPr>
        <p:spPr bwMode="auto">
          <a:xfrm>
            <a:off x="13859136" y="2878349"/>
            <a:ext cx="5014211" cy="646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Voto</a:t>
            </a:r>
          </a:p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generales </a:t>
            </a:r>
            <a:r>
              <a:rPr lang="es-AR" altLang="es-AR" sz="1800" b="1" dirty="0">
                <a:solidFill>
                  <a:srgbClr val="000000"/>
                </a:solidFill>
              </a:rPr>
              <a:t>‘23</a:t>
            </a:r>
          </a:p>
        </p:txBody>
      </p:sp>
      <p:sp>
        <p:nvSpPr>
          <p:cNvPr id="31" name="Cerrar corchete 39">
            <a:extLst>
              <a:ext uri="{FF2B5EF4-FFF2-40B4-BE49-F238E27FC236}">
                <a16:creationId xmlns="" xmlns:a16="http://schemas.microsoft.com/office/drawing/2014/main" id="{029ED865-9F14-6082-02E9-B08E4540A0AF}"/>
              </a:ext>
            </a:extLst>
          </p:cNvPr>
          <p:cNvSpPr/>
          <p:nvPr/>
        </p:nvSpPr>
        <p:spPr bwMode="auto">
          <a:xfrm rot="16200000">
            <a:off x="8306589" y="2691895"/>
            <a:ext cx="397225" cy="2057101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32" name="CuadroTexto 21"/>
          <p:cNvSpPr txBox="1">
            <a:spLocks noChangeArrowheads="1"/>
          </p:cNvSpPr>
          <p:nvPr/>
        </p:nvSpPr>
        <p:spPr bwMode="auto">
          <a:xfrm>
            <a:off x="7119819" y="2916302"/>
            <a:ext cx="2770764" cy="5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600" b="1" dirty="0">
                <a:solidFill>
                  <a:srgbClr val="000000"/>
                </a:solidFill>
              </a:rPr>
              <a:t>NSE</a:t>
            </a:r>
          </a:p>
          <a:p>
            <a:pPr algn="ctr" eaLnBrk="1" hangingPunct="1"/>
            <a:r>
              <a:rPr lang="es-AR" altLang="es-AR" sz="1600" b="1" dirty="0">
                <a:solidFill>
                  <a:srgbClr val="000000"/>
                </a:solidFill>
              </a:rPr>
              <a:t>autopercibido</a:t>
            </a:r>
          </a:p>
        </p:txBody>
      </p:sp>
      <p:sp>
        <p:nvSpPr>
          <p:cNvPr id="33" name="Cerrar corchete 32">
            <a:extLst>
              <a:ext uri="{FF2B5EF4-FFF2-40B4-BE49-F238E27FC236}">
                <a16:creationId xmlns="" xmlns:a16="http://schemas.microsoft.com/office/drawing/2014/main" id="{281B7E6D-804D-8259-43B7-3760EF91212B}"/>
              </a:ext>
            </a:extLst>
          </p:cNvPr>
          <p:cNvSpPr/>
          <p:nvPr/>
        </p:nvSpPr>
        <p:spPr bwMode="auto">
          <a:xfrm rot="16200000">
            <a:off x="18039176" y="3085860"/>
            <a:ext cx="397228" cy="1269178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37" name="CuadroTexto 21"/>
          <p:cNvSpPr txBox="1">
            <a:spLocks noChangeArrowheads="1"/>
          </p:cNvSpPr>
          <p:nvPr/>
        </p:nvSpPr>
        <p:spPr bwMode="auto">
          <a:xfrm>
            <a:off x="16921219" y="2863629"/>
            <a:ext cx="2633143" cy="646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Voto</a:t>
            </a:r>
          </a:p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balotaje</a:t>
            </a:r>
            <a:endParaRPr lang="es-AR" altLang="es-AR" sz="1800" b="1" dirty="0">
              <a:solidFill>
                <a:srgbClr val="000000"/>
              </a:solidFill>
            </a:endParaRPr>
          </a:p>
        </p:txBody>
      </p:sp>
      <p:sp>
        <p:nvSpPr>
          <p:cNvPr id="38" name="Cerrar corchete 37">
            <a:extLst>
              <a:ext uri="{FF2B5EF4-FFF2-40B4-BE49-F238E27FC236}">
                <a16:creationId xmlns="" xmlns:a16="http://schemas.microsoft.com/office/drawing/2014/main" id="{281B7E6D-804D-8259-43B7-3760EF91212B}"/>
              </a:ext>
            </a:extLst>
          </p:cNvPr>
          <p:cNvSpPr/>
          <p:nvPr/>
        </p:nvSpPr>
        <p:spPr bwMode="auto">
          <a:xfrm rot="16200000">
            <a:off x="19908701" y="2625106"/>
            <a:ext cx="397226" cy="2190684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39" name="CuadroTexto 21"/>
          <p:cNvSpPr txBox="1">
            <a:spLocks noChangeArrowheads="1"/>
          </p:cNvSpPr>
          <p:nvPr/>
        </p:nvSpPr>
        <p:spPr bwMode="auto">
          <a:xfrm>
            <a:off x="18877409" y="3128753"/>
            <a:ext cx="25348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>
                <a:solidFill>
                  <a:srgbClr val="000000"/>
                </a:solidFill>
              </a:rPr>
              <a:t>GGN</a:t>
            </a:r>
          </a:p>
        </p:txBody>
      </p:sp>
      <p:sp>
        <p:nvSpPr>
          <p:cNvPr id="42" name="Cerrar corchete 44">
            <a:extLst>
              <a:ext uri="{FF2B5EF4-FFF2-40B4-BE49-F238E27FC236}">
                <a16:creationId xmlns="" xmlns:a16="http://schemas.microsoft.com/office/drawing/2014/main" id="{7E6E9857-6C01-86B2-39C1-F7668176C0A5}"/>
              </a:ext>
            </a:extLst>
          </p:cNvPr>
          <p:cNvSpPr/>
          <p:nvPr/>
        </p:nvSpPr>
        <p:spPr bwMode="auto">
          <a:xfrm rot="16200000">
            <a:off x="10137912" y="3134807"/>
            <a:ext cx="397224" cy="1171280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43" name="CuadroTexto 45"/>
          <p:cNvSpPr txBox="1">
            <a:spLocks noChangeArrowheads="1"/>
          </p:cNvSpPr>
          <p:nvPr/>
        </p:nvSpPr>
        <p:spPr bwMode="auto">
          <a:xfrm>
            <a:off x="9562185" y="3128752"/>
            <a:ext cx="1642543" cy="369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Zona</a:t>
            </a:r>
            <a:endParaRPr lang="es-AR" altLang="es-AR" sz="1800" b="1" dirty="0">
              <a:solidFill>
                <a:srgbClr val="000000"/>
              </a:solidFill>
            </a:endParaRPr>
          </a:p>
        </p:txBody>
      </p:sp>
      <p:sp>
        <p:nvSpPr>
          <p:cNvPr id="44" name="Cerrar corchete 43">
            <a:extLst>
              <a:ext uri="{FF2B5EF4-FFF2-40B4-BE49-F238E27FC236}">
                <a16:creationId xmlns="" xmlns:a16="http://schemas.microsoft.com/office/drawing/2014/main" id="{8867E575-81C8-D071-ECD3-3C6D9C7FB040}"/>
              </a:ext>
            </a:extLst>
          </p:cNvPr>
          <p:cNvSpPr/>
          <p:nvPr/>
        </p:nvSpPr>
        <p:spPr bwMode="auto">
          <a:xfrm rot="16200000">
            <a:off x="11956338" y="2678224"/>
            <a:ext cx="416274" cy="2065396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45" name="CuadroTexto 59"/>
          <p:cNvSpPr txBox="1">
            <a:spLocks noChangeArrowheads="1"/>
          </p:cNvSpPr>
          <p:nvPr/>
        </p:nvSpPr>
        <p:spPr bwMode="auto">
          <a:xfrm>
            <a:off x="11040006" y="3128752"/>
            <a:ext cx="2272012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Cordón</a:t>
            </a:r>
            <a:endParaRPr lang="es-AR" altLang="es-AR" sz="1800" b="1" dirty="0">
              <a:solidFill>
                <a:srgbClr val="000000"/>
              </a:solidFill>
            </a:endParaRPr>
          </a:p>
        </p:txBody>
      </p:sp>
      <p:sp>
        <p:nvSpPr>
          <p:cNvPr id="46" name="CuadroTexto 17"/>
          <p:cNvSpPr txBox="1">
            <a:spLocks noChangeArrowheads="1"/>
          </p:cNvSpPr>
          <p:nvPr/>
        </p:nvSpPr>
        <p:spPr bwMode="auto">
          <a:xfrm>
            <a:off x="12924078" y="3128752"/>
            <a:ext cx="2724321" cy="369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SE</a:t>
            </a:r>
            <a:endParaRPr lang="es-AR" altLang="es-AR" sz="1800" b="1" dirty="0">
              <a:solidFill>
                <a:srgbClr val="000000"/>
              </a:solidFill>
            </a:endParaRPr>
          </a:p>
        </p:txBody>
      </p:sp>
      <p:sp>
        <p:nvSpPr>
          <p:cNvPr id="47" name="Cerrar corchete 30">
            <a:extLst>
              <a:ext uri="{FF2B5EF4-FFF2-40B4-BE49-F238E27FC236}">
                <a16:creationId xmlns="" xmlns:a16="http://schemas.microsoft.com/office/drawing/2014/main" id="{3BD5FB4F-2709-3F22-0659-AFC0E0944DC5}"/>
              </a:ext>
            </a:extLst>
          </p:cNvPr>
          <p:cNvSpPr/>
          <p:nvPr/>
        </p:nvSpPr>
        <p:spPr bwMode="auto">
          <a:xfrm rot="16200000">
            <a:off x="14087626" y="2871394"/>
            <a:ext cx="397225" cy="1698106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64" name="Cerrar corchete 63">
            <a:extLst>
              <a:ext uri="{FF2B5EF4-FFF2-40B4-BE49-F238E27FC236}">
                <a16:creationId xmlns="" xmlns:a16="http://schemas.microsoft.com/office/drawing/2014/main" id="{281B7E6D-804D-8259-43B7-3760EF91212B}"/>
              </a:ext>
            </a:extLst>
          </p:cNvPr>
          <p:cNvSpPr/>
          <p:nvPr/>
        </p:nvSpPr>
        <p:spPr bwMode="auto">
          <a:xfrm rot="16200000">
            <a:off x="22246693" y="2687411"/>
            <a:ext cx="397228" cy="2066072"/>
          </a:xfrm>
          <a:prstGeom prst="rightBracket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" anchor="b" anchorCtr="1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AR" sz="1000" b="1" dirty="0">
              <a:solidFill>
                <a:srgbClr val="000000"/>
              </a:solidFill>
            </a:endParaRPr>
          </a:p>
        </p:txBody>
      </p:sp>
      <p:sp>
        <p:nvSpPr>
          <p:cNvPr id="65" name="CuadroTexto 21"/>
          <p:cNvSpPr txBox="1">
            <a:spLocks noChangeArrowheads="1"/>
          </p:cNvSpPr>
          <p:nvPr/>
        </p:nvSpPr>
        <p:spPr bwMode="auto">
          <a:xfrm>
            <a:off x="21277708" y="3128753"/>
            <a:ext cx="2390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algn="ctr" eaLnBrk="1" hangingPunct="1"/>
            <a:r>
              <a:rPr lang="es-AR" altLang="es-AR" sz="1800" b="1" dirty="0" smtClean="0">
                <a:solidFill>
                  <a:srgbClr val="000000"/>
                </a:solidFill>
              </a:rPr>
              <a:t>GGP</a:t>
            </a:r>
            <a:endParaRPr lang="es-AR" altLang="es-AR" sz="18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0918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807BA0E9-CE5C-4114-9B45-02ED2142EE0B}"/>
              </a:ext>
            </a:extLst>
          </p:cNvPr>
          <p:cNvSpPr txBox="1"/>
          <p:nvPr/>
        </p:nvSpPr>
        <p:spPr>
          <a:xfrm>
            <a:off x="1390650" y="2127250"/>
            <a:ext cx="18391188" cy="37861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11999" b="1" dirty="0">
                <a:solidFill>
                  <a:srgbClr val="E85833"/>
                </a:solidFill>
              </a:rPr>
              <a:t>A2.</a:t>
            </a:r>
          </a:p>
          <a:p>
            <a:pPr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11999" b="1" dirty="0">
                <a:solidFill>
                  <a:srgbClr val="FFFFFF"/>
                </a:solidFill>
              </a:rPr>
              <a:t>APERTURAS IMÁGENES</a:t>
            </a:r>
          </a:p>
        </p:txBody>
      </p:sp>
      <p:sp>
        <p:nvSpPr>
          <p:cNvPr id="133123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/>
              <a:t>Encuesta de opinión pública | Provincia de Buenos Aires | Marzo 2025 </a:t>
            </a:r>
            <a:endParaRPr lang="es-AR" altLang="es-ES" sz="1800" b="0" dirty="0" smtClean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Nacionales | </a:t>
            </a:r>
            <a:r>
              <a:rPr lang="es-AR" altLang="es-AR" sz="3600" b="0" dirty="0" smtClean="0"/>
              <a:t>Apertura imagen de Javier Milei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77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97425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Nacionales | </a:t>
            </a:r>
            <a:r>
              <a:rPr lang="es-AR" altLang="es-AR" sz="3600" b="0" dirty="0" smtClean="0"/>
              <a:t>Apertura imagen de Mauricio </a:t>
            </a:r>
            <a:r>
              <a:rPr lang="es-AR" altLang="es-AR" sz="3600" b="0" dirty="0" err="1" smtClean="0"/>
              <a:t>Macri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78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552175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Nacionales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Cristina Fernández de Kirchner</a:t>
            </a:r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79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31743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Nacionales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Sergio Massa</a:t>
            </a:r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80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53536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Nacionales | </a:t>
            </a:r>
            <a:r>
              <a:rPr lang="es-AR" altLang="es-AR" sz="3600" b="0" dirty="0" smtClean="0"/>
              <a:t>Apertura imagen de </a:t>
            </a:r>
            <a:r>
              <a:rPr lang="es-AR" altLang="es-AR" sz="3600" b="0" dirty="0"/>
              <a:t>Patricia </a:t>
            </a:r>
            <a:r>
              <a:rPr lang="es-AR" altLang="es-AR" sz="3600" b="0" dirty="0" err="1"/>
              <a:t>Bullrich</a:t>
            </a:r>
            <a:r>
              <a:rPr lang="es-AR" altLang="es-AR" sz="3600" b="0" dirty="0"/>
              <a:t>	</a:t>
            </a:r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81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255947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Nacionales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Axel </a:t>
            </a:r>
            <a:r>
              <a:rPr lang="es-AR" altLang="es-AR" sz="3600" b="0" dirty="0" err="1"/>
              <a:t>Kicillof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82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746236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Nacionales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Máximo Kirchner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83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86789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Nacionales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Eduardo </a:t>
            </a:r>
            <a:r>
              <a:rPr lang="es-AR" altLang="es-AR" sz="3600" b="0" dirty="0" err="1" smtClean="0"/>
              <a:t>Wado</a:t>
            </a:r>
            <a:r>
              <a:rPr lang="es-AR" altLang="es-AR" sz="3600" b="0" dirty="0" smtClean="0"/>
              <a:t> de Pedro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84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925998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Nacionales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Luis </a:t>
            </a:r>
            <a:r>
              <a:rPr lang="es-AR" altLang="es-AR" sz="3600" b="0" dirty="0" err="1" smtClean="0"/>
              <a:t>Toto</a:t>
            </a:r>
            <a:r>
              <a:rPr lang="es-AR" altLang="es-AR" sz="3600" b="0" dirty="0" smtClean="0"/>
              <a:t> </a:t>
            </a:r>
            <a:r>
              <a:rPr lang="es-AR" altLang="es-AR" sz="3600" b="0" dirty="0" err="1" smtClean="0"/>
              <a:t>Caputo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935275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Nacionales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Karina Milei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86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7567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369562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Nacionales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Santiago </a:t>
            </a:r>
            <a:r>
              <a:rPr lang="es-AR" altLang="es-AR" sz="3600" b="0" dirty="0" err="1" smtClean="0"/>
              <a:t>Caputo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87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74978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Provinciales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Gabriel </a:t>
            </a:r>
            <a:r>
              <a:rPr lang="es-AR" altLang="es-AR" sz="3600" b="0" dirty="0" err="1" smtClean="0"/>
              <a:t>Katopodis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88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525610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Provinciales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Carlos “</a:t>
            </a:r>
            <a:r>
              <a:rPr lang="es-AR" altLang="es-AR" sz="3600" b="0" dirty="0" err="1" smtClean="0"/>
              <a:t>Carli</a:t>
            </a:r>
            <a:r>
              <a:rPr lang="es-AR" altLang="es-AR" sz="3600" b="0" dirty="0" smtClean="0"/>
              <a:t>” Bianco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89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711252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Provinciales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Diego </a:t>
            </a:r>
            <a:r>
              <a:rPr lang="es-AR" altLang="es-AR" sz="3600" b="0" dirty="0" err="1" smtClean="0"/>
              <a:t>Santilli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90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40016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Provinciales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Facundo Manes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91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497315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Provinciales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José Luis </a:t>
            </a:r>
            <a:r>
              <a:rPr lang="es-AR" altLang="es-AR" sz="3600" b="0" dirty="0" err="1" smtClean="0"/>
              <a:t>Espert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92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214898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Intendentes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Federico Achával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93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7926070"/>
              </p:ext>
            </p:extLst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231995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795314" cy="1123950"/>
          </a:xfrm>
        </p:spPr>
        <p:txBody>
          <a:bodyPr/>
          <a:lstStyle/>
          <a:p>
            <a:r>
              <a:rPr lang="en-US" sz="3600" dirty="0"/>
              <a:t>A2. </a:t>
            </a:r>
            <a:r>
              <a:rPr lang="en-US" sz="3600" dirty="0" err="1"/>
              <a:t>Imágenes</a:t>
            </a:r>
            <a:r>
              <a:rPr lang="en-US" sz="3600" dirty="0"/>
              <a:t> | </a:t>
            </a:r>
            <a:r>
              <a:rPr lang="en-US" sz="3600" dirty="0" err="1"/>
              <a:t>Intendentes</a:t>
            </a:r>
            <a:r>
              <a:rPr lang="en-US" sz="3600" dirty="0"/>
              <a:t> | </a:t>
            </a:r>
            <a:r>
              <a:rPr lang="en-US" sz="3600" b="0" dirty="0" err="1"/>
              <a:t>Apertura</a:t>
            </a:r>
            <a:r>
              <a:rPr lang="en-US" sz="3600" b="0" dirty="0"/>
              <a:t> </a:t>
            </a:r>
            <a:r>
              <a:rPr lang="en-US" sz="3600" b="0" dirty="0" err="1"/>
              <a:t>imagen</a:t>
            </a:r>
            <a:r>
              <a:rPr lang="en-US" sz="3600" b="0" dirty="0"/>
              <a:t> de Leo </a:t>
            </a:r>
            <a:r>
              <a:rPr lang="en-US" sz="3600" b="0" dirty="0" err="1"/>
              <a:t>Nardini</a:t>
            </a:r>
            <a:r>
              <a:rPr lang="en-US" sz="3600" b="0" dirty="0"/>
              <a:t>, </a:t>
            </a:r>
            <a:r>
              <a:rPr lang="en-US" sz="3600" b="0" dirty="0" err="1"/>
              <a:t>intendente</a:t>
            </a:r>
            <a:r>
              <a:rPr lang="en-US" sz="3600" b="0" dirty="0"/>
              <a:t> de Malvinas </a:t>
            </a:r>
            <a:r>
              <a:rPr lang="en-US" sz="3600" b="0" dirty="0" err="1"/>
              <a:t>Argentinas</a:t>
            </a:r>
            <a:r>
              <a:rPr lang="en-US" sz="3600" b="0" dirty="0"/>
              <a:t> 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94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5515605"/>
              </p:ext>
            </p:extLst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872342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Intendentes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Ariel </a:t>
            </a:r>
            <a:r>
              <a:rPr lang="es-AR" altLang="es-AR" sz="3600" b="0" dirty="0" err="1" smtClean="0"/>
              <a:t>Sujarchuk</a:t>
            </a:r>
            <a:r>
              <a:rPr lang="es-AR" altLang="es-AR" sz="3600" b="0" dirty="0" smtClean="0"/>
              <a:t>, intendente de Escobar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95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268131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Intendentes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Jorge </a:t>
            </a:r>
            <a:r>
              <a:rPr lang="es-AR" altLang="es-AR" sz="3600" b="0" dirty="0" err="1" smtClean="0"/>
              <a:t>Ferraresi</a:t>
            </a:r>
            <a:r>
              <a:rPr lang="es-AR" altLang="es-AR" sz="3600" b="0" dirty="0" smtClean="0"/>
              <a:t>, intendente de Avellaneda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96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648481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AR" altLang="es-ES" sz="3600" dirty="0" smtClean="0"/>
              <a:t>A2. Imágenes | Intendentes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Mayra Mendoza, intendenta de Quilmes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97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546330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399" y="800100"/>
            <a:ext cx="20826859" cy="1123950"/>
          </a:xfrm>
        </p:spPr>
        <p:txBody>
          <a:bodyPr/>
          <a:lstStyle/>
          <a:p>
            <a:r>
              <a:rPr lang="es-AR" altLang="es-ES" sz="3600" dirty="0" smtClean="0"/>
              <a:t>A2. Imágenes | Intendentes | </a:t>
            </a:r>
            <a:r>
              <a:rPr lang="es-AR" altLang="es-AR" sz="3600" b="0" dirty="0" smtClean="0"/>
              <a:t>Apertura imagen </a:t>
            </a:r>
            <a:r>
              <a:rPr lang="es-AR" altLang="es-AR" sz="3600" b="0" dirty="0"/>
              <a:t>de </a:t>
            </a:r>
            <a:r>
              <a:rPr lang="es-AR" altLang="es-AR" sz="3600" b="0" dirty="0" smtClean="0"/>
              <a:t>Diego Valenzuela, intendente de Tres de Febrero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98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9017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835703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CuadroTexto 4"/>
          <p:cNvSpPr txBox="1">
            <a:spLocks noChangeArrowheads="1"/>
          </p:cNvSpPr>
          <p:nvPr/>
        </p:nvSpPr>
        <p:spPr bwMode="auto">
          <a:xfrm>
            <a:off x="1390650" y="2127250"/>
            <a:ext cx="18549938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AR" altLang="es-AR" sz="10000" b="1">
                <a:solidFill>
                  <a:srgbClr val="E85833"/>
                </a:solidFill>
              </a:rPr>
              <a:t>A3.</a:t>
            </a:r>
          </a:p>
          <a:p>
            <a:pPr eaLnBrk="1" hangingPunct="1"/>
            <a:r>
              <a:rPr lang="es-AR" altLang="es-AR" sz="10000" b="1">
                <a:solidFill>
                  <a:srgbClr val="FFFFFF"/>
                </a:solidFill>
              </a:rPr>
              <a:t>APERTURAS </a:t>
            </a:r>
          </a:p>
          <a:p>
            <a:pPr eaLnBrk="1" hangingPunct="1"/>
            <a:r>
              <a:rPr lang="es-AR" altLang="es-AR" sz="10000" b="1">
                <a:solidFill>
                  <a:srgbClr val="FFFFFF"/>
                </a:solidFill>
              </a:rPr>
              <a:t>POTENCIALIDADES DE VOTO</a:t>
            </a:r>
          </a:p>
        </p:txBody>
      </p:sp>
      <p:sp>
        <p:nvSpPr>
          <p:cNvPr id="177155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>
                <a:solidFill>
                  <a:srgbClr val="000000"/>
                </a:solidFill>
              </a:rPr>
              <a:t>Encuesta de opinión pública | Provincia de Buenos Aires | Marzo 2025 </a:t>
            </a:r>
            <a:endParaRPr lang="es-AR" altLang="es-ES" sz="1800" b="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447000" cy="1123950"/>
          </a:xfrm>
        </p:spPr>
        <p:txBody>
          <a:bodyPr/>
          <a:lstStyle/>
          <a:p>
            <a:r>
              <a:rPr lang="es-AR" altLang="es-ES" sz="3600" dirty="0" smtClean="0"/>
              <a:t>A3. Potencialidades de voto </a:t>
            </a:r>
            <a:r>
              <a:rPr lang="es-AR" altLang="es-AR" sz="3600" dirty="0" smtClean="0"/>
              <a:t>| </a:t>
            </a:r>
            <a:r>
              <a:rPr lang="es-AR" altLang="es-AR" sz="3600" b="0" dirty="0"/>
              <a:t>Apertura </a:t>
            </a:r>
            <a:r>
              <a:rPr lang="es-AR" altLang="es-AR" sz="3600" b="0" dirty="0" smtClean="0"/>
              <a:t>probabilidad de v</a:t>
            </a:r>
            <a:r>
              <a:rPr lang="es-MX" altLang="es-AR" sz="3600" b="0" dirty="0" err="1" smtClean="0"/>
              <a:t>otar</a:t>
            </a:r>
            <a:r>
              <a:rPr lang="es-MX" altLang="es-AR" sz="3600" b="0" dirty="0" smtClean="0"/>
              <a:t> </a:t>
            </a:r>
            <a:r>
              <a:rPr lang="es-MX" altLang="es-AR" sz="3600" b="0" dirty="0"/>
              <a:t>a un candidato de La Libertad Avanza de Javier </a:t>
            </a:r>
            <a:r>
              <a:rPr lang="es-MX" altLang="es-AR" sz="3600" b="0" dirty="0" smtClean="0"/>
              <a:t>Milei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100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8636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847927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447000" cy="1123950"/>
          </a:xfrm>
        </p:spPr>
        <p:txBody>
          <a:bodyPr/>
          <a:lstStyle/>
          <a:p>
            <a:r>
              <a:rPr lang="es-AR" altLang="es-ES" sz="3600" dirty="0" smtClean="0"/>
              <a:t>A3. Potencialidades de voto </a:t>
            </a:r>
            <a:r>
              <a:rPr lang="es-AR" altLang="es-AR" sz="3600" dirty="0" smtClean="0"/>
              <a:t>| </a:t>
            </a:r>
            <a:r>
              <a:rPr lang="es-AR" altLang="es-AR" sz="3600" b="0" dirty="0"/>
              <a:t>Apertura </a:t>
            </a:r>
            <a:r>
              <a:rPr lang="es-AR" altLang="es-AR" sz="3600" b="0" dirty="0" smtClean="0"/>
              <a:t>probabilidad de v</a:t>
            </a:r>
            <a:r>
              <a:rPr lang="es-MX" altLang="es-AR" sz="3600" b="0" dirty="0" err="1" smtClean="0"/>
              <a:t>otar</a:t>
            </a:r>
            <a:r>
              <a:rPr lang="es-MX" altLang="es-AR" sz="3600" b="0" dirty="0" smtClean="0"/>
              <a:t> </a:t>
            </a:r>
            <a:r>
              <a:rPr lang="es-MX" altLang="es-AR" sz="3600" b="0" dirty="0"/>
              <a:t>a un candidato </a:t>
            </a:r>
            <a:r>
              <a:rPr lang="es-MX" altLang="es-AR" sz="3600" b="0" dirty="0" smtClean="0"/>
              <a:t>del PRO de Mauricio </a:t>
            </a:r>
            <a:r>
              <a:rPr lang="es-MX" altLang="es-AR" sz="3600" b="0" dirty="0" err="1" smtClean="0"/>
              <a:t>Macri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101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8636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8963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447000" cy="1123950"/>
          </a:xfrm>
        </p:spPr>
        <p:txBody>
          <a:bodyPr/>
          <a:lstStyle/>
          <a:p>
            <a:r>
              <a:rPr lang="es-AR" altLang="es-ES" sz="3600" dirty="0" smtClean="0"/>
              <a:t>A3. Potencialidades de voto </a:t>
            </a:r>
            <a:r>
              <a:rPr lang="es-AR" altLang="es-AR" sz="3600" dirty="0" smtClean="0"/>
              <a:t>| </a:t>
            </a:r>
            <a:r>
              <a:rPr lang="es-AR" altLang="es-AR" sz="3600" b="0" dirty="0"/>
              <a:t>Apertura </a:t>
            </a:r>
            <a:r>
              <a:rPr lang="es-AR" altLang="es-AR" sz="3600" b="0" dirty="0" smtClean="0"/>
              <a:t>probabilidad de v</a:t>
            </a:r>
            <a:r>
              <a:rPr lang="es-MX" altLang="es-AR" sz="3600" b="0" dirty="0" err="1" smtClean="0"/>
              <a:t>otar</a:t>
            </a:r>
            <a:r>
              <a:rPr lang="es-MX" altLang="es-AR" sz="3600" b="0" dirty="0" smtClean="0"/>
              <a:t> </a:t>
            </a:r>
            <a:r>
              <a:rPr lang="es-MX" altLang="es-AR" sz="3600" b="0" dirty="0"/>
              <a:t>a un candidato </a:t>
            </a:r>
            <a:r>
              <a:rPr lang="es-MX" altLang="es-AR" sz="3600" b="0" dirty="0" smtClean="0"/>
              <a:t>del peronismo de Cristina Kirchner, Axel </a:t>
            </a:r>
            <a:r>
              <a:rPr lang="es-MX" altLang="es-AR" sz="3600" b="0" dirty="0" err="1" smtClean="0"/>
              <a:t>Kicillof</a:t>
            </a:r>
            <a:r>
              <a:rPr lang="es-MX" altLang="es-AR" sz="3600" b="0" dirty="0" smtClean="0"/>
              <a:t> y Sergio Massa</a:t>
            </a:r>
            <a:endParaRPr lang="es-MX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102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8636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335462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447000" cy="1123950"/>
          </a:xfrm>
        </p:spPr>
        <p:txBody>
          <a:bodyPr/>
          <a:lstStyle/>
          <a:p>
            <a:r>
              <a:rPr lang="es-AR" altLang="es-ES" sz="3600" dirty="0" smtClean="0"/>
              <a:t>A3. Potencialidades de voto </a:t>
            </a:r>
            <a:r>
              <a:rPr lang="es-AR" altLang="es-AR" sz="3600" dirty="0" smtClean="0"/>
              <a:t>| </a:t>
            </a:r>
            <a:r>
              <a:rPr lang="es-AR" altLang="es-AR" sz="3600" b="0" dirty="0"/>
              <a:t>Apertura </a:t>
            </a:r>
            <a:r>
              <a:rPr lang="es-AR" altLang="es-AR" sz="3600" b="0" dirty="0" smtClean="0"/>
              <a:t>probabilidad de v</a:t>
            </a:r>
            <a:r>
              <a:rPr lang="es-MX" altLang="es-AR" sz="3600" b="0" dirty="0" err="1" smtClean="0"/>
              <a:t>otar</a:t>
            </a:r>
            <a:r>
              <a:rPr lang="es-MX" altLang="es-AR" sz="3600" b="0" dirty="0"/>
              <a:t> </a:t>
            </a:r>
            <a:r>
              <a:rPr lang="es-MX" altLang="es-AR" sz="3600" b="0" dirty="0" smtClean="0"/>
              <a:t>a un </a:t>
            </a:r>
            <a:r>
              <a:rPr lang="es-MX" altLang="es-AR" sz="3600" b="0" dirty="0"/>
              <a:t>candidato del PRO de Mauricio </a:t>
            </a:r>
            <a:r>
              <a:rPr lang="es-MX" altLang="es-AR" sz="3600" b="0" dirty="0" err="1"/>
              <a:t>Macri</a:t>
            </a:r>
            <a:r>
              <a:rPr lang="es-MX" altLang="es-AR" sz="3600" b="0" dirty="0"/>
              <a:t> junto a La Libertad Avanza de Javier </a:t>
            </a:r>
            <a:r>
              <a:rPr lang="es-MX" altLang="es-AR" sz="3600" b="0" dirty="0" smtClean="0"/>
              <a:t>Milei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103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8636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364421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CuadroTexto 4"/>
          <p:cNvSpPr txBox="1">
            <a:spLocks noChangeArrowheads="1"/>
          </p:cNvSpPr>
          <p:nvPr/>
        </p:nvSpPr>
        <p:spPr bwMode="auto">
          <a:xfrm>
            <a:off x="1390650" y="2127250"/>
            <a:ext cx="21283613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AR" altLang="es-AR" sz="10000" b="1">
                <a:solidFill>
                  <a:srgbClr val="E85833"/>
                </a:solidFill>
              </a:rPr>
              <a:t>A4.</a:t>
            </a:r>
          </a:p>
          <a:p>
            <a:pPr eaLnBrk="1" hangingPunct="1"/>
            <a:r>
              <a:rPr lang="es-AR" altLang="es-AR" sz="10000" b="1">
                <a:solidFill>
                  <a:srgbClr val="FFFFFF"/>
                </a:solidFill>
              </a:rPr>
              <a:t>APERTURAS ÁREAS DE GESTIÓN</a:t>
            </a:r>
          </a:p>
        </p:txBody>
      </p:sp>
      <p:sp>
        <p:nvSpPr>
          <p:cNvPr id="184323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 smtClean="0">
                <a:solidFill>
                  <a:srgbClr val="000000"/>
                </a:solidFill>
              </a:rPr>
              <a:t>Encuesta de opinión pública | Provincia de Buenos Aires | Marzo 2025 </a:t>
            </a:r>
            <a:endParaRPr lang="es-AR" altLang="es-ES" sz="1800" b="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MX" altLang="es-ES" sz="3600" dirty="0" smtClean="0"/>
              <a:t>A4. </a:t>
            </a:r>
            <a:r>
              <a:rPr lang="es-AR" altLang="es-ES" sz="3600" dirty="0"/>
              <a:t>Acciones del GN </a:t>
            </a:r>
            <a:r>
              <a:rPr lang="es-AR" altLang="es-AR" sz="3600" dirty="0" smtClean="0"/>
              <a:t>|</a:t>
            </a:r>
            <a:r>
              <a:rPr lang="es-AR" altLang="es-AR" sz="3600" b="0" dirty="0" smtClean="0"/>
              <a:t>Apertura como</a:t>
            </a:r>
            <a:r>
              <a:rPr lang="es-MX" sz="3600" b="0" dirty="0" smtClean="0"/>
              <a:t> se manejó </a:t>
            </a:r>
            <a:r>
              <a:rPr lang="es-MX" sz="3600" b="0" dirty="0"/>
              <a:t>el gobierno nacional respecto a los sucedido con la criptomoneda </a:t>
            </a:r>
            <a:r>
              <a:rPr lang="es-MX" sz="3600" b="0" dirty="0" smtClean="0"/>
              <a:t>LIBRA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105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8636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0082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MX" altLang="es-ES" sz="3600" dirty="0" smtClean="0"/>
              <a:t>A4. </a:t>
            </a:r>
            <a:r>
              <a:rPr lang="es-AR" altLang="es-ES" sz="3600" dirty="0"/>
              <a:t>Acciones del GN </a:t>
            </a:r>
            <a:r>
              <a:rPr lang="es-AR" altLang="es-AR" sz="3600" dirty="0" smtClean="0"/>
              <a:t>| </a:t>
            </a:r>
            <a:r>
              <a:rPr lang="es-AR" altLang="es-AR" sz="3600" b="0" dirty="0" smtClean="0"/>
              <a:t>Apertura como</a:t>
            </a:r>
            <a:r>
              <a:rPr lang="es-MX" sz="3600" b="0" dirty="0" smtClean="0"/>
              <a:t> se manejó </a:t>
            </a:r>
            <a:r>
              <a:rPr lang="es-MX" sz="3600" b="0" dirty="0"/>
              <a:t>el gobierno nacional respecto al nombramiento de jueces de la </a:t>
            </a:r>
            <a:r>
              <a:rPr lang="es-MX" sz="3600" b="0" dirty="0" smtClean="0"/>
              <a:t>Corte Suprema </a:t>
            </a:r>
            <a:r>
              <a:rPr lang="es-MX" sz="3600" b="0" dirty="0"/>
              <a:t>por </a:t>
            </a:r>
            <a:r>
              <a:rPr lang="es-MX" sz="3600" b="0" dirty="0" smtClean="0"/>
              <a:t>decreto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106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8636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012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22349" y="800100"/>
            <a:ext cx="21304251" cy="1123950"/>
          </a:xfrm>
        </p:spPr>
        <p:txBody>
          <a:bodyPr/>
          <a:lstStyle/>
          <a:p>
            <a:r>
              <a:rPr lang="es-MX" altLang="es-ES" sz="3600" dirty="0" smtClean="0"/>
              <a:t>A4. </a:t>
            </a:r>
            <a:r>
              <a:rPr lang="es-AR" altLang="es-ES" sz="3600" dirty="0"/>
              <a:t>Acciones del GN </a:t>
            </a:r>
            <a:r>
              <a:rPr lang="es-AR" altLang="es-AR" sz="3600" dirty="0" smtClean="0"/>
              <a:t>| </a:t>
            </a:r>
            <a:r>
              <a:rPr lang="es-AR" altLang="es-AR" sz="3600" b="0" dirty="0" smtClean="0"/>
              <a:t>Apertura como</a:t>
            </a:r>
            <a:r>
              <a:rPr lang="es-MX" sz="3600" b="0" dirty="0" smtClean="0"/>
              <a:t> manejó el gobierno nacional respecto </a:t>
            </a:r>
            <a:r>
              <a:rPr lang="es-MX" sz="3600" b="0" dirty="0"/>
              <a:t>al discurso del presidente en </a:t>
            </a:r>
            <a:r>
              <a:rPr lang="es-MX" sz="3600" b="0" dirty="0" err="1"/>
              <a:t>Davos</a:t>
            </a:r>
            <a:r>
              <a:rPr lang="es-MX" sz="3600" b="0" dirty="0"/>
              <a:t> que </a:t>
            </a:r>
            <a:r>
              <a:rPr lang="es-MX" sz="3600" b="0" dirty="0" smtClean="0"/>
              <a:t>generó </a:t>
            </a:r>
            <a:r>
              <a:rPr lang="es-MX" sz="3600" b="0" dirty="0"/>
              <a:t>polémica en la comunidad LGBT y otras </a:t>
            </a:r>
            <a:r>
              <a:rPr lang="es-MX" sz="3600" b="0" dirty="0" smtClean="0"/>
              <a:t>minorías</a:t>
            </a:r>
            <a:r>
              <a:rPr lang="es-MX" sz="3600" dirty="0" smtClean="0"/>
              <a:t> 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107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8636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201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19316700" cy="1123950"/>
          </a:xfrm>
        </p:spPr>
        <p:txBody>
          <a:bodyPr/>
          <a:lstStyle/>
          <a:p>
            <a:r>
              <a:rPr lang="es-MX" altLang="es-ES" sz="3600" dirty="0" smtClean="0"/>
              <a:t>A4. </a:t>
            </a:r>
            <a:r>
              <a:rPr lang="es-AR" altLang="es-ES" sz="3600" dirty="0"/>
              <a:t>Acciones del GN </a:t>
            </a:r>
            <a:r>
              <a:rPr lang="es-AR" altLang="es-AR" sz="3600" dirty="0" smtClean="0"/>
              <a:t>| </a:t>
            </a:r>
            <a:r>
              <a:rPr lang="es-AR" altLang="es-AR" sz="3600" b="0" dirty="0" smtClean="0"/>
              <a:t>Apertura como se</a:t>
            </a:r>
            <a:r>
              <a:rPr lang="es-MX" sz="3600" b="0" dirty="0" smtClean="0"/>
              <a:t> manejó el gobierno nacional respecto a enviar un DNU al Congreso </a:t>
            </a:r>
            <a:r>
              <a:rPr lang="es-MX" sz="3600" b="0" dirty="0"/>
              <a:t>para que apruebe el acuerdo con el </a:t>
            </a:r>
            <a:r>
              <a:rPr lang="es-MX" sz="3600" b="0" dirty="0" smtClean="0"/>
              <a:t>FMI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 smtClean="0">
                <a:solidFill>
                  <a:srgbClr val="000000"/>
                </a:solidFill>
              </a:rPr>
              <a:t>Encuesta de opinión pública | Provincia de Buenos Aires | Marzo 2025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108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  <p:graphicFrame>
        <p:nvGraphicFramePr>
          <p:cNvPr id="36" name="Gráfico 35">
            <a:extLst>
              <a:ext uri="{FF2B5EF4-FFF2-40B4-BE49-F238E27FC236}">
                <a16:creationId xmlns=""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593660" y="1924050"/>
          <a:ext cx="23184310" cy="10882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upo 33"/>
          <p:cNvGrpSpPr/>
          <p:nvPr/>
        </p:nvGrpSpPr>
        <p:grpSpPr>
          <a:xfrm>
            <a:off x="1637386" y="2863628"/>
            <a:ext cx="22215323" cy="1055443"/>
            <a:chOff x="1637386" y="2901728"/>
            <a:chExt cx="22215323" cy="1055443"/>
          </a:xfrm>
        </p:grpSpPr>
        <p:sp>
          <p:nvSpPr>
            <p:cNvPr id="35" name="CuadroTexto 17"/>
            <p:cNvSpPr txBox="1">
              <a:spLocks noChangeArrowheads="1"/>
            </p:cNvSpPr>
            <p:nvPr/>
          </p:nvSpPr>
          <p:spPr bwMode="auto">
            <a:xfrm>
              <a:off x="4675428" y="3147801"/>
              <a:ext cx="2286441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Estudios</a:t>
              </a:r>
            </a:p>
          </p:txBody>
        </p:sp>
        <p:sp>
          <p:nvSpPr>
            <p:cNvPr id="39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5628659" y="3018289"/>
              <a:ext cx="379978" cy="142516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6" name="Cerrar corchete 45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3790205" y="2805255"/>
              <a:ext cx="397235" cy="1868493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7" name="CuadroTexto 59"/>
            <p:cNvSpPr txBox="1">
              <a:spLocks noChangeArrowheads="1"/>
            </p:cNvSpPr>
            <p:nvPr/>
          </p:nvSpPr>
          <p:spPr bwMode="auto">
            <a:xfrm>
              <a:off x="2962806" y="3147801"/>
              <a:ext cx="2055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Edad</a:t>
              </a:r>
            </a:p>
          </p:txBody>
        </p:sp>
        <p:sp>
          <p:nvSpPr>
            <p:cNvPr id="48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2135571" y="3250446"/>
              <a:ext cx="360932" cy="97990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49" name="CuadroTexto 45"/>
            <p:cNvSpPr txBox="1">
              <a:spLocks noChangeArrowheads="1"/>
            </p:cNvSpPr>
            <p:nvPr/>
          </p:nvSpPr>
          <p:spPr bwMode="auto">
            <a:xfrm>
              <a:off x="1637386" y="3147801"/>
              <a:ext cx="1374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Género</a:t>
              </a:r>
            </a:p>
          </p:txBody>
        </p:sp>
        <p:sp>
          <p:nvSpPr>
            <p:cNvPr id="51" name="Cerrar corchete 50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7275799" y="2818729"/>
              <a:ext cx="378185" cy="1860596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2" name="CuadroTexto 65"/>
            <p:cNvSpPr txBox="1">
              <a:spLocks noChangeArrowheads="1"/>
            </p:cNvSpPr>
            <p:nvPr/>
          </p:nvSpPr>
          <p:spPr bwMode="auto">
            <a:xfrm>
              <a:off x="15402187" y="2916448"/>
              <a:ext cx="4125409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generales </a:t>
              </a:r>
              <a:r>
                <a:rPr lang="es-AR" altLang="es-AR" sz="1800" b="1" dirty="0">
                  <a:solidFill>
                    <a:srgbClr val="000000"/>
                  </a:solidFill>
                </a:rPr>
                <a:t>‘23</a:t>
              </a:r>
            </a:p>
          </p:txBody>
        </p:sp>
        <p:sp>
          <p:nvSpPr>
            <p:cNvPr id="53" name="Cerrar corchete 39">
              <a:extLst>
                <a:ext uri="{FF2B5EF4-FFF2-40B4-BE49-F238E27FC236}">
                  <a16:creationId xmlns="" xmlns:a16="http://schemas.microsoft.com/office/drawing/2014/main" id="{029ED865-9F14-6082-02E9-B08E4540A0AF}"/>
                </a:ext>
              </a:extLst>
            </p:cNvPr>
            <p:cNvSpPr/>
            <p:nvPr/>
          </p:nvSpPr>
          <p:spPr bwMode="auto">
            <a:xfrm rot="16200000">
              <a:off x="7409789" y="2811026"/>
              <a:ext cx="397236" cy="1856951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4" name="CuadroTexto 21"/>
            <p:cNvSpPr txBox="1">
              <a:spLocks noChangeArrowheads="1"/>
            </p:cNvSpPr>
            <p:nvPr/>
          </p:nvSpPr>
          <p:spPr bwMode="auto">
            <a:xfrm>
              <a:off x="6357819" y="2935352"/>
              <a:ext cx="250117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NSE</a:t>
              </a:r>
            </a:p>
            <a:p>
              <a:pPr algn="ctr" eaLnBrk="1" hangingPunct="1"/>
              <a:r>
                <a:rPr lang="es-AR" altLang="es-AR" sz="1600" b="1" dirty="0">
                  <a:solidFill>
                    <a:srgbClr val="000000"/>
                  </a:solidFill>
                </a:rPr>
                <a:t>autopercibido</a:t>
              </a:r>
            </a:p>
          </p:txBody>
        </p:sp>
        <p:sp>
          <p:nvSpPr>
            <p:cNvPr id="55" name="Cerrar corchete 54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18901699" y="3268336"/>
              <a:ext cx="397237" cy="9804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6" name="CuadroTexto 21"/>
            <p:cNvSpPr txBox="1">
              <a:spLocks noChangeArrowheads="1"/>
            </p:cNvSpPr>
            <p:nvPr/>
          </p:nvSpPr>
          <p:spPr bwMode="auto">
            <a:xfrm>
              <a:off x="18083270" y="2901728"/>
              <a:ext cx="20340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Voto</a:t>
              </a:r>
            </a:p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balotaje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Cerrar corchete 56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0561375" y="2791581"/>
              <a:ext cx="379981" cy="1878588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58" name="CuadroTexto 21"/>
            <p:cNvSpPr txBox="1">
              <a:spLocks noChangeArrowheads="1"/>
            </p:cNvSpPr>
            <p:nvPr/>
          </p:nvSpPr>
          <p:spPr bwMode="auto">
            <a:xfrm>
              <a:off x="19677508" y="3147801"/>
              <a:ext cx="217369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GGN</a:t>
              </a:r>
            </a:p>
          </p:txBody>
        </p:sp>
        <p:sp>
          <p:nvSpPr>
            <p:cNvPr id="60" name="Cerrar corchete 59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4828322" y="2375342"/>
              <a:ext cx="378183" cy="2747370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2" name="CuadroTexto 65"/>
            <p:cNvSpPr txBox="1">
              <a:spLocks noChangeArrowheads="1"/>
            </p:cNvSpPr>
            <p:nvPr/>
          </p:nvSpPr>
          <p:spPr bwMode="auto">
            <a:xfrm>
              <a:off x="13285112" y="3147801"/>
              <a:ext cx="3510678" cy="369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>
                  <a:solidFill>
                    <a:srgbClr val="000000"/>
                  </a:solidFill>
                </a:rPr>
                <a:t>Cercanía partidaria</a:t>
              </a:r>
            </a:p>
          </p:txBody>
        </p:sp>
        <p:sp>
          <p:nvSpPr>
            <p:cNvPr id="63" name="Cerrar corchete 44">
              <a:extLst>
                <a:ext uri="{FF2B5EF4-FFF2-40B4-BE49-F238E27FC236}">
                  <a16:creationId xmlns="" xmlns:a16="http://schemas.microsoft.com/office/drawing/2014/main" id="{7E6E9857-6C01-86B2-39C1-F7668176C0A5}"/>
                </a:ext>
              </a:extLst>
            </p:cNvPr>
            <p:cNvSpPr/>
            <p:nvPr/>
          </p:nvSpPr>
          <p:spPr bwMode="auto">
            <a:xfrm rot="16200000">
              <a:off x="9081348" y="3202356"/>
              <a:ext cx="379982" cy="105703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64" name="CuadroTexto 45"/>
            <p:cNvSpPr txBox="1">
              <a:spLocks noChangeArrowheads="1"/>
            </p:cNvSpPr>
            <p:nvPr/>
          </p:nvSpPr>
          <p:spPr bwMode="auto">
            <a:xfrm>
              <a:off x="8533486" y="3147801"/>
              <a:ext cx="151127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Zona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2" name="Cerrar corchete 71">
              <a:extLst>
                <a:ext uri="{FF2B5EF4-FFF2-40B4-BE49-F238E27FC236}">
                  <a16:creationId xmlns="" xmlns:a16="http://schemas.microsoft.com/office/drawing/2014/main" id="{8867E575-81C8-D071-ECD3-3C6D9C7FB040}"/>
                </a:ext>
              </a:extLst>
            </p:cNvPr>
            <p:cNvSpPr/>
            <p:nvPr/>
          </p:nvSpPr>
          <p:spPr bwMode="auto">
            <a:xfrm rot="16200000">
              <a:off x="10738738" y="2792978"/>
              <a:ext cx="379980" cy="1875794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3" name="CuadroTexto 59"/>
            <p:cNvSpPr txBox="1">
              <a:spLocks noChangeArrowheads="1"/>
            </p:cNvSpPr>
            <p:nvPr/>
          </p:nvSpPr>
          <p:spPr bwMode="auto">
            <a:xfrm>
              <a:off x="9897006" y="3147801"/>
              <a:ext cx="2063444" cy="371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Cordón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4" name="CuadroTexto 17"/>
            <p:cNvSpPr txBox="1">
              <a:spLocks noChangeArrowheads="1"/>
            </p:cNvSpPr>
            <p:nvPr/>
          </p:nvSpPr>
          <p:spPr bwMode="auto">
            <a:xfrm>
              <a:off x="11590578" y="3147801"/>
              <a:ext cx="231775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SE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  <p:sp>
          <p:nvSpPr>
            <p:cNvPr id="75" name="Cerrar corchete 30">
              <a:extLst>
                <a:ext uri="{FF2B5EF4-FFF2-40B4-BE49-F238E27FC236}">
                  <a16:creationId xmlns="" xmlns:a16="http://schemas.microsoft.com/office/drawing/2014/main" id="{3BD5FB4F-2709-3F22-0659-AFC0E0944DC5}"/>
                </a:ext>
              </a:extLst>
            </p:cNvPr>
            <p:cNvSpPr/>
            <p:nvPr/>
          </p:nvSpPr>
          <p:spPr bwMode="auto">
            <a:xfrm rot="16200000">
              <a:off x="12568991" y="3018056"/>
              <a:ext cx="360931" cy="144468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6" name="Cerrar corchete 75">
              <a:extLst>
                <a:ext uri="{FF2B5EF4-FFF2-40B4-BE49-F238E27FC236}">
                  <a16:creationId xmlns="" xmlns:a16="http://schemas.microsoft.com/office/drawing/2014/main" id="{281B7E6D-804D-8259-43B7-3760EF91212B}"/>
                </a:ext>
              </a:extLst>
            </p:cNvPr>
            <p:cNvSpPr/>
            <p:nvPr/>
          </p:nvSpPr>
          <p:spPr bwMode="auto">
            <a:xfrm rot="16200000">
              <a:off x="22583805" y="2807500"/>
              <a:ext cx="379983" cy="1846749"/>
            </a:xfrm>
            <a:prstGeom prst="rightBracket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vert="vert" anchor="b" anchorCtr="1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AR" sz="1000" b="1" dirty="0">
                <a:solidFill>
                  <a:srgbClr val="000000"/>
                </a:solidFill>
              </a:endParaRPr>
            </a:p>
          </p:txBody>
        </p:sp>
        <p:sp>
          <p:nvSpPr>
            <p:cNvPr id="77" name="CuadroTexto 21"/>
            <p:cNvSpPr txBox="1">
              <a:spLocks noChangeArrowheads="1"/>
            </p:cNvSpPr>
            <p:nvPr/>
          </p:nvSpPr>
          <p:spPr bwMode="auto">
            <a:xfrm>
              <a:off x="21715859" y="3147801"/>
              <a:ext cx="2136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4800">
                  <a:solidFill>
                    <a:schemeClr val="tx1"/>
                  </a:solidFill>
                  <a:latin typeface="HelveticaNeue Std"/>
                </a:defRPr>
              </a:lvl1pPr>
              <a:lvl2pPr marL="742950" indent="-285750">
                <a:defRPr sz="4800">
                  <a:solidFill>
                    <a:schemeClr val="tx1"/>
                  </a:solidFill>
                  <a:latin typeface="HelveticaNeue Std"/>
                </a:defRPr>
              </a:lvl2pPr>
              <a:lvl3pPr marL="1143000" indent="-228600">
                <a:defRPr sz="4800">
                  <a:solidFill>
                    <a:schemeClr val="tx1"/>
                  </a:solidFill>
                  <a:latin typeface="HelveticaNeue Std"/>
                </a:defRPr>
              </a:lvl3pPr>
              <a:lvl4pPr marL="1600200" indent="-228600">
                <a:defRPr sz="4800">
                  <a:solidFill>
                    <a:schemeClr val="tx1"/>
                  </a:solidFill>
                  <a:latin typeface="HelveticaNeue Std"/>
                </a:defRPr>
              </a:lvl4pPr>
              <a:lvl5pPr marL="2057400" indent="-228600">
                <a:defRPr sz="4800">
                  <a:solidFill>
                    <a:schemeClr val="tx1"/>
                  </a:solidFill>
                  <a:latin typeface="HelveticaNeue Std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 sz="4800">
                  <a:solidFill>
                    <a:schemeClr val="tx1"/>
                  </a:solidFill>
                  <a:latin typeface="HelveticaNeue Std"/>
                </a:defRPr>
              </a:lvl9pPr>
            </a:lstStyle>
            <a:p>
              <a:pPr algn="ctr" eaLnBrk="1" hangingPunct="1"/>
              <a:r>
                <a:rPr lang="es-AR" altLang="es-AR" sz="1800" b="1" dirty="0" smtClean="0">
                  <a:solidFill>
                    <a:srgbClr val="000000"/>
                  </a:solidFill>
                </a:rPr>
                <a:t>GGP</a:t>
              </a:r>
              <a:endParaRPr lang="es-AR" altLang="es-AR" sz="1800" b="1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982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_rels/themeOverr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theme/_rels/themeOverr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theme/_rels/themeOverr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theme/_rels/themeOverr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theme/_rels/themeOverr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jpeg"/></Relationships>
</file>

<file path=ppt/theme/_rels/themeOverr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jpeg"/></Relationships>
</file>

<file path=ppt/theme/_rels/themeOverr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theme/_rels/themeOverr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theme/_rels/themeOverr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theme/_rels/themeOverr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theme/_rels/themeOverr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theme/_rels/themeOverr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theme/_rels/themeOverr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theme/_rels/themeOverr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jpeg"/></Relationships>
</file>

<file path=ppt/theme/_rels/themeOverr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theme/_rels/themeOverr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_rels/themeOverr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jpeg"/></Relationships>
</file>

<file path=ppt/theme/theme1.xml><?xml version="1.0" encoding="utf-8"?>
<a:theme xmlns:a="http://schemas.openxmlformats.org/drawingml/2006/main" name="5_Agora 1">
  <a:themeElements>
    <a:clrScheme name="Agora V2">
      <a:dk1>
        <a:srgbClr val="000000"/>
      </a:dk1>
      <a:lt1>
        <a:srgbClr val="FFFFFF"/>
      </a:lt1>
      <a:dk2>
        <a:srgbClr val="023D9B"/>
      </a:dk2>
      <a:lt2>
        <a:srgbClr val="E85833"/>
      </a:lt2>
      <a:accent1>
        <a:srgbClr val="04967A"/>
      </a:accent1>
      <a:accent2>
        <a:srgbClr val="03BD85"/>
      </a:accent2>
      <a:accent3>
        <a:srgbClr val="EA3F28"/>
      </a:accent3>
      <a:accent4>
        <a:srgbClr val="C1273A"/>
      </a:accent4>
      <a:accent5>
        <a:srgbClr val="1D73FC"/>
      </a:accent5>
      <a:accent6>
        <a:srgbClr val="FF008E"/>
      </a:accent6>
      <a:hlink>
        <a:srgbClr val="7357BE"/>
      </a:hlink>
      <a:folHlink>
        <a:srgbClr val="954F72"/>
      </a:folHlink>
    </a:clrScheme>
    <a:fontScheme name="Personalizado 2">
      <a:majorFont>
        <a:latin typeface="HelveticaNeue Std"/>
        <a:ea typeface=""/>
        <a:cs typeface=""/>
      </a:majorFont>
      <a:minorFont>
        <a:latin typeface="HelveticaNeue Std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ora 1" id="{6788EB5D-D376-4F32-A8C9-334025C8CE15}" vid="{034FE926-CF5F-4530-B845-A99A1CA9270C}"/>
    </a:ext>
  </a:extLst>
</a:theme>
</file>

<file path=ppt/theme/theme2.xml><?xml version="1.0" encoding="utf-8"?>
<a:theme xmlns:a="http://schemas.openxmlformats.org/drawingml/2006/main" name="6_Agora 1">
  <a:themeElements>
    <a:clrScheme name="Agora V2">
      <a:dk1>
        <a:srgbClr val="000000"/>
      </a:dk1>
      <a:lt1>
        <a:srgbClr val="FFFFFF"/>
      </a:lt1>
      <a:dk2>
        <a:srgbClr val="023D9B"/>
      </a:dk2>
      <a:lt2>
        <a:srgbClr val="E85833"/>
      </a:lt2>
      <a:accent1>
        <a:srgbClr val="04967A"/>
      </a:accent1>
      <a:accent2>
        <a:srgbClr val="03BD85"/>
      </a:accent2>
      <a:accent3>
        <a:srgbClr val="EA3F28"/>
      </a:accent3>
      <a:accent4>
        <a:srgbClr val="C1273A"/>
      </a:accent4>
      <a:accent5>
        <a:srgbClr val="1D73FC"/>
      </a:accent5>
      <a:accent6>
        <a:srgbClr val="FF008E"/>
      </a:accent6>
      <a:hlink>
        <a:srgbClr val="7357BE"/>
      </a:hlink>
      <a:folHlink>
        <a:srgbClr val="954F72"/>
      </a:folHlink>
    </a:clrScheme>
    <a:fontScheme name="Personalizado 2">
      <a:majorFont>
        <a:latin typeface="HelveticaNeue Std"/>
        <a:ea typeface=""/>
        <a:cs typeface=""/>
      </a:majorFont>
      <a:minorFont>
        <a:latin typeface="HelveticaNeue Std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ora 1" id="{6788EB5D-D376-4F32-A8C9-334025C8CE15}" vid="{034FE926-CF5F-4530-B845-A99A1CA9270C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Agora V2">
    <a:dk1>
      <a:srgbClr val="000000"/>
    </a:dk1>
    <a:lt1>
      <a:srgbClr val="FFFFFF"/>
    </a:lt1>
    <a:dk2>
      <a:srgbClr val="023D9B"/>
    </a:dk2>
    <a:lt2>
      <a:srgbClr val="E85833"/>
    </a:lt2>
    <a:accent1>
      <a:srgbClr val="04967A"/>
    </a:accent1>
    <a:accent2>
      <a:srgbClr val="03BD85"/>
    </a:accent2>
    <a:accent3>
      <a:srgbClr val="EA3F28"/>
    </a:accent3>
    <a:accent4>
      <a:srgbClr val="C1273A"/>
    </a:accent4>
    <a:accent5>
      <a:srgbClr val="1D73FC"/>
    </a:accent5>
    <a:accent6>
      <a:srgbClr val="FF008E"/>
    </a:accent6>
    <a:hlink>
      <a:srgbClr val="7357BE"/>
    </a:hlink>
    <a:folHlink>
      <a:srgbClr val="954F72"/>
    </a:folHlink>
  </a:clrScheme>
  <a:fontScheme name="Personalizado 2">
    <a:majorFont>
      <a:latin typeface="HelveticaNeue Std"/>
      <a:ea typeface=""/>
      <a:cs typeface=""/>
    </a:majorFont>
    <a:minorFont>
      <a:latin typeface="HelveticaNeue Std"/>
      <a:ea typeface=""/>
      <a:cs typeface=""/>
    </a:minorFont>
  </a:fontScheme>
  <a:fmtScheme name="Tema de 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20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23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2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26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27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28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29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30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3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32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33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34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3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36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37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38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39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40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4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42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43.xml><?xml version="1.0" encoding="utf-8"?>
<a:themeOverride xmlns:a="http://schemas.openxmlformats.org/drawingml/2006/main">
  <a:clrScheme name="Agora V2">
    <a:dk1>
      <a:srgbClr val="000000"/>
    </a:dk1>
    <a:lt1>
      <a:srgbClr val="FFFFFF"/>
    </a:lt1>
    <a:dk2>
      <a:srgbClr val="023D9B"/>
    </a:dk2>
    <a:lt2>
      <a:srgbClr val="E85833"/>
    </a:lt2>
    <a:accent1>
      <a:srgbClr val="04967A"/>
    </a:accent1>
    <a:accent2>
      <a:srgbClr val="03BD85"/>
    </a:accent2>
    <a:accent3>
      <a:srgbClr val="EA3F28"/>
    </a:accent3>
    <a:accent4>
      <a:srgbClr val="C1273A"/>
    </a:accent4>
    <a:accent5>
      <a:srgbClr val="1D73FC"/>
    </a:accent5>
    <a:accent6>
      <a:srgbClr val="FF008E"/>
    </a:accent6>
    <a:hlink>
      <a:srgbClr val="7357BE"/>
    </a:hlink>
    <a:folHlink>
      <a:srgbClr val="954F72"/>
    </a:folHlink>
  </a:clrScheme>
  <a:fontScheme name="Personalizado 2">
    <a:majorFont>
      <a:latin typeface="HelveticaNeue Std"/>
      <a:ea typeface=""/>
      <a:cs typeface=""/>
    </a:majorFont>
    <a:minorFont>
      <a:latin typeface="HelveticaNeue Std"/>
      <a:ea typeface=""/>
      <a:cs typeface=""/>
    </a:minorFont>
  </a:fontScheme>
  <a:fmtScheme name="Tema de 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4.xml><?xml version="1.0" encoding="utf-8"?>
<a:themeOverride xmlns:a="http://schemas.openxmlformats.org/drawingml/2006/main">
  <a:clrScheme name="Agora V2">
    <a:dk1>
      <a:srgbClr val="000000"/>
    </a:dk1>
    <a:lt1>
      <a:srgbClr val="FFFFFF"/>
    </a:lt1>
    <a:dk2>
      <a:srgbClr val="023D9B"/>
    </a:dk2>
    <a:lt2>
      <a:srgbClr val="E85833"/>
    </a:lt2>
    <a:accent1>
      <a:srgbClr val="04967A"/>
    </a:accent1>
    <a:accent2>
      <a:srgbClr val="03BD85"/>
    </a:accent2>
    <a:accent3>
      <a:srgbClr val="EA3F28"/>
    </a:accent3>
    <a:accent4>
      <a:srgbClr val="C1273A"/>
    </a:accent4>
    <a:accent5>
      <a:srgbClr val="1D73FC"/>
    </a:accent5>
    <a:accent6>
      <a:srgbClr val="FF008E"/>
    </a:accent6>
    <a:hlink>
      <a:srgbClr val="7357BE"/>
    </a:hlink>
    <a:folHlink>
      <a:srgbClr val="954F72"/>
    </a:folHlink>
  </a:clrScheme>
  <a:fontScheme name="Personalizado 2">
    <a:majorFont>
      <a:latin typeface="HelveticaNeue Std"/>
      <a:ea typeface=""/>
      <a:cs typeface=""/>
    </a:majorFont>
    <a:minorFont>
      <a:latin typeface="HelveticaNeue Std"/>
      <a:ea typeface=""/>
      <a:cs typeface=""/>
    </a:minorFont>
  </a:fontScheme>
  <a:fmtScheme name="Tema de 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46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47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48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49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50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5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52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5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4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5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56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57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58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59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60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6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62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63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64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6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66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67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68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6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0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7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72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73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74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7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76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77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78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79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80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8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82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83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84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8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86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87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88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89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90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9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92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93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94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9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96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97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98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99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00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0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02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03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3298</TotalTime>
  <Words>9280</Words>
  <Application>Microsoft Office PowerPoint</Application>
  <PresentationFormat>Personalizado</PresentationFormat>
  <Paragraphs>1441</Paragraphs>
  <Slides>109</Slides>
  <Notes>63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109</vt:i4>
      </vt:variant>
    </vt:vector>
  </HeadingPairs>
  <TitlesOfParts>
    <vt:vector size="120" baseType="lpstr">
      <vt:lpstr>Arial</vt:lpstr>
      <vt:lpstr>Calibri</vt:lpstr>
      <vt:lpstr>Helvetica Neue</vt:lpstr>
      <vt:lpstr>HelveticaNeue Std</vt:lpstr>
      <vt:lpstr>HelveticaNeue Std (Cuerpo)</vt:lpstr>
      <vt:lpstr>HelveticaNeue Std (Títulos)</vt:lpstr>
      <vt:lpstr>Roboto</vt:lpstr>
      <vt:lpstr>Roboto Condensed</vt:lpstr>
      <vt:lpstr>Times New Roman</vt:lpstr>
      <vt:lpstr>5_Agora 1</vt:lpstr>
      <vt:lpstr>6_Agora 1</vt:lpstr>
      <vt:lpstr>Provincia de Buenos Aires </vt:lpstr>
      <vt:lpstr>Contenido</vt:lpstr>
      <vt:lpstr>01. Información general | Provincia de Buenos Aires</vt:lpstr>
      <vt:lpstr>01. Información general | Provincia de Buenos Aires</vt:lpstr>
      <vt:lpstr>Presentación de PowerPoint</vt:lpstr>
      <vt:lpstr>02. Gestiones | Evaluación de las distintas gestiones</vt:lpstr>
      <vt:lpstr>02. Gestiones | Evolutivos</vt:lpstr>
      <vt:lpstr>02. Gestiones | Apertura gestión del gobierno nacional a cargo de Javier Milei</vt:lpstr>
      <vt:lpstr>02. Gestiones | Apertura gestión del gobierno provincial a cargo de Axel Kicillof</vt:lpstr>
      <vt:lpstr>02. Gestiones | Apertura gestión del gobierno municipal a cargo del intendente de su municipio </vt:lpstr>
      <vt:lpstr>02. Gestiones | Apertura | Evaluación positiva de los diferentes niveles de gestión</vt:lpstr>
      <vt:lpstr>02. Gestiones | Análisis cualitativo | Por qué haces una evaluación POSITIVA de la gestión del gobierno nacional de Javier Milei</vt:lpstr>
      <vt:lpstr>02. Gestiones | Análisis cualitativo | Por qué haces una evaluación NEGATIVA de la gestión del gobierno nacional de Javier Milei</vt:lpstr>
      <vt:lpstr>02. Gestiones | Análisis cualitativo | Por qué haces una evaluación POSITIVA de la gestión del gobierno provincial de Axel Kicillof</vt:lpstr>
      <vt:lpstr>02. Gestiones | Análisis cualitativo | Por qué haces una evaluación NEGATIVA de la gestión del gobierno provincial de Axel Kicillof</vt:lpstr>
      <vt:lpstr>Presentación de PowerPoint</vt:lpstr>
      <vt:lpstr>03. Imágenes | Nacionales | Evaluación   </vt:lpstr>
      <vt:lpstr>03. Imágenes | Nacionales | Evolutivos</vt:lpstr>
      <vt:lpstr>03. Imágenes | Nacionales | Evolutivos</vt:lpstr>
      <vt:lpstr>03. Imágenes | Nacionales | Evolutivos</vt:lpstr>
      <vt:lpstr>03. Imágenes | Nacionales | Evolutivos</vt:lpstr>
      <vt:lpstr>03. Imágenes | Nacionales | Evolutivos</vt:lpstr>
      <vt:lpstr>03. Imágenes | Provinciales | Evaluación </vt:lpstr>
      <vt:lpstr>03. Imágenes | Provinciales | Evolutivos</vt:lpstr>
      <vt:lpstr>03. Imágenes | Provinciales | Evolutivos</vt:lpstr>
      <vt:lpstr>03. Imágenes | Intendentes | Evaluación </vt:lpstr>
      <vt:lpstr>03. Imágenes | Intendentes | Evolutivos</vt:lpstr>
      <vt:lpstr>03. Imágenes | Intendentes | Evolutivos</vt:lpstr>
      <vt:lpstr>03. Imágenes | Intendentes | Evolutivos</vt:lpstr>
      <vt:lpstr>03. Imágenes | Intendentes | Conocimiento de intendentes bonaerenses</vt:lpstr>
      <vt:lpstr>03. Imágenes | Intendentes | Imagen positiva de intendentes bonaerenses</vt:lpstr>
      <vt:lpstr>03. Imágenes | Intendentes | Apertura imagen de Federico Achával</vt:lpstr>
      <vt:lpstr>03. Imágenes | Intendentes | Evolutivo | Conocimiento de Federico Achával</vt:lpstr>
      <vt:lpstr>03. Imágenes | Intendentes | Evolutivo | Imagen positiva de Federico Achával</vt:lpstr>
      <vt:lpstr>Presentación de PowerPoint</vt:lpstr>
      <vt:lpstr>04. Panorama electoral | Escenario electoral legislativas 2025 por espacio I</vt:lpstr>
      <vt:lpstr>04. Panorama electoral | Evolutivo escenario electoral legislativas 2025 por espacio I</vt:lpstr>
      <vt:lpstr>04. Panorama electoral | Apertura escenario electoral legislativas 2025 por espacio I</vt:lpstr>
      <vt:lpstr>04. Panorama electoral | Escenario electoral legislativas 2025 por espacio II</vt:lpstr>
      <vt:lpstr>04. Panorama electoral | Evolutivo escenario electoral legislativas 2025 por espacio II</vt:lpstr>
      <vt:lpstr>04. Panorama electoral | Apertura escenario electoral legislativas 2025 por espacio II</vt:lpstr>
      <vt:lpstr>04. Panorama electoral | Escenario electoral legislativas 2025 por espacio III</vt:lpstr>
      <vt:lpstr>04. Panorama electoral | Apertura escenario electoral legislativas 2025 por espacio III</vt:lpstr>
      <vt:lpstr>04. Panorama electoral | Potencialidades de voto elecciones legislativas 2025</vt:lpstr>
      <vt:lpstr>04. Panorama electoral | Evolutivo potencialidades de voto elecciones legislativas 2025</vt:lpstr>
      <vt:lpstr>Presentación de PowerPoint</vt:lpstr>
      <vt:lpstr>05. Coyuntura | Rumbo | Cómo cree que es el rumbo del gobierno nacional</vt:lpstr>
      <vt:lpstr>05. Coyuntura | Rumbo | Evolutivo cómo cree que es el rumbo del gobierno nacional</vt:lpstr>
      <vt:lpstr>05. Coyuntura | Rumbo | Apertura cómo cree que es el rumbo del gobierno nacional</vt:lpstr>
      <vt:lpstr>05. Coyuntura | Acciones del GN | Evaluación de distintas acciones del gobierno nacional de Javier Milei</vt:lpstr>
      <vt:lpstr>05. Coyuntura | Oposición al GN | Principal opositor al gobierno de Javier Milei</vt:lpstr>
      <vt:lpstr>05. Coyuntura | Oposición al GN | Principal opositor al gobierno de Javier Milei</vt:lpstr>
      <vt:lpstr>05. Coyuntura | Rol opositor | Apertura principal opositor al gobierno de Javier Milei</vt:lpstr>
      <vt:lpstr>05. Coyuntura | Situación económica | Situación económica del país y personal </vt:lpstr>
      <vt:lpstr>05. Coyuntura | Situación económica | Evolutivos situación económica del país y personal</vt:lpstr>
      <vt:lpstr>05. Coyuntura | Situación económica | Apertura situación económica del país</vt:lpstr>
      <vt:lpstr>05. Coyuntura | Situación económica | Apertura situación económica personal</vt:lpstr>
      <vt:lpstr>05. Coyuntura | Características | Múltiple | Principales características de Javier Milei</vt:lpstr>
      <vt:lpstr>05. Coyuntura | Características | Múltiple | Apertura principales características de Javier Milei </vt:lpstr>
      <vt:lpstr>Presentación de PowerPoint</vt:lpstr>
      <vt:lpstr>06. Problemáticas | Principal problemática de la actualidad</vt:lpstr>
      <vt:lpstr>06. Problemáticas | Evolutivo principal problemática de la actualidad</vt:lpstr>
      <vt:lpstr>06. Problemáticas | Apertura principal problemática de la actualidad</vt:lpstr>
      <vt:lpstr>06. Problemáticas | Abierta | Teniendo en cuenta el último año, ¿en que estás MEJOR vos y tu familia? </vt:lpstr>
      <vt:lpstr>06. Problemáticas | Abierta | Teniendo en cuenta el último año, ¿en que estás MEJOR vos y tu familia? </vt:lpstr>
      <vt:lpstr>06. Problemáticas | Abierta | ¿Y en que estás PEOR vos y tu familia? </vt:lpstr>
      <vt:lpstr>06. Problemáticas | Abierta | ¿Y en que estás PEOR vos y tu familia? </vt:lpstr>
      <vt:lpstr>06. Problemáticas | Abierta | Teniendo en cuenta el último año, según tu opinión, ¿en que está MEJOR el país? </vt:lpstr>
      <vt:lpstr>06. Problemáticas | Abierta | Teniendo en cuenta el último año, según tu opinión, ¿en que está MEJOR el país? </vt:lpstr>
      <vt:lpstr>06. Problemáticas | Abierta | Y según tu opinión ¿en que está PEOR el país? </vt:lpstr>
      <vt:lpstr>06. Problemáticas | Abierta | Y según tu opinión ¿en que está PEOR el país? </vt:lpstr>
      <vt:lpstr>Presentación de PowerPoint</vt:lpstr>
      <vt:lpstr>A1. Otros cuadros | Apertura clase social autopercibida</vt:lpstr>
      <vt:lpstr>A1. Otros cuadros | Evolutivo cercanía partidaria</vt:lpstr>
      <vt:lpstr>A1. Otros cuadros | Apertura cercanía partidaria</vt:lpstr>
      <vt:lpstr>Presentación de PowerPoint</vt:lpstr>
      <vt:lpstr>A2. Imágenes | Nacionales | Apertura imagen de Javier Milei</vt:lpstr>
      <vt:lpstr>A2. Imágenes | Nacionales | Apertura imagen de Mauricio Macri</vt:lpstr>
      <vt:lpstr>A2. Imágenes | Nacionales | Apertura imagen de Cristina Fernández de Kirchner</vt:lpstr>
      <vt:lpstr>A2. Imágenes | Nacionales | Apertura imagen de Sergio Massa</vt:lpstr>
      <vt:lpstr>A2. Imágenes | Nacionales | Apertura imagen de Patricia Bullrich </vt:lpstr>
      <vt:lpstr>A2. Imágenes | Nacionales | Apertura imagen de Axel Kicillof</vt:lpstr>
      <vt:lpstr>A2. Imágenes | Nacionales | Apertura imagen de Máximo Kirchner</vt:lpstr>
      <vt:lpstr>A2. Imágenes | Nacionales | Apertura imagen de Eduardo Wado de Pedro</vt:lpstr>
      <vt:lpstr>A2. Imágenes | Nacionales | Apertura imagen de Luis Toto Caputo</vt:lpstr>
      <vt:lpstr>A2. Imágenes | Nacionales | Apertura imagen de Karina Milei</vt:lpstr>
      <vt:lpstr>A2. Imágenes | Nacionales | Apertura imagen de Santiago Caputo</vt:lpstr>
      <vt:lpstr>A2. Imágenes | Provinciales | Apertura imagen de Gabriel Katopodis</vt:lpstr>
      <vt:lpstr>A2. Imágenes | Provinciales | Apertura imagen de Carlos “Carli” Bianco</vt:lpstr>
      <vt:lpstr>A2. Imágenes | Provinciales | Apertura imagen de Diego Santilli</vt:lpstr>
      <vt:lpstr>A2. Imágenes | Provinciales | Apertura imagen de Facundo Manes</vt:lpstr>
      <vt:lpstr>A2. Imágenes | Provinciales | Apertura imagen de José Luis Espert</vt:lpstr>
      <vt:lpstr>A2. Imágenes | Intendentes | Apertura imagen de Federico Achával</vt:lpstr>
      <vt:lpstr>A2. Imágenes | Intendentes | Apertura imagen de Leo Nardini, intendente de Malvinas Argentinas </vt:lpstr>
      <vt:lpstr>A2. Imágenes | Intendentes | Apertura imagen de Ariel Sujarchuk, intendente de Escobar</vt:lpstr>
      <vt:lpstr>A2. Imágenes | Intendentes | Apertura imagen de Jorge Ferraresi, intendente de Avellaneda</vt:lpstr>
      <vt:lpstr>A2. Imágenes | Intendentes | Apertura imagen de Mayra Mendoza, intendenta de Quilmes</vt:lpstr>
      <vt:lpstr>A2. Imágenes | Intendentes | Apertura imagen de Diego Valenzuela, intendente de Tres de Febrero</vt:lpstr>
      <vt:lpstr>Presentación de PowerPoint</vt:lpstr>
      <vt:lpstr>A3. Potencialidades de voto | Apertura probabilidad de votar a un candidato de La Libertad Avanza de Javier Milei</vt:lpstr>
      <vt:lpstr>A3. Potencialidades de voto | Apertura probabilidad de votar a un candidato del PRO de Mauricio Macri</vt:lpstr>
      <vt:lpstr>A3. Potencialidades de voto | Apertura probabilidad de votar a un candidato del peronismo de Cristina Kirchner, Axel Kicillof y Sergio Massa</vt:lpstr>
      <vt:lpstr>A3. Potencialidades de voto | Apertura probabilidad de votar a un candidato del PRO de Mauricio Macri junto a La Libertad Avanza de Javier Milei</vt:lpstr>
      <vt:lpstr>Presentación de PowerPoint</vt:lpstr>
      <vt:lpstr>A4. Acciones del GN |Apertura como se manejó el gobierno nacional respecto a los sucedido con la criptomoneda LIBRA</vt:lpstr>
      <vt:lpstr>A4. Acciones del GN | Apertura como se manejó el gobierno nacional respecto al nombramiento de jueces de la Corte Suprema por decreto</vt:lpstr>
      <vt:lpstr>A4. Acciones del GN | Apertura como manejó el gobierno nacional respecto al discurso del presidente en Davos que generó polémica en la comunidad LGBT y otras minorías </vt:lpstr>
      <vt:lpstr>A4. Acciones del GN | Apertura como se manejó el gobierno nacional respecto a enviar un DNU al Congreso para que apruebe el acuerdo con el FMI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Villanueva</dc:creator>
  <cp:lastModifiedBy>Esteban Berasueta</cp:lastModifiedBy>
  <cp:revision>1380</cp:revision>
  <dcterms:created xsi:type="dcterms:W3CDTF">2019-11-04T21:16:45Z</dcterms:created>
  <dcterms:modified xsi:type="dcterms:W3CDTF">2025-03-12T18:43:31Z</dcterms:modified>
</cp:coreProperties>
</file>